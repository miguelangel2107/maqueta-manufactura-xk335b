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Lst>
  <p:sldSz cy="6858000" cx="12192000"/>
  <p:notesSz cx="6858000" cy="9144000"/>
  <p:embeddedFontLst>
    <p:embeddedFont>
      <p:font typeface="Roboto"/>
      <p:regular r:id="rId102"/>
      <p:bold r:id="rId103"/>
      <p:italic r:id="rId104"/>
      <p:boldItalic r:id="rId105"/>
    </p:embeddedFont>
    <p:embeddedFont>
      <p:font typeface="Fira Sans Extra Condensed Medium"/>
      <p:regular r:id="rId106"/>
      <p:bold r:id="rId107"/>
      <p:italic r:id="rId108"/>
      <p:boldItalic r:id="rId109"/>
    </p:embeddedFont>
    <p:embeddedFont>
      <p:font typeface="Fira Sans Extra Condensed"/>
      <p:regular r:id="rId110"/>
      <p:bold r:id="rId111"/>
      <p:italic r:id="rId112"/>
      <p:boldItalic r:id="rId113"/>
    </p:embeddedFont>
    <p:embeddedFont>
      <p:font typeface="Open Sans"/>
      <p:regular r:id="rId114"/>
      <p:bold r:id="rId115"/>
      <p:italic r:id="rId116"/>
      <p:boldItalic r:id="rId1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18" roundtripDataSignature="AMtx7mjeH7jkMVwmnnfRLQ34k5ANi08g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875DB0-3CC1-41E8-98A1-462444128FE6}">
  <a:tblStyle styleId="{71875DB0-3CC1-41E8-98A1-462444128FE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FiraSansExtraCondensedMedium-bold.fntdata"/><Relationship Id="rId106" Type="http://schemas.openxmlformats.org/officeDocument/2006/relationships/font" Target="fonts/FiraSansExtraCondensedMedium-regular.fntdata"/><Relationship Id="rId105" Type="http://schemas.openxmlformats.org/officeDocument/2006/relationships/font" Target="fonts/Roboto-boldItalic.fntdata"/><Relationship Id="rId104" Type="http://schemas.openxmlformats.org/officeDocument/2006/relationships/font" Target="fonts/Roboto-italic.fntdata"/><Relationship Id="rId109" Type="http://schemas.openxmlformats.org/officeDocument/2006/relationships/font" Target="fonts/FiraSansExtraCondensedMedium-boldItalic.fntdata"/><Relationship Id="rId108" Type="http://schemas.openxmlformats.org/officeDocument/2006/relationships/font" Target="fonts/FiraSansExtraCondensedMedium-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Roboto-bold.fntdata"/><Relationship Id="rId102" Type="http://schemas.openxmlformats.org/officeDocument/2006/relationships/font" Target="fonts/Roboto-regular.fntdata"/><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customschemas.google.com/relationships/presentationmetadata" Target="metadata"/><Relationship Id="rId117" Type="http://schemas.openxmlformats.org/officeDocument/2006/relationships/font" Target="fonts/OpenSans-boldItalic.fntdata"/><Relationship Id="rId116" Type="http://schemas.openxmlformats.org/officeDocument/2006/relationships/font" Target="fonts/OpenSans-italic.fntdata"/><Relationship Id="rId115" Type="http://schemas.openxmlformats.org/officeDocument/2006/relationships/font" Target="fonts/OpenSans-bold.fntdata"/><Relationship Id="rId15" Type="http://schemas.openxmlformats.org/officeDocument/2006/relationships/slide" Target="slides/slide8.xml"/><Relationship Id="rId110" Type="http://schemas.openxmlformats.org/officeDocument/2006/relationships/font" Target="fonts/FiraSansExtraCondensed-regular.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OpenSans-regular.fntdata"/><Relationship Id="rId18" Type="http://schemas.openxmlformats.org/officeDocument/2006/relationships/slide" Target="slides/slide11.xml"/><Relationship Id="rId113" Type="http://schemas.openxmlformats.org/officeDocument/2006/relationships/font" Target="fonts/FiraSansExtraCondensed-boldItalic.fntdata"/><Relationship Id="rId112" Type="http://schemas.openxmlformats.org/officeDocument/2006/relationships/font" Target="fonts/FiraSansExtraCondensed-italic.fntdata"/><Relationship Id="rId111" Type="http://schemas.openxmlformats.org/officeDocument/2006/relationships/font" Target="fonts/FiraSansExtraCondensed-bold.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B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s-BO" sz="1200" u="none" strike="noStrike">
                <a:solidFill>
                  <a:schemeClr val="dk1"/>
                </a:solidFill>
                <a:latin typeface="Calibri"/>
                <a:ea typeface="Calibri"/>
                <a:cs typeface="Calibri"/>
                <a:sym typeface="Calibri"/>
              </a:rPr>
              <a:t> La numeración paralela inicia una secuencia numérica para cada nueva primera letra. La numeración serie identifica los bucles de instrumentos de un proyecto o secciones de un proyecto con una secuencia única de números, sin tener en cuenta la primera letra del bucle</a:t>
            </a:r>
            <a:endParaRPr/>
          </a:p>
        </p:txBody>
      </p:sp>
      <p:sp>
        <p:nvSpPr>
          <p:cNvPr id="399" name="Google Shape;3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Esta diapositiva pretende mostrar los dos instrumentos de medición principales en ser usados. También indicar brevemente para que se utilizaron o en que etapa.</a:t>
            </a:r>
            <a:endParaRPr/>
          </a:p>
        </p:txBody>
      </p:sp>
      <p:sp>
        <p:nvSpPr>
          <p:cNvPr id="807" name="Google Shape;80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Esta diapositiva pretende mostrar al multímetro utilizado y en el caso particular para el cual fue usado. Tambien se quiere dar a entender el motivo por el cual se decidio solamente realizar cambios de conexiones a borneras que si esten operativas, se opto mas por ello debido a que fueron pocos los bornes defectuosos (en concreto fueron 3).</a:t>
            </a:r>
            <a:endParaRPr/>
          </a:p>
        </p:txBody>
      </p:sp>
      <p:sp>
        <p:nvSpPr>
          <p:cNvPr id="866" name="Google Shape;86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Esta diapositive pretende mostrar los dos tipo de intrumentos identificados en la planta. Tambien indicar brevemente cual es el la finalidad de cada uno de estos tipos de instrumentos identificados.</a:t>
            </a:r>
            <a:endParaRPr/>
          </a:p>
        </p:txBody>
      </p:sp>
      <p:sp>
        <p:nvSpPr>
          <p:cNvPr id="883" name="Google Shape;88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3" name="Google Shape;91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La diapositiva intenta mostrar el uso que se le da a los manómetros, que es la de monitorizar la presión a la que estaría funcionando el Sistema neumático de la maqueta. También, se intenta mostrar las presiones mínimas a las que se encontró que la maqueta opera correctamente (4 Bar) y que no se debería alcanzar las presiones máximas para evitar un desgaste innecesario del equipo.  </a:t>
            </a:r>
            <a:endParaRPr/>
          </a:p>
        </p:txBody>
      </p:sp>
      <p:sp>
        <p:nvSpPr>
          <p:cNvPr id="914" name="Google Shape;914;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0" name="Google Shape;94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6" name="Google Shape;110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7" name="Google Shape;112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3" name="Google Shape;114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4" name="Google Shape;115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5" name="Google Shape;1165;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4" name="Google Shape;117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2" name="Google Shape;119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8" name="Google Shape;120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0" name="Google Shape;1220;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imes New Roman"/>
              <a:buNone/>
            </a:pPr>
            <a:r>
              <a:rPr lang="es-BO" sz="1200">
                <a:latin typeface="Times New Roman"/>
                <a:ea typeface="Times New Roman"/>
                <a:cs typeface="Times New Roman"/>
                <a:sym typeface="Times New Roman"/>
              </a:rPr>
              <a:t>Los encoders industriales muchas veces tienen una tercera salida llamada «Index» (</a:t>
            </a:r>
            <a:r>
              <a:rPr b="1" lang="es-BO" sz="1200">
                <a:latin typeface="Times New Roman"/>
                <a:ea typeface="Times New Roman"/>
                <a:cs typeface="Times New Roman"/>
                <a:sym typeface="Times New Roman"/>
              </a:rPr>
              <a:t>Z)</a:t>
            </a:r>
            <a:r>
              <a:rPr lang="es-BO" sz="1200">
                <a:latin typeface="Times New Roman"/>
                <a:ea typeface="Times New Roman"/>
                <a:cs typeface="Times New Roman"/>
                <a:sym typeface="Times New Roman"/>
              </a:rPr>
              <a:t> que esencialmente sirve para indicar que se ha dado una vuelta completa y también verificar que el</a:t>
            </a:r>
            <a:r>
              <a:rPr b="1" lang="es-BO" sz="1200">
                <a:latin typeface="Times New Roman"/>
                <a:ea typeface="Times New Roman"/>
                <a:cs typeface="Times New Roman"/>
                <a:sym typeface="Times New Roman"/>
              </a:rPr>
              <a:t> </a:t>
            </a:r>
            <a:r>
              <a:rPr lang="es-BO" sz="1200">
                <a:latin typeface="Times New Roman"/>
                <a:ea typeface="Times New Roman"/>
                <a:cs typeface="Times New Roman"/>
                <a:sym typeface="Times New Roman"/>
              </a:rPr>
              <a:t>encoder está contando correctamente.</a:t>
            </a:r>
            <a:r>
              <a:rPr b="0" i="0" lang="es-BO" sz="1200">
                <a:latin typeface="Times New Roman"/>
                <a:ea typeface="Times New Roman"/>
                <a:cs typeface="Times New Roman"/>
                <a:sym typeface="Times New Roman"/>
              </a:rPr>
              <a:t> </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221" name="Google Shape;1221;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7" name="Google Shape;1237;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5" name="Google Shape;1295;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Básicamente es un cilindro que funciona con aire comprimido. Cuando se suministra aire, las mordazas de la pinza se cerrarán sobre un objeto y lo sostendrá firmemente mientras se ejecuta una operación, o cuando la dirección del aire cambia, la pinza liberará el objeto.</a:t>
            </a:r>
            <a:endParaRPr/>
          </a:p>
          <a:p>
            <a:pPr indent="0" lvl="0" marL="0" rtl="0" algn="l">
              <a:spcBef>
                <a:spcPts val="0"/>
              </a:spcBef>
              <a:spcAft>
                <a:spcPts val="0"/>
              </a:spcAft>
              <a:buNone/>
            </a:pPr>
            <a:r>
              <a:t/>
            </a:r>
            <a:endParaRPr/>
          </a:p>
        </p:txBody>
      </p:sp>
      <p:sp>
        <p:nvSpPr>
          <p:cNvPr id="1296" name="Google Shape;1296;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4" name="Google Shape;131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7" name="Google Shape;133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4" name="Google Shape;135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5" name="Google Shape;137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3" name="Google Shape;1393;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2" name="Google Shape;1412;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Un encoder absoluto genera mensajes digitales lo cual representa la posición actual del encoder, así como su velocidad y dirección de movimiento, en caso que la energía se pierde, su salida será corregida cada vez que la energía sea restablecida. No es necesario ir a una posición referencial como con los encoders de tipo incremental.Se utiliza este encoder para saber la posición exacta del servo.</a:t>
            </a:r>
            <a:endParaRPr/>
          </a:p>
          <a:p>
            <a:pPr indent="0" lvl="0" marL="0" rtl="0" algn="l">
              <a:spcBef>
                <a:spcPts val="0"/>
              </a:spcBef>
              <a:spcAft>
                <a:spcPts val="0"/>
              </a:spcAft>
              <a:buNone/>
            </a:pPr>
            <a:r>
              <a:t/>
            </a:r>
            <a:endParaRPr/>
          </a:p>
        </p:txBody>
      </p:sp>
      <p:sp>
        <p:nvSpPr>
          <p:cNvPr id="1413" name="Google Shape;1413;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8" name="Google Shape;1438;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En esta diapositiva vemos la representación esquemática del contenido de la adaptación de señales</a:t>
            </a:r>
            <a:endParaRPr/>
          </a:p>
        </p:txBody>
      </p:sp>
      <p:sp>
        <p:nvSpPr>
          <p:cNvPr id="1439" name="Google Shape;1439;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2" name="Google Shape;1482;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Damos una explicación de que en si la adaptación para posteriormente entender el como se realiza este acondicionamiento en la maqueta</a:t>
            </a:r>
            <a:endParaRPr/>
          </a:p>
        </p:txBody>
      </p:sp>
      <p:sp>
        <p:nvSpPr>
          <p:cNvPr id="1483" name="Google Shape;1483;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4" name="Google Shape;1504;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BO"/>
              <a:t>Todas estas operaciones se deben realizar manteniendo los errores dentro del márgenes aceptables. Si los sensores necesitan una alimentación externa los circuito de acondicionamiento deben proporcionársela.</a:t>
            </a:r>
            <a:endParaRPr/>
          </a:p>
          <a:p>
            <a:pPr indent="0" lvl="0" marL="0" marR="0" rtl="0" algn="l">
              <a:lnSpc>
                <a:spcPct val="100000"/>
              </a:lnSpc>
              <a:spcBef>
                <a:spcPts val="0"/>
              </a:spcBef>
              <a:spcAft>
                <a:spcPts val="0"/>
              </a:spcAft>
              <a:buClr>
                <a:schemeClr val="dk1"/>
              </a:buClr>
              <a:buSzPts val="1200"/>
              <a:buFont typeface="Calibri"/>
              <a:buNone/>
            </a:pPr>
            <a:r>
              <a:rPr lang="es-BO"/>
              <a:t>Según la aplicación , en el acondicionamiento de la señal de salida pueden predominar los criterios de rendimiento y disipación de potencia sobre los de error. Suele ser necesaria además la protección frente a cortocircuitos</a:t>
            </a:r>
            <a:endParaRPr/>
          </a:p>
          <a:p>
            <a:pPr indent="0" lvl="0" marL="0" marR="0" rtl="0" algn="l">
              <a:lnSpc>
                <a:spcPct val="100000"/>
              </a:lnSpc>
              <a:spcBef>
                <a:spcPts val="0"/>
              </a:spcBef>
              <a:spcAft>
                <a:spcPts val="0"/>
              </a:spcAft>
              <a:buClr>
                <a:schemeClr val="dk1"/>
              </a:buClr>
              <a:buSzPts val="1200"/>
              <a:buFont typeface="Calibri"/>
              <a:buNone/>
            </a:pPr>
            <a:r>
              <a:rPr lang="es-BO"/>
              <a:t>En el caso de la maqueta los sensores no utilizan algoritmos de acondicionamiento, solo se reconoce señales de alto y bajo</a:t>
            </a:r>
            <a:endParaRPr/>
          </a:p>
          <a:p>
            <a:pPr indent="0" lvl="0" marL="0" rtl="0" algn="l">
              <a:spcBef>
                <a:spcPts val="0"/>
              </a:spcBef>
              <a:spcAft>
                <a:spcPts val="0"/>
              </a:spcAft>
              <a:buNone/>
            </a:pPr>
            <a:r>
              <a:t/>
            </a:r>
            <a:endParaRPr/>
          </a:p>
        </p:txBody>
      </p:sp>
      <p:sp>
        <p:nvSpPr>
          <p:cNvPr id="1505" name="Google Shape;1505;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8" name="Google Shape;1518;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En la imagen podemos observar el como se realiza la conversión de corriente a presión, se puede ver que tenemos la señal de eléctrica y señal neumática y esta señal neumática se distribuye a cada uno de los actuadores que tenemos y los mismos son controlados por señales eléctricas.</a:t>
            </a:r>
            <a:endParaRPr/>
          </a:p>
        </p:txBody>
      </p:sp>
      <p:sp>
        <p:nvSpPr>
          <p:cNvPr id="1519" name="Google Shape;1519;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9" name="Google Shape;1549;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sz="1200">
                <a:latin typeface="Times New Roman"/>
                <a:ea typeface="Times New Roman"/>
                <a:cs typeface="Times New Roman"/>
                <a:sym typeface="Times New Roman"/>
              </a:rPr>
              <a:t>El modelo 4V120 tiene las mismas características, y adicionalmente usa dos solenoides para cambiar entre sus dos posiciones.</a:t>
            </a:r>
            <a:endParaRPr/>
          </a:p>
        </p:txBody>
      </p:sp>
      <p:sp>
        <p:nvSpPr>
          <p:cNvPr id="1550" name="Google Shape;1550;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9" name="Google Shape;1559;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a:t>
            </a:r>
            <a:endParaRPr/>
          </a:p>
        </p:txBody>
      </p:sp>
      <p:sp>
        <p:nvSpPr>
          <p:cNvPr id="1560" name="Google Shape;1560;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7" name="Google Shape;1577;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En la presentación de esta diapositiva se muestra el procedimiento tomado para realizar la adquisición de datos del enconder mediante el osciloscopio</a:t>
            </a:r>
            <a:endParaRPr/>
          </a:p>
        </p:txBody>
      </p:sp>
      <p:sp>
        <p:nvSpPr>
          <p:cNvPr id="1578" name="Google Shape;1578;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4" name="Google Shape;1594;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Para poder  tener una lectura que relacione velocidad angular del motor con el voltaje que se produce, se adaptara la señal de pulsos que se tiene del encoder mediante el conversor de frecuencia a voltaje para asi tener una respuesta a la que estamos acostumbrados a ver.</a:t>
            </a:r>
            <a:endParaRPr/>
          </a:p>
        </p:txBody>
      </p:sp>
      <p:sp>
        <p:nvSpPr>
          <p:cNvPr id="1595" name="Google Shape;1595;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6" name="Google Shape;1606;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Aquí observamos los aspectos que se tomo en cuenta para poder realizar una buena adquisición de datos, para posteriormente modelar esta respuesta. Se puede ver un procediminto que se realizo para poder relacionar la frecuencia obtenida y llevarlo a un valor de voltaje.</a:t>
            </a:r>
            <a:endParaRPr/>
          </a:p>
        </p:txBody>
      </p:sp>
      <p:sp>
        <p:nvSpPr>
          <p:cNvPr id="1607" name="Google Shape;1607;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6" name="Google Shape;1616;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En esta imagen podemos ver como se monto el conversor de frecuencia a voltaje en conjunto con el variador de frecuencias, el encoder incremental y como es llevada la señal de salida del conversor al osciloscopio.</a:t>
            </a:r>
            <a:endParaRPr/>
          </a:p>
        </p:txBody>
      </p:sp>
      <p:sp>
        <p:nvSpPr>
          <p:cNvPr id="1617" name="Google Shape;1617;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7" name="Google Shape;1637;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En esta presentación se observa como es la respuesta del motor y estaos datos como se transfieren al Matlab para luego poder  realizar el tratamiento de estos datos obtenidos.</a:t>
            </a:r>
            <a:endParaRPr/>
          </a:p>
        </p:txBody>
      </p:sp>
      <p:sp>
        <p:nvSpPr>
          <p:cNvPr id="1638" name="Google Shape;1638;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9" name="Google Shape;164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En esta presentación vemos el como se realizo el tratamiento de dato, donde se trabajo con la herramienta de ident  de MATLAB para asi poder obtener un modelo aproximado del motor.</a:t>
            </a:r>
            <a:endParaRPr/>
          </a:p>
        </p:txBody>
      </p:sp>
      <p:sp>
        <p:nvSpPr>
          <p:cNvPr id="1650" name="Google Shape;1650;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9" name="Shape 1659"/>
        <p:cNvGrpSpPr/>
        <p:nvPr/>
      </p:nvGrpSpPr>
      <p:grpSpPr>
        <a:xfrm>
          <a:off x="0" y="0"/>
          <a:ext cx="0" cy="0"/>
          <a:chOff x="0" y="0"/>
          <a:chExt cx="0" cy="0"/>
        </a:xfrm>
      </p:grpSpPr>
      <p:sp>
        <p:nvSpPr>
          <p:cNvPr id="1660" name="Google Shape;1660;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1" name="Google Shape;1661;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BO"/>
              <a:t>Realizamos una comparación de la señal que se obtuvo en el osciloscopio con la respuesta de la función de transferencia estimada, también podemos observar algunas características </a:t>
            </a:r>
            <a:endParaRPr/>
          </a:p>
        </p:txBody>
      </p:sp>
      <p:sp>
        <p:nvSpPr>
          <p:cNvPr id="1662" name="Google Shape;1662;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s-BO"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9" name="Google Shape;1679;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0" name="Google Shape;1720;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Open Sans"/>
              <a:buNone/>
            </a:pPr>
            <a:r>
              <a:rPr lang="es-BO" sz="1200">
                <a:latin typeface="Open Sans"/>
                <a:ea typeface="Open Sans"/>
                <a:cs typeface="Open Sans"/>
                <a:sym typeface="Open Sans"/>
              </a:rPr>
              <a:t>Diagrama de bloques considerado para realizar el controlador PID</a:t>
            </a:r>
            <a:endParaRPr/>
          </a:p>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4" name="Google Shape;1734;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8" name="Google Shape;1758;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1" name="Google Shape;1771;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1" name="Google Shape;1781;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Times New Roman"/>
              <a:buNone/>
            </a:pPr>
            <a:r>
              <a:rPr lang="es-BO" sz="1200">
                <a:latin typeface="Times New Roman"/>
                <a:ea typeface="Times New Roman"/>
                <a:cs typeface="Times New Roman"/>
                <a:sym typeface="Times New Roman"/>
              </a:rPr>
              <a:t>Extracto del programa LADDER del controlador</a:t>
            </a:r>
            <a:endParaRPr/>
          </a:p>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0" name="Google Shape;179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2" name="Google Shape;1802;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7" name="Google Shape;1837;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5" name="Shape 1865"/>
        <p:cNvGrpSpPr/>
        <p:nvPr/>
      </p:nvGrpSpPr>
      <p:grpSpPr>
        <a:xfrm>
          <a:off x="0" y="0"/>
          <a:ext cx="0" cy="0"/>
          <a:chOff x="0" y="0"/>
          <a:chExt cx="0" cy="0"/>
        </a:xfrm>
      </p:grpSpPr>
      <p:sp>
        <p:nvSpPr>
          <p:cNvPr id="1866" name="Google Shape;1866;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7" name="Google Shape;1867;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4" name="Google Shape;1874;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6" name="Google Shape;1886;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2" name="Shape 1892"/>
        <p:cNvGrpSpPr/>
        <p:nvPr/>
      </p:nvGrpSpPr>
      <p:grpSpPr>
        <a:xfrm>
          <a:off x="0" y="0"/>
          <a:ext cx="0" cy="0"/>
          <a:chOff x="0" y="0"/>
          <a:chExt cx="0" cy="0"/>
        </a:xfrm>
      </p:grpSpPr>
      <p:sp>
        <p:nvSpPr>
          <p:cNvPr id="1893" name="Google Shape;1893;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4" name="Google Shape;1894;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0" name="Google Shape;1900;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9" name="Shape 1909"/>
        <p:cNvGrpSpPr/>
        <p:nvPr/>
      </p:nvGrpSpPr>
      <p:grpSpPr>
        <a:xfrm>
          <a:off x="0" y="0"/>
          <a:ext cx="0" cy="0"/>
          <a:chOff x="0" y="0"/>
          <a:chExt cx="0" cy="0"/>
        </a:xfrm>
      </p:grpSpPr>
      <p:sp>
        <p:nvSpPr>
          <p:cNvPr id="1910" name="Google Shape;1910;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1" name="Google Shape;1911;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7" name="Google Shape;1917;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9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9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1" name="Shape 21"/>
        <p:cNvGrpSpPr/>
        <p:nvPr/>
      </p:nvGrpSpPr>
      <p:grpSpPr>
        <a:xfrm>
          <a:off x="0" y="0"/>
          <a:ext cx="0" cy="0"/>
          <a:chOff x="0" y="0"/>
          <a:chExt cx="0" cy="0"/>
        </a:xfrm>
      </p:grpSpPr>
      <p:sp>
        <p:nvSpPr>
          <p:cNvPr id="22" name="Google Shape;22;p10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4" name="Google Shape;24;p10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5" name="Google Shape;25;p10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8" name="Shape 28"/>
        <p:cNvGrpSpPr/>
        <p:nvPr/>
      </p:nvGrpSpPr>
      <p:grpSpPr>
        <a:xfrm>
          <a:off x="0" y="0"/>
          <a:ext cx="0" cy="0"/>
          <a:chOff x="0" y="0"/>
          <a:chExt cx="0" cy="0"/>
        </a:xfrm>
      </p:grpSpPr>
      <p:sp>
        <p:nvSpPr>
          <p:cNvPr id="29" name="Google Shape;29;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0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0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0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4" name="Shape 34"/>
        <p:cNvGrpSpPr/>
        <p:nvPr/>
      </p:nvGrpSpPr>
      <p:grpSpPr>
        <a:xfrm>
          <a:off x="0" y="0"/>
          <a:ext cx="0" cy="0"/>
          <a:chOff x="0" y="0"/>
          <a:chExt cx="0" cy="0"/>
        </a:xfrm>
      </p:grpSpPr>
      <p:sp>
        <p:nvSpPr>
          <p:cNvPr id="35" name="Google Shape;35;p10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0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10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0" name="Shape 40"/>
        <p:cNvGrpSpPr/>
        <p:nvPr/>
      </p:nvGrpSpPr>
      <p:grpSpPr>
        <a:xfrm>
          <a:off x="0" y="0"/>
          <a:ext cx="0" cy="0"/>
          <a:chOff x="0" y="0"/>
          <a:chExt cx="0" cy="0"/>
        </a:xfrm>
      </p:grpSpPr>
      <p:sp>
        <p:nvSpPr>
          <p:cNvPr id="41" name="Google Shape;41;p10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0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0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0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0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0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sp>
        <p:nvSpPr>
          <p:cNvPr id="48" name="Google Shape;48;p10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0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0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0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10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0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0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0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6" name="Shape 56"/>
        <p:cNvGrpSpPr/>
        <p:nvPr/>
      </p:nvGrpSpPr>
      <p:grpSpPr>
        <a:xfrm>
          <a:off x="0" y="0"/>
          <a:ext cx="0" cy="0"/>
          <a:chOff x="0" y="0"/>
          <a:chExt cx="0" cy="0"/>
        </a:xfrm>
      </p:grpSpPr>
      <p:sp>
        <p:nvSpPr>
          <p:cNvPr id="57" name="Google Shape;57;p10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0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1" name="Shape 61"/>
        <p:cNvGrpSpPr/>
        <p:nvPr/>
      </p:nvGrpSpPr>
      <p:grpSpPr>
        <a:xfrm>
          <a:off x="0" y="0"/>
          <a:ext cx="0" cy="0"/>
          <a:chOff x="0" y="0"/>
          <a:chExt cx="0" cy="0"/>
        </a:xfrm>
      </p:grpSpPr>
      <p:sp>
        <p:nvSpPr>
          <p:cNvPr id="62" name="Google Shape;62;p10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0"/>
          <p:cNvSpPr/>
          <p:nvPr>
            <p:ph idx="2" type="pic"/>
          </p:nvPr>
        </p:nvSpPr>
        <p:spPr>
          <a:xfrm>
            <a:off x="5183188" y="987425"/>
            <a:ext cx="6172200" cy="4873625"/>
          </a:xfrm>
          <a:prstGeom prst="rect">
            <a:avLst/>
          </a:prstGeom>
          <a:noFill/>
          <a:ln>
            <a:noFill/>
          </a:ln>
        </p:spPr>
      </p:sp>
      <p:sp>
        <p:nvSpPr>
          <p:cNvPr id="68" name="Google Shape;68;p1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91" name="Shape 91"/>
        <p:cNvGrpSpPr/>
        <p:nvPr/>
      </p:nvGrpSpPr>
      <p:grpSpPr>
        <a:xfrm>
          <a:off x="0" y="0"/>
          <a:ext cx="0" cy="0"/>
          <a:chOff x="0" y="0"/>
          <a:chExt cx="0" cy="0"/>
        </a:xfrm>
      </p:grpSpPr>
      <p:sp>
        <p:nvSpPr>
          <p:cNvPr id="92" name="Google Shape;92;p9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2060"/>
              </a:buClr>
              <a:buSzPts val="2200"/>
              <a:buFont typeface="Times New Roman"/>
              <a:buNone/>
              <a:defRPr sz="2200">
                <a:solidFill>
                  <a:srgbClr val="002060"/>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9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000"/>
              <a:buNone/>
              <a:defRPr sz="20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4" name="Google Shape;94;p9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97" name="Shape 97"/>
        <p:cNvGrpSpPr/>
        <p:nvPr/>
      </p:nvGrpSpPr>
      <p:grpSpPr>
        <a:xfrm>
          <a:off x="0" y="0"/>
          <a:ext cx="0" cy="0"/>
          <a:chOff x="0" y="0"/>
          <a:chExt cx="0" cy="0"/>
        </a:xfrm>
      </p:grpSpPr>
      <p:sp>
        <p:nvSpPr>
          <p:cNvPr id="98" name="Google Shape;98;p9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9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9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9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09" name="Shape 109"/>
        <p:cNvGrpSpPr/>
        <p:nvPr/>
      </p:nvGrpSpPr>
      <p:grpSpPr>
        <a:xfrm>
          <a:off x="0" y="0"/>
          <a:ext cx="0" cy="0"/>
          <a:chOff x="0" y="0"/>
          <a:chExt cx="0" cy="0"/>
        </a:xfrm>
      </p:grpSpPr>
      <p:sp>
        <p:nvSpPr>
          <p:cNvPr id="110" name="Google Shape;110;p10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2060"/>
              </a:buClr>
              <a:buSzPts val="2200"/>
              <a:buFont typeface="Times New Roman"/>
              <a:buNone/>
              <a:defRPr sz="2200">
                <a:solidFill>
                  <a:srgbClr val="002060"/>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10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000"/>
              <a:buNone/>
              <a:defRPr sz="2000">
                <a:latin typeface="Times New Roman"/>
                <a:ea typeface="Times New Roman"/>
                <a:cs typeface="Times New Roman"/>
                <a:sym typeface="Times New Roma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2" name="Google Shape;112;p10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0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
        <p:nvSpPr>
          <p:cNvPr id="115" name="Google Shape;115;p101"/>
          <p:cNvSpPr txBox="1"/>
          <p:nvPr/>
        </p:nvSpPr>
        <p:spPr>
          <a:xfrm rot="-5400000">
            <a:off x="-2969265" y="3290500"/>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6" name="Shape 116"/>
        <p:cNvGrpSpPr/>
        <p:nvPr/>
      </p:nvGrpSpPr>
      <p:grpSpPr>
        <a:xfrm>
          <a:off x="0" y="0"/>
          <a:ext cx="0" cy="0"/>
          <a:chOff x="0" y="0"/>
          <a:chExt cx="0" cy="0"/>
        </a:xfrm>
      </p:grpSpPr>
      <p:sp>
        <p:nvSpPr>
          <p:cNvPr id="117" name="Google Shape;117;p104"/>
          <p:cNvSpPr/>
          <p:nvPr/>
        </p:nvSpPr>
        <p:spPr>
          <a:xfrm>
            <a:off x="-100" y="6727600"/>
            <a:ext cx="12192000" cy="1304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118" name="Google Shape;118;p104"/>
          <p:cNvSpPr txBox="1"/>
          <p:nvPr>
            <p:ph type="title"/>
          </p:nvPr>
        </p:nvSpPr>
        <p:spPr>
          <a:xfrm>
            <a:off x="415600" y="593367"/>
            <a:ext cx="11360800" cy="9432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dk1"/>
              </a:buClr>
              <a:buSzPts val="3600"/>
              <a:buFont typeface="Calibri"/>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19" name="Google Shape;119;p104"/>
          <p:cNvSpPr txBox="1"/>
          <p:nvPr>
            <p:ph idx="1" type="body"/>
          </p:nvPr>
        </p:nvSpPr>
        <p:spPr>
          <a:xfrm>
            <a:off x="415600" y="1688433"/>
            <a:ext cx="11360800" cy="44036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0"/>
              </a:spcBef>
              <a:spcAft>
                <a:spcPts val="0"/>
              </a:spcAft>
              <a:buClr>
                <a:schemeClr val="dk1"/>
              </a:buClr>
              <a:buSzPts val="1400"/>
              <a:buChar char="○"/>
              <a:defRPr/>
            </a:lvl2pPr>
            <a:lvl3pPr indent="-317500" lvl="2" marL="1371600" algn="l">
              <a:lnSpc>
                <a:spcPct val="90000"/>
              </a:lnSpc>
              <a:spcBef>
                <a:spcPts val="0"/>
              </a:spcBef>
              <a:spcAft>
                <a:spcPts val="0"/>
              </a:spcAft>
              <a:buClr>
                <a:schemeClr val="dk1"/>
              </a:buClr>
              <a:buSzPts val="1400"/>
              <a:buChar char="■"/>
              <a:defRPr/>
            </a:lvl3pPr>
            <a:lvl4pPr indent="-317500" lvl="3" marL="1828800" algn="l">
              <a:lnSpc>
                <a:spcPct val="90000"/>
              </a:lnSpc>
              <a:spcBef>
                <a:spcPts val="0"/>
              </a:spcBef>
              <a:spcAft>
                <a:spcPts val="0"/>
              </a:spcAft>
              <a:buClr>
                <a:schemeClr val="dk1"/>
              </a:buClr>
              <a:buSzPts val="1400"/>
              <a:buChar char="●"/>
              <a:defRPr/>
            </a:lvl4pPr>
            <a:lvl5pPr indent="-317500" lvl="4" marL="2286000" algn="l">
              <a:lnSpc>
                <a:spcPct val="90000"/>
              </a:lnSpc>
              <a:spcBef>
                <a:spcPts val="0"/>
              </a:spcBef>
              <a:spcAft>
                <a:spcPts val="0"/>
              </a:spcAft>
              <a:buClr>
                <a:schemeClr val="dk1"/>
              </a:buClr>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120" name="Google Shape;120;p10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200"/>
              <a:buFont typeface="Times New Roman"/>
              <a:buNone/>
              <a:defRPr b="0" i="0" sz="22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9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9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2060"/>
              </a:buClr>
              <a:buSzPts val="2200"/>
              <a:buFont typeface="Times New Roman"/>
              <a:buNone/>
              <a:defRPr b="0" i="0" sz="2200" u="none" cap="none" strike="noStrike">
                <a:solidFill>
                  <a:srgbClr val="002060"/>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9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355600" lvl="1" marL="914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9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
        <p:nvSpPr>
          <p:cNvPr id="90" name="Google Shape;90;p97"/>
          <p:cNvSpPr txBox="1"/>
          <p:nvPr/>
        </p:nvSpPr>
        <p:spPr>
          <a:xfrm rot="-5400000">
            <a:off x="-2816112" y="3290500"/>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BO" sz="1200" u="none" cap="none" strike="noStrike">
                <a:solidFill>
                  <a:schemeClr val="lt1"/>
                </a:solidFill>
                <a:latin typeface="Times New Roman"/>
                <a:ea typeface="Times New Roman"/>
                <a:cs typeface="Times New Roman"/>
                <a:sym typeface="Times New Roman"/>
              </a:rPr>
              <a:t>SISTEMA DE PROCESAMIENTO - ETN-902 ETN-1034 INGENIERIA ELECTRONICA 2022</a:t>
            </a:r>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sp>
        <p:nvSpPr>
          <p:cNvPr id="104" name="Google Shape;104;p10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5" name="Google Shape;105;p10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 name="Google Shape;106;p10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10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8" name="Google Shape;108;p10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3.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9.jp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40.jpg"/><Relationship Id="rId4" Type="http://schemas.openxmlformats.org/officeDocument/2006/relationships/image" Target="../media/image30.png"/><Relationship Id="rId5"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37.png"/><Relationship Id="rId4" Type="http://schemas.openxmlformats.org/officeDocument/2006/relationships/image" Target="../media/image43.png"/><Relationship Id="rId5"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43.png"/><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2.jpg"/><Relationship Id="rId4" Type="http://schemas.openxmlformats.org/officeDocument/2006/relationships/image" Target="../media/image46.png"/><Relationship Id="rId5" Type="http://schemas.openxmlformats.org/officeDocument/2006/relationships/image" Target="../media/image55.jpg"/><Relationship Id="rId6"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6.png"/><Relationship Id="rId4" Type="http://schemas.openxmlformats.org/officeDocument/2006/relationships/image" Target="../media/image54.png"/><Relationship Id="rId5" Type="http://schemas.openxmlformats.org/officeDocument/2006/relationships/image" Target="../media/image5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2.png"/><Relationship Id="rId4" Type="http://schemas.openxmlformats.org/officeDocument/2006/relationships/image" Target="../media/image67.png"/><Relationship Id="rId5" Type="http://schemas.openxmlformats.org/officeDocument/2006/relationships/image" Target="../media/image5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2.png"/><Relationship Id="rId4" Type="http://schemas.openxmlformats.org/officeDocument/2006/relationships/image" Target="../media/image63.jpg"/><Relationship Id="rId5" Type="http://schemas.openxmlformats.org/officeDocument/2006/relationships/image" Target="../media/image64.png"/><Relationship Id="rId6" Type="http://schemas.openxmlformats.org/officeDocument/2006/relationships/image" Target="../media/image6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80.png"/><Relationship Id="rId4" Type="http://schemas.openxmlformats.org/officeDocument/2006/relationships/image" Target="../media/image57.png"/><Relationship Id="rId5" Type="http://schemas.openxmlformats.org/officeDocument/2006/relationships/image" Target="../media/image75.png"/><Relationship Id="rId6" Type="http://schemas.openxmlformats.org/officeDocument/2006/relationships/image" Target="../media/image60.png"/><Relationship Id="rId7" Type="http://schemas.openxmlformats.org/officeDocument/2006/relationships/image" Target="../media/image69.png"/><Relationship Id="rId8" Type="http://schemas.openxmlformats.org/officeDocument/2006/relationships/image" Target="../media/image7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68.png"/><Relationship Id="rId4" Type="http://schemas.openxmlformats.org/officeDocument/2006/relationships/image" Target="../media/image66.png"/><Relationship Id="rId5" Type="http://schemas.openxmlformats.org/officeDocument/2006/relationships/image" Target="../media/image71.png"/><Relationship Id="rId6" Type="http://schemas.openxmlformats.org/officeDocument/2006/relationships/image" Target="../media/image7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0.png"/><Relationship Id="rId4" Type="http://schemas.openxmlformats.org/officeDocument/2006/relationships/image" Target="../media/image76.png"/><Relationship Id="rId5" Type="http://schemas.openxmlformats.org/officeDocument/2006/relationships/image" Target="../media/image8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77.png"/><Relationship Id="rId4" Type="http://schemas.openxmlformats.org/officeDocument/2006/relationships/image" Target="../media/image82.png"/><Relationship Id="rId5" Type="http://schemas.openxmlformats.org/officeDocument/2006/relationships/image" Target="../media/image9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99.png"/><Relationship Id="rId4" Type="http://schemas.openxmlformats.org/officeDocument/2006/relationships/image" Target="../media/image8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83.png"/><Relationship Id="rId4" Type="http://schemas.openxmlformats.org/officeDocument/2006/relationships/image" Target="../media/image79.png"/><Relationship Id="rId5" Type="http://schemas.openxmlformats.org/officeDocument/2006/relationships/image" Target="../media/image8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06.png"/><Relationship Id="rId4" Type="http://schemas.openxmlformats.org/officeDocument/2006/relationships/image" Target="../media/image9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9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01.png"/><Relationship Id="rId4" Type="http://schemas.openxmlformats.org/officeDocument/2006/relationships/image" Target="../media/image91.png"/><Relationship Id="rId5" Type="http://schemas.openxmlformats.org/officeDocument/2006/relationships/image" Target="../media/image9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94.jpg"/><Relationship Id="rId4" Type="http://schemas.openxmlformats.org/officeDocument/2006/relationships/image" Target="../media/image9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103.png"/><Relationship Id="rId4" Type="http://schemas.openxmlformats.org/officeDocument/2006/relationships/image" Target="../media/image8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103.png"/><Relationship Id="rId4" Type="http://schemas.openxmlformats.org/officeDocument/2006/relationships/image" Target="../media/image97.jpg"/><Relationship Id="rId5" Type="http://schemas.openxmlformats.org/officeDocument/2006/relationships/image" Target="../media/image88.png"/><Relationship Id="rId6" Type="http://schemas.openxmlformats.org/officeDocument/2006/relationships/image" Target="../media/image77.png"/><Relationship Id="rId7" Type="http://schemas.openxmlformats.org/officeDocument/2006/relationships/image" Target="../media/image11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100.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108.png"/><Relationship Id="rId4" Type="http://schemas.openxmlformats.org/officeDocument/2006/relationships/image" Target="../media/image105.png"/><Relationship Id="rId5" Type="http://schemas.openxmlformats.org/officeDocument/2006/relationships/image" Target="../media/image113.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 Id="rId3" Type="http://schemas.openxmlformats.org/officeDocument/2006/relationships/image" Target="../media/image116.jpg"/><Relationship Id="rId4" Type="http://schemas.openxmlformats.org/officeDocument/2006/relationships/image" Target="../media/image8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11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104.png"/><Relationship Id="rId4" Type="http://schemas.openxmlformats.org/officeDocument/2006/relationships/image" Target="../media/image128.png"/><Relationship Id="rId5" Type="http://schemas.openxmlformats.org/officeDocument/2006/relationships/image" Target="../media/image10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3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 Id="rId3" Type="http://schemas.openxmlformats.org/officeDocument/2006/relationships/image" Target="../media/image129.png"/><Relationship Id="rId4" Type="http://schemas.openxmlformats.org/officeDocument/2006/relationships/image" Target="../media/image10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121.png"/><Relationship Id="rId4" Type="http://schemas.openxmlformats.org/officeDocument/2006/relationships/image" Target="../media/image115.jpg"/><Relationship Id="rId5" Type="http://schemas.openxmlformats.org/officeDocument/2006/relationships/image" Target="../media/image11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 Id="rId3" Type="http://schemas.openxmlformats.org/officeDocument/2006/relationships/image" Target="../media/image109.png"/><Relationship Id="rId4" Type="http://schemas.openxmlformats.org/officeDocument/2006/relationships/image" Target="../media/image134.png"/><Relationship Id="rId5" Type="http://schemas.openxmlformats.org/officeDocument/2006/relationships/image" Target="../media/image11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0.xml"/><Relationship Id="rId3" Type="http://schemas.openxmlformats.org/officeDocument/2006/relationships/image" Target="../media/image130.png"/><Relationship Id="rId4" Type="http://schemas.openxmlformats.org/officeDocument/2006/relationships/image" Target="../media/image119.png"/><Relationship Id="rId5" Type="http://schemas.openxmlformats.org/officeDocument/2006/relationships/image" Target="../media/image123.png"/><Relationship Id="rId6" Type="http://schemas.openxmlformats.org/officeDocument/2006/relationships/image" Target="../media/image127.png"/><Relationship Id="rId7" Type="http://schemas.openxmlformats.org/officeDocument/2006/relationships/image" Target="../media/image12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1.xml"/><Relationship Id="rId3" Type="http://schemas.openxmlformats.org/officeDocument/2006/relationships/image" Target="../media/image120.png"/><Relationship Id="rId4" Type="http://schemas.openxmlformats.org/officeDocument/2006/relationships/image" Target="../media/image132.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33.png"/><Relationship Id="rId8" Type="http://schemas.openxmlformats.org/officeDocument/2006/relationships/image" Target="../media/image14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2.xml"/><Relationship Id="rId3" Type="http://schemas.openxmlformats.org/officeDocument/2006/relationships/image" Target="../media/image126.png"/><Relationship Id="rId4" Type="http://schemas.openxmlformats.org/officeDocument/2006/relationships/image" Target="../media/image131.png"/><Relationship Id="rId5" Type="http://schemas.openxmlformats.org/officeDocument/2006/relationships/image" Target="../media/image155.png"/><Relationship Id="rId6" Type="http://schemas.openxmlformats.org/officeDocument/2006/relationships/image" Target="../media/image136.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3.xml"/><Relationship Id="rId3" Type="http://schemas.openxmlformats.org/officeDocument/2006/relationships/image" Target="../media/image138.png"/><Relationship Id="rId4" Type="http://schemas.openxmlformats.org/officeDocument/2006/relationships/image" Target="../media/image141.png"/><Relationship Id="rId5" Type="http://schemas.openxmlformats.org/officeDocument/2006/relationships/image" Target="../media/image15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4.xml"/><Relationship Id="rId3" Type="http://schemas.openxmlformats.org/officeDocument/2006/relationships/image" Target="../media/image151.png"/><Relationship Id="rId4" Type="http://schemas.openxmlformats.org/officeDocument/2006/relationships/image" Target="../media/image14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 Id="rId3" Type="http://schemas.openxmlformats.org/officeDocument/2006/relationships/image" Target="../media/image139.png"/><Relationship Id="rId4" Type="http://schemas.openxmlformats.org/officeDocument/2006/relationships/image" Target="../media/image135.png"/><Relationship Id="rId5" Type="http://schemas.openxmlformats.org/officeDocument/2006/relationships/image" Target="../media/image142.png"/><Relationship Id="rId6" Type="http://schemas.openxmlformats.org/officeDocument/2006/relationships/image" Target="../media/image137.png"/><Relationship Id="rId7" Type="http://schemas.openxmlformats.org/officeDocument/2006/relationships/image" Target="../media/image14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 Id="rId3" Type="http://schemas.openxmlformats.org/officeDocument/2006/relationships/image" Target="../media/image143.png"/><Relationship Id="rId4" Type="http://schemas.openxmlformats.org/officeDocument/2006/relationships/image" Target="../media/image144.png"/><Relationship Id="rId9" Type="http://schemas.openxmlformats.org/officeDocument/2006/relationships/image" Target="../media/image146.png"/><Relationship Id="rId5" Type="http://schemas.openxmlformats.org/officeDocument/2006/relationships/image" Target="../media/image153.png"/><Relationship Id="rId6" Type="http://schemas.openxmlformats.org/officeDocument/2006/relationships/image" Target="../media/image150.png"/><Relationship Id="rId7" Type="http://schemas.openxmlformats.org/officeDocument/2006/relationships/image" Target="../media/image161.png"/><Relationship Id="rId8" Type="http://schemas.openxmlformats.org/officeDocument/2006/relationships/image" Target="../media/image16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 Id="rId3" Type="http://schemas.openxmlformats.org/officeDocument/2006/relationships/image" Target="../media/image149.png"/><Relationship Id="rId4" Type="http://schemas.openxmlformats.org/officeDocument/2006/relationships/image" Target="../media/image140.png"/><Relationship Id="rId5" Type="http://schemas.openxmlformats.org/officeDocument/2006/relationships/image" Target="../media/image154.png"/><Relationship Id="rId6" Type="http://schemas.openxmlformats.org/officeDocument/2006/relationships/image" Target="../media/image152.png"/><Relationship Id="rId7" Type="http://schemas.openxmlformats.org/officeDocument/2006/relationships/image" Target="../media/image169.png"/><Relationship Id="rId8" Type="http://schemas.openxmlformats.org/officeDocument/2006/relationships/image" Target="../media/image16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 Id="rId3" Type="http://schemas.openxmlformats.org/officeDocument/2006/relationships/image" Target="../media/image15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 Id="rId3" Type="http://schemas.openxmlformats.org/officeDocument/2006/relationships/image" Target="../media/image163.png"/><Relationship Id="rId4" Type="http://schemas.openxmlformats.org/officeDocument/2006/relationships/image" Target="../media/image156.png"/><Relationship Id="rId5" Type="http://schemas.openxmlformats.org/officeDocument/2006/relationships/image" Target="../media/image171.png"/><Relationship Id="rId6" Type="http://schemas.openxmlformats.org/officeDocument/2006/relationships/image" Target="../media/image17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 Id="rId3" Type="http://schemas.openxmlformats.org/officeDocument/2006/relationships/image" Target="../media/image164.png"/><Relationship Id="rId4" Type="http://schemas.openxmlformats.org/officeDocument/2006/relationships/image" Target="../media/image16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 Id="rId3" Type="http://schemas.openxmlformats.org/officeDocument/2006/relationships/image" Target="../media/image16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 Id="rId3" Type="http://schemas.openxmlformats.org/officeDocument/2006/relationships/image" Target="../media/image167.png"/><Relationship Id="rId4" Type="http://schemas.openxmlformats.org/officeDocument/2006/relationships/image" Target="../media/image157.png"/><Relationship Id="rId5" Type="http://schemas.openxmlformats.org/officeDocument/2006/relationships/image" Target="../media/image16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
          <p:cNvSpPr txBox="1"/>
          <p:nvPr/>
        </p:nvSpPr>
        <p:spPr>
          <a:xfrm>
            <a:off x="3168072" y="1092598"/>
            <a:ext cx="6096000"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2400"/>
              <a:buFont typeface="Times New Roman"/>
              <a:buNone/>
            </a:pPr>
            <a:r>
              <a:rPr b="1" i="0" lang="es-BO" sz="2400" u="none" cap="none" strike="noStrike">
                <a:solidFill>
                  <a:srgbClr val="1F3864"/>
                </a:solidFill>
                <a:latin typeface="Times New Roman"/>
                <a:ea typeface="Times New Roman"/>
                <a:cs typeface="Times New Roman"/>
                <a:sym typeface="Times New Roman"/>
              </a:rPr>
              <a:t>SISTEMA DE PROCESAMIENTO </a:t>
            </a:r>
            <a:endParaRPr/>
          </a:p>
          <a:p>
            <a:pPr indent="0" lvl="0" marL="0" marR="0" rtl="0" algn="ctr">
              <a:lnSpc>
                <a:spcPct val="100000"/>
              </a:lnSpc>
              <a:spcBef>
                <a:spcPts val="0"/>
              </a:spcBef>
              <a:spcAft>
                <a:spcPts val="0"/>
              </a:spcAft>
              <a:buClr>
                <a:srgbClr val="1F3864"/>
              </a:buClr>
              <a:buSzPts val="2400"/>
              <a:buFont typeface="Times New Roman"/>
              <a:buNone/>
            </a:pPr>
            <a:r>
              <a:rPr b="1" i="0" lang="es-BO" sz="2400" u="none" cap="none" strike="noStrike">
                <a:solidFill>
                  <a:srgbClr val="1F3864"/>
                </a:solidFill>
                <a:latin typeface="Times New Roman"/>
                <a:ea typeface="Times New Roman"/>
                <a:cs typeface="Times New Roman"/>
                <a:sym typeface="Times New Roman"/>
              </a:rPr>
              <a:t>ETN-902 ETN-1034 </a:t>
            </a:r>
            <a:endParaRPr/>
          </a:p>
          <a:p>
            <a:pPr indent="0" lvl="0" marL="0" marR="0" rtl="0" algn="ctr">
              <a:lnSpc>
                <a:spcPct val="100000"/>
              </a:lnSpc>
              <a:spcBef>
                <a:spcPts val="0"/>
              </a:spcBef>
              <a:spcAft>
                <a:spcPts val="0"/>
              </a:spcAft>
              <a:buClr>
                <a:srgbClr val="1F3864"/>
              </a:buClr>
              <a:buSzPts val="2400"/>
              <a:buFont typeface="Times New Roman"/>
              <a:buNone/>
            </a:pPr>
            <a:r>
              <a:rPr b="1" i="0" lang="es-BO" sz="2400" u="none" cap="none" strike="noStrike">
                <a:solidFill>
                  <a:srgbClr val="1F3864"/>
                </a:solidFill>
                <a:latin typeface="Times New Roman"/>
                <a:ea typeface="Times New Roman"/>
                <a:cs typeface="Times New Roman"/>
                <a:sym typeface="Times New Roman"/>
              </a:rPr>
              <a:t>INGENIERIA ELECTRONICA 2022</a:t>
            </a:r>
            <a:endParaRPr/>
          </a:p>
        </p:txBody>
      </p:sp>
      <p:sp>
        <p:nvSpPr>
          <p:cNvPr id="126" name="Google Shape;126;p1"/>
          <p:cNvSpPr txBox="1"/>
          <p:nvPr/>
        </p:nvSpPr>
        <p:spPr>
          <a:xfrm>
            <a:off x="2964872" y="2857989"/>
            <a:ext cx="6096000" cy="19389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2000"/>
              <a:buFont typeface="Times New Roman"/>
              <a:buNone/>
            </a:pPr>
            <a:r>
              <a:rPr b="0" i="0" lang="es-BO" sz="2000" u="none" cap="none" strike="noStrike">
                <a:solidFill>
                  <a:srgbClr val="1F3864"/>
                </a:solidFill>
                <a:latin typeface="Times New Roman"/>
                <a:ea typeface="Times New Roman"/>
                <a:cs typeface="Times New Roman"/>
                <a:sym typeface="Times New Roman"/>
              </a:rPr>
              <a:t>Nombres y </a:t>
            </a:r>
            <a:r>
              <a:rPr b="0" i="0" lang="es-BO" sz="2000" u="none" cap="none" strike="noStrike">
                <a:solidFill>
                  <a:srgbClr val="00B050"/>
                </a:solidFill>
                <a:latin typeface="Times New Roman"/>
                <a:ea typeface="Times New Roman"/>
                <a:cs typeface="Times New Roman"/>
                <a:sym typeface="Times New Roman"/>
              </a:rPr>
              <a:t>diapositivas</a:t>
            </a:r>
            <a:r>
              <a:rPr b="0" i="0" lang="es-BO" sz="2000" u="none" cap="none" strike="noStrike">
                <a:solidFill>
                  <a:srgbClr val="1F3864"/>
                </a:solidFill>
                <a:latin typeface="Times New Roman"/>
                <a:ea typeface="Times New Roman"/>
                <a:cs typeface="Times New Roman"/>
                <a:sym typeface="Times New Roman"/>
              </a:rPr>
              <a:t>:</a:t>
            </a:r>
            <a:endParaRPr/>
          </a:p>
          <a:p>
            <a:pPr indent="0" lvl="0" marL="0" marR="0" rtl="0" algn="ctr">
              <a:lnSpc>
                <a:spcPct val="100000"/>
              </a:lnSpc>
              <a:spcBef>
                <a:spcPts val="0"/>
              </a:spcBef>
              <a:spcAft>
                <a:spcPts val="0"/>
              </a:spcAft>
              <a:buClr>
                <a:srgbClr val="1F3864"/>
              </a:buClr>
              <a:buSzPts val="2000"/>
              <a:buFont typeface="Times New Roman"/>
              <a:buNone/>
            </a:pPr>
            <a:r>
              <a:rPr b="0" i="0" lang="es-BO" sz="2000" u="none" cap="none" strike="noStrike">
                <a:solidFill>
                  <a:srgbClr val="1F3864"/>
                </a:solidFill>
                <a:latin typeface="Times New Roman"/>
                <a:ea typeface="Times New Roman"/>
                <a:cs typeface="Times New Roman"/>
                <a:sym typeface="Times New Roman"/>
              </a:rPr>
              <a:t>Ajnota Cahuaya Limber </a:t>
            </a:r>
            <a:r>
              <a:rPr b="0" i="0" lang="es-BO" sz="2000" u="none" cap="none" strike="noStrike">
                <a:solidFill>
                  <a:srgbClr val="00B050"/>
                </a:solidFill>
                <a:latin typeface="Times New Roman"/>
                <a:ea typeface="Times New Roman"/>
                <a:cs typeface="Times New Roman"/>
                <a:sym typeface="Times New Roman"/>
              </a:rPr>
              <a:t>(44-57)</a:t>
            </a:r>
            <a:endParaRPr/>
          </a:p>
          <a:p>
            <a:pPr indent="0" lvl="0" marL="0" marR="0" rtl="0" algn="ctr">
              <a:lnSpc>
                <a:spcPct val="100000"/>
              </a:lnSpc>
              <a:spcBef>
                <a:spcPts val="0"/>
              </a:spcBef>
              <a:spcAft>
                <a:spcPts val="0"/>
              </a:spcAft>
              <a:buClr>
                <a:srgbClr val="1F3864"/>
              </a:buClr>
              <a:buSzPts val="2000"/>
              <a:buFont typeface="Times New Roman"/>
              <a:buNone/>
            </a:pPr>
            <a:r>
              <a:rPr b="0" i="0" lang="es-BO" sz="2000" u="none" cap="none" strike="noStrike">
                <a:solidFill>
                  <a:srgbClr val="1F3864"/>
                </a:solidFill>
                <a:latin typeface="Times New Roman"/>
                <a:ea typeface="Times New Roman"/>
                <a:cs typeface="Times New Roman"/>
                <a:sym typeface="Times New Roman"/>
              </a:rPr>
              <a:t>Gonzales Estrada Kevin Rodrigo </a:t>
            </a:r>
            <a:r>
              <a:rPr b="0" i="0" lang="es-BO" sz="2000" u="none" cap="none" strike="noStrike">
                <a:solidFill>
                  <a:srgbClr val="00B050"/>
                </a:solidFill>
                <a:latin typeface="Times New Roman"/>
                <a:ea typeface="Times New Roman"/>
                <a:cs typeface="Times New Roman"/>
                <a:sym typeface="Times New Roman"/>
              </a:rPr>
              <a:t>(5-16)</a:t>
            </a:r>
            <a:endParaRPr/>
          </a:p>
          <a:p>
            <a:pPr indent="0" lvl="0" marL="0" marR="0" rtl="0" algn="ctr">
              <a:lnSpc>
                <a:spcPct val="100000"/>
              </a:lnSpc>
              <a:spcBef>
                <a:spcPts val="0"/>
              </a:spcBef>
              <a:spcAft>
                <a:spcPts val="0"/>
              </a:spcAft>
              <a:buClr>
                <a:srgbClr val="1F3864"/>
              </a:buClr>
              <a:buSzPts val="2000"/>
              <a:buFont typeface="Times New Roman"/>
              <a:buNone/>
            </a:pPr>
            <a:r>
              <a:rPr b="0" i="0" lang="es-BO" sz="2000" u="none" cap="none" strike="noStrike">
                <a:solidFill>
                  <a:srgbClr val="1F3864"/>
                </a:solidFill>
                <a:latin typeface="Times New Roman"/>
                <a:ea typeface="Times New Roman"/>
                <a:cs typeface="Times New Roman"/>
                <a:sym typeface="Times New Roman"/>
              </a:rPr>
              <a:t>Gómez Orellana Karel Walter </a:t>
            </a:r>
            <a:r>
              <a:rPr b="0" i="0" lang="es-BO" sz="2000" u="none" cap="none" strike="noStrike">
                <a:solidFill>
                  <a:srgbClr val="00B050"/>
                </a:solidFill>
                <a:latin typeface="Times New Roman"/>
                <a:ea typeface="Times New Roman"/>
                <a:cs typeface="Times New Roman"/>
                <a:sym typeface="Times New Roman"/>
              </a:rPr>
              <a:t>(37-43 y 58-65)</a:t>
            </a:r>
            <a:endParaRPr/>
          </a:p>
          <a:p>
            <a:pPr indent="0" lvl="0" marL="0" marR="0" rtl="0" algn="ctr">
              <a:lnSpc>
                <a:spcPct val="100000"/>
              </a:lnSpc>
              <a:spcBef>
                <a:spcPts val="0"/>
              </a:spcBef>
              <a:spcAft>
                <a:spcPts val="0"/>
              </a:spcAft>
              <a:buClr>
                <a:srgbClr val="1F3864"/>
              </a:buClr>
              <a:buSzPts val="2000"/>
              <a:buFont typeface="Times New Roman"/>
              <a:buNone/>
            </a:pPr>
            <a:r>
              <a:rPr b="0" i="0" lang="es-BO" sz="2000" u="none" cap="none" strike="noStrike">
                <a:solidFill>
                  <a:srgbClr val="1F3864"/>
                </a:solidFill>
                <a:latin typeface="Times New Roman"/>
                <a:ea typeface="Times New Roman"/>
                <a:cs typeface="Times New Roman"/>
                <a:sym typeface="Times New Roman"/>
              </a:rPr>
              <a:t>Ticona Llusco Guido </a:t>
            </a:r>
            <a:r>
              <a:rPr b="0" i="0" lang="es-BO" sz="2000" u="none" cap="none" strike="noStrike">
                <a:solidFill>
                  <a:srgbClr val="00B050"/>
                </a:solidFill>
                <a:latin typeface="Times New Roman"/>
                <a:ea typeface="Times New Roman"/>
                <a:cs typeface="Times New Roman"/>
                <a:sym typeface="Times New Roman"/>
              </a:rPr>
              <a:t>(66-78)</a:t>
            </a:r>
            <a:endParaRPr/>
          </a:p>
          <a:p>
            <a:pPr indent="0" lvl="0" marL="0" marR="0" rtl="0" algn="ctr">
              <a:lnSpc>
                <a:spcPct val="100000"/>
              </a:lnSpc>
              <a:spcBef>
                <a:spcPts val="0"/>
              </a:spcBef>
              <a:spcAft>
                <a:spcPts val="0"/>
              </a:spcAft>
              <a:buClr>
                <a:srgbClr val="1F3864"/>
              </a:buClr>
              <a:buSzPts val="2000"/>
              <a:buFont typeface="Times New Roman"/>
              <a:buNone/>
            </a:pPr>
            <a:r>
              <a:rPr b="0" i="0" lang="es-BO" sz="2000" u="none" cap="none" strike="noStrike">
                <a:solidFill>
                  <a:srgbClr val="1F3864"/>
                </a:solidFill>
                <a:latin typeface="Times New Roman"/>
                <a:ea typeface="Times New Roman"/>
                <a:cs typeface="Times New Roman"/>
                <a:sym typeface="Times New Roman"/>
              </a:rPr>
              <a:t>Salinas Velez Bruno Fabrizio </a:t>
            </a:r>
            <a:r>
              <a:rPr b="0" i="0" lang="es-BO" sz="2000" u="none" cap="none" strike="noStrike">
                <a:solidFill>
                  <a:srgbClr val="00B050"/>
                </a:solidFill>
                <a:latin typeface="Times New Roman"/>
                <a:ea typeface="Times New Roman"/>
                <a:cs typeface="Times New Roman"/>
                <a:sym typeface="Times New Roman"/>
              </a:rPr>
              <a:t>(17-36)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
          <p:cNvSpPr/>
          <p:nvPr/>
        </p:nvSpPr>
        <p:spPr>
          <a:xfrm>
            <a:off x="517235" y="350721"/>
            <a:ext cx="10778837" cy="5771836"/>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None/>
            </a:pPr>
            <a:r>
              <a:rPr b="1" i="1" lang="es-BO" sz="2000" u="sng" cap="none" strike="noStrike">
                <a:solidFill>
                  <a:schemeClr val="dk1"/>
                </a:solidFill>
                <a:latin typeface="Times New Roman"/>
                <a:ea typeface="Times New Roman"/>
                <a:cs typeface="Times New Roman"/>
                <a:sym typeface="Times New Roman"/>
              </a:rPr>
              <a:t>LISTA DE VIDEOS PROPUESTOS</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7000"/>
              </a:lnSpc>
              <a:spcBef>
                <a:spcPts val="800"/>
              </a:spcBef>
              <a:spcAft>
                <a:spcPts val="0"/>
              </a:spcAft>
              <a:buNone/>
            </a:pPr>
            <a:r>
              <a:rPr b="1" i="1" lang="es-BO" sz="2000" u="sng" cap="none" strike="noStrike">
                <a:solidFill>
                  <a:schemeClr val="dk1"/>
                </a:solidFill>
                <a:latin typeface="Times New Roman"/>
                <a:ea typeface="Times New Roman"/>
                <a:cs typeface="Times New Roman"/>
                <a:sym typeface="Times New Roman"/>
              </a:rPr>
              <a:t>Videos explicativos por unidad</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80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función de la unidad de Alimentación </a:t>
            </a:r>
            <a:r>
              <a:rPr b="0" i="0" lang="es-BO" sz="2000" u="none" cap="none" strike="noStrike">
                <a:solidFill>
                  <a:srgbClr val="FF0000"/>
                </a:solidFill>
                <a:latin typeface="Times New Roman"/>
                <a:ea typeface="Times New Roman"/>
                <a:cs typeface="Times New Roman"/>
                <a:sym typeface="Times New Roman"/>
              </a:rPr>
              <a:t>(Rodrigo)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función de la unidad de Procesamiento </a:t>
            </a:r>
            <a:r>
              <a:rPr b="0" i="0" lang="es-BO" sz="2000" u="none" cap="none" strike="noStrike">
                <a:solidFill>
                  <a:srgbClr val="FF0000"/>
                </a:solidFill>
                <a:latin typeface="Times New Roman"/>
                <a:ea typeface="Times New Roman"/>
                <a:cs typeface="Times New Roman"/>
                <a:sym typeface="Times New Roman"/>
              </a:rPr>
              <a:t>(Rodrigo)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función de la unidad de Ensamblaje </a:t>
            </a:r>
            <a:r>
              <a:rPr b="0" i="0" lang="es-BO" sz="2000" u="none" cap="none" strike="noStrike">
                <a:solidFill>
                  <a:srgbClr val="FF0000"/>
                </a:solidFill>
                <a:latin typeface="Times New Roman"/>
                <a:ea typeface="Times New Roman"/>
                <a:cs typeface="Times New Roman"/>
                <a:sym typeface="Times New Roman"/>
              </a:rPr>
              <a:t>(Limber)</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función de la unidad de Selección</a:t>
            </a:r>
            <a:r>
              <a:rPr b="0" i="0" lang="es-BO" sz="2000" u="none" cap="none" strike="noStrike">
                <a:solidFill>
                  <a:srgbClr val="FF0000"/>
                </a:solidFill>
                <a:latin typeface="Times New Roman"/>
                <a:ea typeface="Times New Roman"/>
                <a:cs typeface="Times New Roman"/>
                <a:sym typeface="Times New Roman"/>
              </a:rPr>
              <a:t> (Limber)</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función de la unidad de Transporte</a:t>
            </a:r>
            <a:r>
              <a:rPr b="0" i="0" lang="es-BO" sz="2000" u="none" cap="none" strike="noStrike">
                <a:solidFill>
                  <a:srgbClr val="FF0000"/>
                </a:solidFill>
                <a:latin typeface="Times New Roman"/>
                <a:ea typeface="Times New Roman"/>
                <a:cs typeface="Times New Roman"/>
                <a:sym typeface="Times New Roman"/>
              </a:rPr>
              <a:t> (Guido)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de descripción del funcionamiento de sensores.</a:t>
            </a:r>
            <a:r>
              <a:rPr b="0" i="0" lang="es-BO" sz="2000" u="none" cap="none" strike="noStrike">
                <a:solidFill>
                  <a:srgbClr val="FF0000"/>
                </a:solidFill>
                <a:latin typeface="Times New Roman"/>
                <a:ea typeface="Times New Roman"/>
                <a:cs typeface="Times New Roman"/>
                <a:sym typeface="Times New Roman"/>
              </a:rPr>
              <a:t> (Ya realizado)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de descripción del funcionamiento de actuadores.</a:t>
            </a:r>
            <a:r>
              <a:rPr b="0" i="0" lang="es-BO" sz="2000" u="none" cap="none" strike="noStrike">
                <a:solidFill>
                  <a:srgbClr val="FF0000"/>
                </a:solidFill>
                <a:latin typeface="Times New Roman"/>
                <a:ea typeface="Times New Roman"/>
                <a:cs typeface="Times New Roman"/>
                <a:sym typeface="Times New Roman"/>
              </a:rPr>
              <a:t> (Ya realizado)</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7000"/>
              </a:lnSpc>
              <a:spcBef>
                <a:spcPts val="800"/>
              </a:spcBef>
              <a:spcAft>
                <a:spcPts val="0"/>
              </a:spcAft>
              <a:buNone/>
            </a:pPr>
            <a:r>
              <a:rPr b="1" i="1" lang="es-BO" sz="2000" u="sng" cap="none" strike="noStrike">
                <a:solidFill>
                  <a:schemeClr val="dk1"/>
                </a:solidFill>
                <a:latin typeface="Times New Roman"/>
                <a:ea typeface="Times New Roman"/>
                <a:cs typeface="Times New Roman"/>
                <a:sym typeface="Times New Roman"/>
              </a:rPr>
              <a:t>Videos explicativos para el diagnóstico de los actuadores y sensores</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80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puesta en operación de la unidad de Alimentación</a:t>
            </a:r>
            <a:r>
              <a:rPr b="0" i="0" lang="es-BO" sz="2000" u="none" cap="none" strike="noStrike">
                <a:solidFill>
                  <a:srgbClr val="FF0000"/>
                </a:solidFill>
                <a:latin typeface="Times New Roman"/>
                <a:ea typeface="Times New Roman"/>
                <a:cs typeface="Times New Roman"/>
                <a:sym typeface="Times New Roman"/>
              </a:rPr>
              <a:t> (Guido)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puesta en operación de la unidad de Procesamiento</a:t>
            </a:r>
            <a:r>
              <a:rPr b="0" i="0" lang="es-BO" sz="2000" u="none" cap="none" strike="noStrike">
                <a:solidFill>
                  <a:srgbClr val="FF0000"/>
                </a:solidFill>
                <a:latin typeface="Times New Roman"/>
                <a:ea typeface="Times New Roman"/>
                <a:cs typeface="Times New Roman"/>
                <a:sym typeface="Times New Roman"/>
              </a:rPr>
              <a:t> (Karel)</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puesta en operación de la unidad de Ensamblaje</a:t>
            </a:r>
            <a:r>
              <a:rPr b="0" i="0" lang="es-BO" sz="2000" u="none" cap="none" strike="noStrike">
                <a:solidFill>
                  <a:srgbClr val="FF0000"/>
                </a:solidFill>
                <a:latin typeface="Times New Roman"/>
                <a:ea typeface="Times New Roman"/>
                <a:cs typeface="Times New Roman"/>
                <a:sym typeface="Times New Roman"/>
              </a:rPr>
              <a:t> (Karel)</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puesta en operación de la unidad de Selección</a:t>
            </a:r>
            <a:r>
              <a:rPr b="0" i="0" lang="es-BO" sz="2000" u="none" cap="none" strike="noStrike">
                <a:solidFill>
                  <a:srgbClr val="FF0000"/>
                </a:solidFill>
                <a:latin typeface="Times New Roman"/>
                <a:ea typeface="Times New Roman"/>
                <a:cs typeface="Times New Roman"/>
                <a:sym typeface="Times New Roman"/>
              </a:rPr>
              <a:t> (Bruno)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la puesta en operación de la unidad de Transporte</a:t>
            </a:r>
            <a:r>
              <a:rPr b="0" i="0" lang="es-BO" sz="2000" u="none" cap="none" strike="noStrike">
                <a:solidFill>
                  <a:srgbClr val="FF0000"/>
                </a:solidFill>
                <a:latin typeface="Times New Roman"/>
                <a:ea typeface="Times New Roman"/>
                <a:cs typeface="Times New Roman"/>
                <a:sym typeface="Times New Roman"/>
              </a:rPr>
              <a:t> (Bruno)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tutorial de como cargar un programa al PLC</a:t>
            </a:r>
            <a:r>
              <a:rPr b="0" i="0" lang="es-BO" sz="2000" u="none" cap="none" strike="noStrike">
                <a:solidFill>
                  <a:srgbClr val="FF0000"/>
                </a:solidFill>
                <a:latin typeface="Times New Roman"/>
                <a:ea typeface="Times New Roman"/>
                <a:cs typeface="Times New Roman"/>
                <a:sym typeface="Times New Roman"/>
              </a:rPr>
              <a:t> (Karel)</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p:nvPr/>
        </p:nvSpPr>
        <p:spPr>
          <a:xfrm>
            <a:off x="812798" y="579106"/>
            <a:ext cx="9245602" cy="2829493"/>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None/>
            </a:pPr>
            <a:r>
              <a:rPr b="1" i="1" lang="es-BO" sz="2000" u="sng" cap="none" strike="noStrike">
                <a:solidFill>
                  <a:schemeClr val="dk1"/>
                </a:solidFill>
                <a:latin typeface="Times New Roman"/>
                <a:ea typeface="Times New Roman"/>
                <a:cs typeface="Times New Roman"/>
                <a:sym typeface="Times New Roman"/>
              </a:rPr>
              <a:t>Videos explicativos de la presentación Power Point</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80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de inducción a la planta de procesamiento.</a:t>
            </a:r>
            <a:r>
              <a:rPr b="0" i="0" lang="es-BO" sz="2000" u="none" cap="none" strike="noStrike">
                <a:solidFill>
                  <a:srgbClr val="FF0000"/>
                </a:solidFill>
                <a:latin typeface="Times New Roman"/>
                <a:ea typeface="Times New Roman"/>
                <a:cs typeface="Times New Roman"/>
                <a:sym typeface="Times New Roman"/>
              </a:rPr>
              <a:t> (Rodrigo)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de representación de la planta de procesamiento</a:t>
            </a:r>
            <a:r>
              <a:rPr b="0" i="0" lang="es-BO" sz="2000" u="none" cap="none" strike="noStrike">
                <a:solidFill>
                  <a:srgbClr val="FF0000"/>
                </a:solidFill>
                <a:latin typeface="Times New Roman"/>
                <a:ea typeface="Times New Roman"/>
                <a:cs typeface="Times New Roman"/>
                <a:sym typeface="Times New Roman"/>
              </a:rPr>
              <a:t> (Bruno)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de instrumentación</a:t>
            </a:r>
            <a:r>
              <a:rPr b="0" i="0" lang="es-BO" sz="2000" u="none" cap="none" strike="noStrike">
                <a:solidFill>
                  <a:srgbClr val="FF0000"/>
                </a:solidFill>
                <a:latin typeface="Times New Roman"/>
                <a:ea typeface="Times New Roman"/>
                <a:cs typeface="Times New Roman"/>
                <a:sym typeface="Times New Roman"/>
              </a:rPr>
              <a:t> (Karel)</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explicativo de transductores, sensores y actuadores.</a:t>
            </a:r>
            <a:r>
              <a:rPr b="0" i="0" lang="es-BO" sz="2000" u="none" cap="none" strike="noStrike">
                <a:solidFill>
                  <a:srgbClr val="FF0000"/>
                </a:solidFill>
                <a:latin typeface="Times New Roman"/>
                <a:ea typeface="Times New Roman"/>
                <a:cs typeface="Times New Roman"/>
                <a:sym typeface="Times New Roman"/>
              </a:rPr>
              <a:t> (Limber y Karel)</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de adaptación de señales</a:t>
            </a:r>
            <a:r>
              <a:rPr b="0" i="0" lang="es-BO" sz="2000" u="none" cap="none" strike="noStrike">
                <a:solidFill>
                  <a:srgbClr val="FF0000"/>
                </a:solidFill>
                <a:latin typeface="Times New Roman"/>
                <a:ea typeface="Times New Roman"/>
                <a:cs typeface="Times New Roman"/>
                <a:sym typeface="Times New Roman"/>
              </a:rPr>
              <a:t> (Guido)</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7000"/>
              </a:lnSpc>
              <a:spcBef>
                <a:spcPts val="0"/>
              </a:spcBef>
              <a:spcAft>
                <a:spcPts val="0"/>
              </a:spcAft>
              <a:buClr>
                <a:schemeClr val="dk1"/>
              </a:buClr>
              <a:buSzPts val="2000"/>
              <a:buFont typeface="Noto Sans Symbols"/>
              <a:buChar char="▪"/>
            </a:pPr>
            <a:r>
              <a:rPr b="0" i="0" lang="es-BO" sz="2000" u="none" cap="none" strike="noStrike">
                <a:solidFill>
                  <a:schemeClr val="dk1"/>
                </a:solidFill>
                <a:latin typeface="Times New Roman"/>
                <a:ea typeface="Times New Roman"/>
                <a:cs typeface="Times New Roman"/>
                <a:sym typeface="Times New Roman"/>
              </a:rPr>
              <a:t>Video de implementación de técnicas de control.</a:t>
            </a:r>
            <a:r>
              <a:rPr b="0" i="0" lang="es-BO" sz="2000" u="none" cap="none" strike="noStrike">
                <a:solidFill>
                  <a:srgbClr val="FF0000"/>
                </a:solidFill>
                <a:latin typeface="Times New Roman"/>
                <a:ea typeface="Times New Roman"/>
                <a:cs typeface="Times New Roman"/>
                <a:sym typeface="Times New Roman"/>
              </a:rPr>
              <a:t> (Respectivo a los de ETN902 y ETN1034)</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4"/>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142" name="Google Shape;142;p4"/>
          <p:cNvSpPr txBox="1"/>
          <p:nvPr/>
        </p:nvSpPr>
        <p:spPr>
          <a:xfrm>
            <a:off x="1280159" y="920621"/>
            <a:ext cx="10317441" cy="5324535"/>
          </a:xfrm>
          <a:prstGeom prst="rect">
            <a:avLst/>
          </a:prstGeom>
          <a:noFill/>
          <a:ln>
            <a:noFill/>
          </a:ln>
        </p:spPr>
        <p:txBody>
          <a:bodyPr anchorCtr="0" anchor="t" bIns="45700" lIns="91425" spcFirstLastPara="1" rIns="91425" wrap="square" tIns="45700">
            <a:spAutoFit/>
          </a:bodyPr>
          <a:lstStyle/>
          <a:p>
            <a:pPr indent="-127000" lvl="0" marL="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Introducción </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Unidades con las que cuenta con la maqueta</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Objetivo de la maqueta</a:t>
            </a:r>
            <a:endParaRPr/>
          </a:p>
          <a:p>
            <a:pPr indent="-127000" lvl="0" marL="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Inducción </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Unidad de alimentación</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Unidad de procesamiento</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Unidad de selección</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Unidad de ensamblaje</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Unidad de transporte</a:t>
            </a:r>
            <a:endParaRPr/>
          </a:p>
          <a:p>
            <a:pPr indent="-127000" lvl="0" marL="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Representación</a:t>
            </a:r>
            <a:endParaRPr/>
          </a:p>
          <a:p>
            <a:pPr indent="-127000" lvl="0" marL="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Instrumentación</a:t>
            </a:r>
            <a:endParaRPr/>
          </a:p>
          <a:p>
            <a:pPr indent="-127000" lvl="0" marL="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Transductores</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Sensores</a:t>
            </a:r>
            <a:endParaRPr/>
          </a:p>
          <a:p>
            <a:pPr indent="-285750" lvl="1" marL="74295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Actuadores</a:t>
            </a:r>
            <a:endParaRPr/>
          </a:p>
          <a:p>
            <a:pPr indent="-127000" lvl="0" marL="0" marR="0" rtl="0" algn="l">
              <a:lnSpc>
                <a:spcPct val="100000"/>
              </a:lnSpc>
              <a:spcBef>
                <a:spcPts val="0"/>
              </a:spcBef>
              <a:spcAft>
                <a:spcPts val="0"/>
              </a:spcAft>
              <a:buClr>
                <a:srgbClr val="000000"/>
              </a:buClr>
              <a:buSzPts val="2000"/>
              <a:buFont typeface="Calibri"/>
              <a:buAutoNum type="arabicPeriod"/>
            </a:pPr>
            <a:r>
              <a:rPr b="0" i="0" lang="es-BO" sz="2000" u="none" cap="none" strike="noStrike">
                <a:solidFill>
                  <a:srgbClr val="000000"/>
                </a:solidFill>
                <a:latin typeface="Times New Roman"/>
                <a:ea typeface="Times New Roman"/>
                <a:cs typeface="Times New Roman"/>
                <a:sym typeface="Times New Roman"/>
              </a:rPr>
              <a:t>Adaptación de señales</a:t>
            </a:r>
            <a:br>
              <a:rPr b="0" i="0" lang="es-BO" sz="2000" u="none" cap="none" strike="noStrike">
                <a:solidFill>
                  <a:srgbClr val="000000"/>
                </a:solidFill>
                <a:latin typeface="Times New Roman"/>
                <a:ea typeface="Times New Roman"/>
                <a:cs typeface="Times New Roman"/>
                <a:sym typeface="Times New Roman"/>
              </a:rPr>
            </a:br>
            <a:r>
              <a:rPr b="0" i="0" lang="es-BO" sz="2000" u="none" cap="none" strike="noStrike">
                <a:solidFill>
                  <a:srgbClr val="000000"/>
                </a:solidFill>
                <a:latin typeface="Times New Roman"/>
                <a:ea typeface="Times New Roman"/>
                <a:cs typeface="Times New Roman"/>
                <a:sym typeface="Times New Roman"/>
              </a:rPr>
              <a:t>7. Control (ETN-902,ETN-1034)</a:t>
            </a:r>
            <a:endParaRPr/>
          </a:p>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8. VA- Habilidades y Competencias</a:t>
            </a:r>
            <a:endParaRPr/>
          </a:p>
        </p:txBody>
      </p:sp>
      <p:sp>
        <p:nvSpPr>
          <p:cNvPr id="143" name="Google Shape;143;p4"/>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ÍNDICE</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149" name="Google Shape;149;p5"/>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INTRODUCCIÓN</a:t>
            </a:r>
            <a:endParaRPr b="1" i="0" sz="2200" u="none" cap="none" strike="noStrike">
              <a:solidFill>
                <a:srgbClr val="002060"/>
              </a:solidFill>
              <a:latin typeface="Times New Roman"/>
              <a:ea typeface="Times New Roman"/>
              <a:cs typeface="Times New Roman"/>
              <a:sym typeface="Times New Roman"/>
            </a:endParaRPr>
          </a:p>
        </p:txBody>
      </p:sp>
      <p:sp>
        <p:nvSpPr>
          <p:cNvPr id="150" name="Google Shape;150;p5"/>
          <p:cNvSpPr txBox="1"/>
          <p:nvPr/>
        </p:nvSpPr>
        <p:spPr>
          <a:xfrm>
            <a:off x="636104" y="1197351"/>
            <a:ext cx="11555896"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maqueta de procesamiento  consta de 5 unidades instaladas en una plataforma de entrenamiento de rieles de aleación de aluminio la cual consta de distintas unidades.</a:t>
            </a:r>
            <a:endParaRPr/>
          </a:p>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 cada estación se instala un PLC para realizar la función de control. </a:t>
            </a:r>
            <a:endParaRPr/>
          </a:p>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tarea principal del xk-335b es la de alimentar, transferir, procesar, ensamblar y procesar distintos materiales.</a:t>
            </a:r>
            <a:endParaRPr b="0" i="0" sz="2000" u="none" cap="none" strike="noStrike">
              <a:solidFill>
                <a:srgbClr val="000000"/>
              </a:solidFill>
              <a:latin typeface="Times New Roman"/>
              <a:ea typeface="Times New Roman"/>
              <a:cs typeface="Times New Roman"/>
              <a:sym typeface="Times New Roman"/>
            </a:endParaRPr>
          </a:p>
        </p:txBody>
      </p:sp>
      <p:pic>
        <p:nvPicPr>
          <p:cNvPr id="151" name="Google Shape;151;p5"/>
          <p:cNvPicPr preferRelativeResize="0"/>
          <p:nvPr/>
        </p:nvPicPr>
        <p:blipFill rotWithShape="1">
          <a:blip r:embed="rId3">
            <a:alphaModFix/>
          </a:blip>
          <a:srcRect b="0" l="0" r="0" t="0"/>
          <a:stretch/>
        </p:blipFill>
        <p:spPr>
          <a:xfrm>
            <a:off x="3450949" y="3104867"/>
            <a:ext cx="5290102" cy="3236298"/>
          </a:xfrm>
          <a:prstGeom prst="rect">
            <a:avLst/>
          </a:prstGeom>
          <a:noFill/>
          <a:ln>
            <a:noFill/>
          </a:ln>
        </p:spPr>
      </p:pic>
      <p:grpSp>
        <p:nvGrpSpPr>
          <p:cNvPr id="152" name="Google Shape;152;p5"/>
          <p:cNvGrpSpPr/>
          <p:nvPr/>
        </p:nvGrpSpPr>
        <p:grpSpPr>
          <a:xfrm rot="-4121408">
            <a:off x="3965946" y="2450955"/>
            <a:ext cx="1369154" cy="3251824"/>
            <a:chOff x="9693600" y="2252074"/>
            <a:chExt cx="1265948" cy="3035543"/>
          </a:xfrm>
        </p:grpSpPr>
        <p:sp>
          <p:nvSpPr>
            <p:cNvPr id="153" name="Google Shape;153;p5"/>
            <p:cNvSpPr/>
            <p:nvPr/>
          </p:nvSpPr>
          <p:spPr>
            <a:xfrm>
              <a:off x="9766852" y="4108174"/>
              <a:ext cx="1192696" cy="1179443"/>
            </a:xfrm>
            <a:prstGeom prst="ellipse">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4" name="Google Shape;154;p5"/>
            <p:cNvCxnSpPr>
              <a:stCxn id="153" idx="0"/>
            </p:cNvCxnSpPr>
            <p:nvPr/>
          </p:nvCxnSpPr>
          <p:spPr>
            <a:xfrm rot="-6667471">
              <a:off x="9255722" y="3012160"/>
              <a:ext cx="1857956" cy="335928"/>
            </a:xfrm>
            <a:prstGeom prst="straightConnector1">
              <a:avLst/>
            </a:prstGeom>
            <a:noFill/>
            <a:ln cap="flat" cmpd="sng" w="38100">
              <a:solidFill>
                <a:srgbClr val="00B050"/>
              </a:solidFill>
              <a:prstDash val="solid"/>
              <a:miter lim="800000"/>
              <a:headEnd len="sm" w="sm" type="none"/>
              <a:tailEnd len="med" w="med" type="triangle"/>
            </a:ln>
          </p:spPr>
        </p:cxnSp>
      </p:grpSp>
      <p:grpSp>
        <p:nvGrpSpPr>
          <p:cNvPr id="155" name="Google Shape;155;p5"/>
          <p:cNvGrpSpPr/>
          <p:nvPr/>
        </p:nvGrpSpPr>
        <p:grpSpPr>
          <a:xfrm>
            <a:off x="1562058" y="4078049"/>
            <a:ext cx="3206021" cy="1289930"/>
            <a:chOff x="1562058" y="4078049"/>
            <a:chExt cx="3206021" cy="1289930"/>
          </a:xfrm>
        </p:grpSpPr>
        <p:grpSp>
          <p:nvGrpSpPr>
            <p:cNvPr id="156" name="Google Shape;156;p5"/>
            <p:cNvGrpSpPr/>
            <p:nvPr/>
          </p:nvGrpSpPr>
          <p:grpSpPr>
            <a:xfrm rot="-5400000">
              <a:off x="3249862" y="3849763"/>
              <a:ext cx="1289930" cy="1746504"/>
              <a:chOff x="9766852" y="3657274"/>
              <a:chExt cx="1192696" cy="1630343"/>
            </a:xfrm>
          </p:grpSpPr>
          <p:sp>
            <p:nvSpPr>
              <p:cNvPr id="157" name="Google Shape;157;p5"/>
              <p:cNvSpPr/>
              <p:nvPr/>
            </p:nvSpPr>
            <p:spPr>
              <a:xfrm>
                <a:off x="9766852" y="4108174"/>
                <a:ext cx="1192696" cy="1179443"/>
              </a:xfrm>
              <a:prstGeom prst="ellipse">
                <a:avLst/>
              </a:prstGeom>
              <a:solidFill>
                <a:schemeClr val="accent1"/>
              </a:solidFill>
              <a:ln cap="flat" cmpd="sng" w="381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8" name="Google Shape;158;p5"/>
              <p:cNvCxnSpPr>
                <a:stCxn id="157" idx="0"/>
              </p:cNvCxnSpPr>
              <p:nvPr/>
            </p:nvCxnSpPr>
            <p:spPr>
              <a:xfrm rot="-5400000">
                <a:off x="10137750" y="3882724"/>
                <a:ext cx="450900" cy="0"/>
              </a:xfrm>
              <a:prstGeom prst="straightConnector1">
                <a:avLst/>
              </a:prstGeom>
              <a:noFill/>
              <a:ln cap="flat" cmpd="sng" w="38100">
                <a:solidFill>
                  <a:srgbClr val="002060"/>
                </a:solidFill>
                <a:prstDash val="solid"/>
                <a:miter lim="800000"/>
                <a:headEnd len="sm" w="sm" type="none"/>
                <a:tailEnd len="med" w="med" type="triangle"/>
              </a:ln>
            </p:spPr>
          </p:cxnSp>
        </p:grpSp>
        <p:sp>
          <p:nvSpPr>
            <p:cNvPr id="159" name="Google Shape;159;p5"/>
            <p:cNvSpPr txBox="1"/>
            <p:nvPr/>
          </p:nvSpPr>
          <p:spPr>
            <a:xfrm>
              <a:off x="1562058" y="4497417"/>
              <a:ext cx="161730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000"/>
                <a:buFont typeface="Times New Roman"/>
                <a:buNone/>
              </a:pPr>
              <a:r>
                <a:rPr b="0" i="0" lang="es-BO" sz="2000" u="none" cap="none" strike="noStrike">
                  <a:solidFill>
                    <a:srgbClr val="002060"/>
                  </a:solidFill>
                  <a:latin typeface="Times New Roman"/>
                  <a:ea typeface="Times New Roman"/>
                  <a:cs typeface="Times New Roman"/>
                  <a:sym typeface="Times New Roman"/>
                </a:rPr>
                <a:t>U. Selección </a:t>
              </a:r>
              <a:endParaRPr b="0" i="0" sz="2000" u="none" cap="none" strike="noStrike">
                <a:solidFill>
                  <a:srgbClr val="002060"/>
                </a:solidFill>
                <a:latin typeface="Times New Roman"/>
                <a:ea typeface="Times New Roman"/>
                <a:cs typeface="Times New Roman"/>
                <a:sym typeface="Times New Roman"/>
              </a:endParaRPr>
            </a:p>
          </p:txBody>
        </p:sp>
      </p:grpSp>
      <p:sp>
        <p:nvSpPr>
          <p:cNvPr id="160" name="Google Shape;160;p5"/>
          <p:cNvSpPr txBox="1"/>
          <p:nvPr/>
        </p:nvSpPr>
        <p:spPr>
          <a:xfrm>
            <a:off x="1329873" y="3570808"/>
            <a:ext cx="183302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2000"/>
              <a:buFont typeface="Times New Roman"/>
              <a:buNone/>
            </a:pPr>
            <a:r>
              <a:rPr b="0" i="0" lang="es-BO" sz="2000" u="none" cap="none" strike="noStrike">
                <a:solidFill>
                  <a:srgbClr val="00B050"/>
                </a:solidFill>
                <a:latin typeface="Times New Roman"/>
                <a:ea typeface="Times New Roman"/>
                <a:cs typeface="Times New Roman"/>
                <a:sym typeface="Times New Roman"/>
              </a:rPr>
              <a:t>U. Ensamblaje </a:t>
            </a:r>
            <a:endParaRPr b="0" i="0" sz="2000" u="none" cap="none" strike="noStrike">
              <a:solidFill>
                <a:srgbClr val="00B050"/>
              </a:solidFill>
              <a:latin typeface="Times New Roman"/>
              <a:ea typeface="Times New Roman"/>
              <a:cs typeface="Times New Roman"/>
              <a:sym typeface="Times New Roman"/>
            </a:endParaRPr>
          </a:p>
        </p:txBody>
      </p:sp>
      <p:grpSp>
        <p:nvGrpSpPr>
          <p:cNvPr id="161" name="Google Shape;161;p5"/>
          <p:cNvGrpSpPr/>
          <p:nvPr/>
        </p:nvGrpSpPr>
        <p:grpSpPr>
          <a:xfrm>
            <a:off x="6133146" y="2878607"/>
            <a:ext cx="5184211" cy="2049572"/>
            <a:chOff x="6133146" y="2878607"/>
            <a:chExt cx="5184211" cy="2049572"/>
          </a:xfrm>
        </p:grpSpPr>
        <p:grpSp>
          <p:nvGrpSpPr>
            <p:cNvPr id="162" name="Google Shape;162;p5"/>
            <p:cNvGrpSpPr/>
            <p:nvPr/>
          </p:nvGrpSpPr>
          <p:grpSpPr>
            <a:xfrm rot="5060008">
              <a:off x="6786796" y="2444908"/>
              <a:ext cx="1770205" cy="2916970"/>
              <a:chOff x="8781000" y="1771474"/>
              <a:chExt cx="2178548" cy="3516143"/>
            </a:xfrm>
          </p:grpSpPr>
          <p:sp>
            <p:nvSpPr>
              <p:cNvPr id="163" name="Google Shape;163;p5"/>
              <p:cNvSpPr/>
              <p:nvPr/>
            </p:nvSpPr>
            <p:spPr>
              <a:xfrm>
                <a:off x="9766852" y="4108174"/>
                <a:ext cx="1192696" cy="1179443"/>
              </a:xfrm>
              <a:prstGeom prst="ellipse">
                <a:avLst/>
              </a:prstGeom>
              <a:solidFill>
                <a:schemeClr val="accent1"/>
              </a:solidFill>
              <a:ln cap="flat" cmpd="sng" w="38100">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4" name="Google Shape;164;p5"/>
              <p:cNvCxnSpPr>
                <a:stCxn id="163" idx="0"/>
              </p:cNvCxnSpPr>
              <p:nvPr/>
            </p:nvCxnSpPr>
            <p:spPr>
              <a:xfrm flipH="1" rot="5747032">
                <a:off x="8585665" y="2144990"/>
                <a:ext cx="2193969" cy="1589667"/>
              </a:xfrm>
              <a:prstGeom prst="straightConnector1">
                <a:avLst/>
              </a:prstGeom>
              <a:noFill/>
              <a:ln cap="flat" cmpd="sng" w="38100">
                <a:solidFill>
                  <a:srgbClr val="FFFF00"/>
                </a:solidFill>
                <a:prstDash val="solid"/>
                <a:miter lim="800000"/>
                <a:headEnd len="sm" w="sm" type="none"/>
                <a:tailEnd len="med" w="med" type="triangle"/>
              </a:ln>
            </p:spPr>
          </p:cxnSp>
        </p:grpSp>
        <p:sp>
          <p:nvSpPr>
            <p:cNvPr id="165" name="Google Shape;165;p5"/>
            <p:cNvSpPr txBox="1"/>
            <p:nvPr/>
          </p:nvSpPr>
          <p:spPr>
            <a:xfrm>
              <a:off x="9012639" y="2933307"/>
              <a:ext cx="230471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2000"/>
                <a:buFont typeface="Times New Roman"/>
                <a:buNone/>
              </a:pPr>
              <a:r>
                <a:rPr b="0" i="0" lang="es-BO" sz="2000" u="none" cap="none" strike="noStrike">
                  <a:solidFill>
                    <a:srgbClr val="FFC000"/>
                  </a:solidFill>
                  <a:latin typeface="Times New Roman"/>
                  <a:ea typeface="Times New Roman"/>
                  <a:cs typeface="Times New Roman"/>
                  <a:sym typeface="Times New Roman"/>
                </a:rPr>
                <a:t>U. Procesamiento </a:t>
              </a:r>
              <a:endParaRPr b="0" i="0" sz="2000" u="none" cap="none" strike="noStrike">
                <a:solidFill>
                  <a:srgbClr val="FFC000"/>
                </a:solidFill>
                <a:latin typeface="Times New Roman"/>
                <a:ea typeface="Times New Roman"/>
                <a:cs typeface="Times New Roman"/>
                <a:sym typeface="Times New Roman"/>
              </a:endParaRPr>
            </a:p>
          </p:txBody>
        </p:sp>
      </p:grpSp>
      <p:grpSp>
        <p:nvGrpSpPr>
          <p:cNvPr id="166" name="Google Shape;166;p5"/>
          <p:cNvGrpSpPr/>
          <p:nvPr/>
        </p:nvGrpSpPr>
        <p:grpSpPr>
          <a:xfrm>
            <a:off x="7238066" y="4010759"/>
            <a:ext cx="3804134" cy="1027501"/>
            <a:chOff x="7238066" y="4010759"/>
            <a:chExt cx="3804134" cy="1027501"/>
          </a:xfrm>
        </p:grpSpPr>
        <p:grpSp>
          <p:nvGrpSpPr>
            <p:cNvPr id="167" name="Google Shape;167;p5"/>
            <p:cNvGrpSpPr/>
            <p:nvPr/>
          </p:nvGrpSpPr>
          <p:grpSpPr>
            <a:xfrm rot="5060008">
              <a:off x="7750048" y="3623408"/>
              <a:ext cx="853726" cy="1802201"/>
              <a:chOff x="9766852" y="2939374"/>
              <a:chExt cx="1192696" cy="2348243"/>
            </a:xfrm>
          </p:grpSpPr>
          <p:sp>
            <p:nvSpPr>
              <p:cNvPr id="168" name="Google Shape;168;p5"/>
              <p:cNvSpPr/>
              <p:nvPr/>
            </p:nvSpPr>
            <p:spPr>
              <a:xfrm>
                <a:off x="9766852" y="4108174"/>
                <a:ext cx="1192696" cy="1179443"/>
              </a:xfrm>
              <a:prstGeom prst="ellipse">
                <a:avLst/>
              </a:prstGeom>
              <a:solidFill>
                <a:schemeClr val="accent1"/>
              </a:solidFill>
              <a:ln cap="flat" cmpd="sng" w="38100">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9" name="Google Shape;169;p5"/>
              <p:cNvCxnSpPr>
                <a:stCxn id="168" idx="0"/>
              </p:cNvCxnSpPr>
              <p:nvPr/>
            </p:nvCxnSpPr>
            <p:spPr>
              <a:xfrm flipH="1" rot="5764101">
                <a:off x="9722472" y="3397694"/>
                <a:ext cx="1152156" cy="252160"/>
              </a:xfrm>
              <a:prstGeom prst="straightConnector1">
                <a:avLst/>
              </a:prstGeom>
              <a:noFill/>
              <a:ln cap="flat" cmpd="sng" w="38100">
                <a:solidFill>
                  <a:srgbClr val="C55A11"/>
                </a:solidFill>
                <a:prstDash val="solid"/>
                <a:miter lim="800000"/>
                <a:headEnd len="sm" w="sm" type="none"/>
                <a:tailEnd len="med" w="med" type="triangle"/>
              </a:ln>
            </p:spPr>
          </p:cxnSp>
        </p:grpSp>
        <p:sp>
          <p:nvSpPr>
            <p:cNvPr id="170" name="Google Shape;170;p5"/>
            <p:cNvSpPr txBox="1"/>
            <p:nvPr/>
          </p:nvSpPr>
          <p:spPr>
            <a:xfrm>
              <a:off x="9082039" y="4154773"/>
              <a:ext cx="19601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000"/>
                <a:buFont typeface="Times New Roman"/>
                <a:buNone/>
              </a:pPr>
              <a:r>
                <a:rPr b="0" i="0" lang="es-BO" sz="2000" u="none" cap="none" strike="noStrike">
                  <a:solidFill>
                    <a:srgbClr val="C55A11"/>
                  </a:solidFill>
                  <a:latin typeface="Times New Roman"/>
                  <a:ea typeface="Times New Roman"/>
                  <a:cs typeface="Times New Roman"/>
                  <a:sym typeface="Times New Roman"/>
                </a:rPr>
                <a:t>U. Alimentación </a:t>
              </a:r>
              <a:endParaRPr b="0" i="0" sz="2000" u="none" cap="none" strike="noStrike">
                <a:solidFill>
                  <a:srgbClr val="C55A11"/>
                </a:solidFill>
                <a:latin typeface="Times New Roman"/>
                <a:ea typeface="Times New Roman"/>
                <a:cs typeface="Times New Roman"/>
                <a:sym typeface="Times New Roman"/>
              </a:endParaRPr>
            </a:p>
          </p:txBody>
        </p:sp>
      </p:grpSp>
      <p:grpSp>
        <p:nvGrpSpPr>
          <p:cNvPr id="171" name="Google Shape;171;p5"/>
          <p:cNvGrpSpPr/>
          <p:nvPr/>
        </p:nvGrpSpPr>
        <p:grpSpPr>
          <a:xfrm>
            <a:off x="5039667" y="5050181"/>
            <a:ext cx="5949600" cy="931058"/>
            <a:chOff x="5039667" y="5050181"/>
            <a:chExt cx="5949600" cy="931058"/>
          </a:xfrm>
        </p:grpSpPr>
        <p:grpSp>
          <p:nvGrpSpPr>
            <p:cNvPr id="172" name="Google Shape;172;p5"/>
            <p:cNvGrpSpPr/>
            <p:nvPr/>
          </p:nvGrpSpPr>
          <p:grpSpPr>
            <a:xfrm rot="5400000">
              <a:off x="6579864" y="3509985"/>
              <a:ext cx="931058" cy="4011451"/>
              <a:chOff x="10675595" y="3371055"/>
              <a:chExt cx="1300732" cy="5127330"/>
            </a:xfrm>
          </p:grpSpPr>
          <p:sp>
            <p:nvSpPr>
              <p:cNvPr id="173" name="Google Shape;173;p5"/>
              <p:cNvSpPr/>
              <p:nvPr/>
            </p:nvSpPr>
            <p:spPr>
              <a:xfrm>
                <a:off x="10675595" y="4369155"/>
                <a:ext cx="1300732" cy="4129230"/>
              </a:xfrm>
              <a:prstGeom prst="ellipse">
                <a:avLst/>
              </a:prstGeom>
              <a:solidFill>
                <a:schemeClr val="accent1"/>
              </a:solid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74" name="Google Shape;174;p5"/>
              <p:cNvCxnSpPr>
                <a:stCxn id="173" idx="0"/>
              </p:cNvCxnSpPr>
              <p:nvPr/>
            </p:nvCxnSpPr>
            <p:spPr>
              <a:xfrm flipH="1" rot="5400000">
                <a:off x="10628461" y="3671655"/>
                <a:ext cx="998100" cy="396900"/>
              </a:xfrm>
              <a:prstGeom prst="straightConnector1">
                <a:avLst/>
              </a:prstGeom>
              <a:noFill/>
              <a:ln cap="flat" cmpd="sng" w="38100">
                <a:solidFill>
                  <a:srgbClr val="7030A0"/>
                </a:solidFill>
                <a:prstDash val="solid"/>
                <a:miter lim="800000"/>
                <a:headEnd len="sm" w="sm" type="none"/>
                <a:tailEnd len="med" w="med" type="triangle"/>
              </a:ln>
            </p:spPr>
          </p:cxnSp>
        </p:grpSp>
        <p:sp>
          <p:nvSpPr>
            <p:cNvPr id="175" name="Google Shape;175;p5"/>
            <p:cNvSpPr txBox="1"/>
            <p:nvPr/>
          </p:nvSpPr>
          <p:spPr>
            <a:xfrm>
              <a:off x="9029106" y="5062947"/>
              <a:ext cx="19601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2000"/>
                <a:buFont typeface="Times New Roman"/>
                <a:buNone/>
              </a:pPr>
              <a:r>
                <a:rPr b="0" i="0" lang="es-BO" sz="2000" u="none" cap="none" strike="noStrike">
                  <a:solidFill>
                    <a:srgbClr val="7030A0"/>
                  </a:solidFill>
                  <a:latin typeface="Times New Roman"/>
                  <a:ea typeface="Times New Roman"/>
                  <a:cs typeface="Times New Roman"/>
                  <a:sym typeface="Times New Roman"/>
                </a:rPr>
                <a:t>U. Transporte </a:t>
              </a:r>
              <a:endParaRPr b="0" i="0" sz="2000" u="none" cap="none" strike="noStrike">
                <a:solidFill>
                  <a:srgbClr val="7030A0"/>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181" name="Google Shape;181;p6"/>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OBJETIVOS</a:t>
            </a:r>
            <a:endParaRPr b="1" i="0" sz="2200" u="none" cap="none" strike="noStrike">
              <a:solidFill>
                <a:srgbClr val="002060"/>
              </a:solidFill>
              <a:latin typeface="Times New Roman"/>
              <a:ea typeface="Times New Roman"/>
              <a:cs typeface="Times New Roman"/>
              <a:sym typeface="Times New Roman"/>
            </a:endParaRPr>
          </a:p>
        </p:txBody>
      </p:sp>
      <p:sp>
        <p:nvSpPr>
          <p:cNvPr id="182" name="Google Shape;182;p6"/>
          <p:cNvSpPr txBox="1"/>
          <p:nvPr/>
        </p:nvSpPr>
        <p:spPr>
          <a:xfrm>
            <a:off x="755374" y="947722"/>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Objetivos Generales</a:t>
            </a:r>
            <a:endParaRPr/>
          </a:p>
        </p:txBody>
      </p:sp>
      <p:sp>
        <p:nvSpPr>
          <p:cNvPr id="183" name="Google Shape;183;p6"/>
          <p:cNvSpPr/>
          <p:nvPr/>
        </p:nvSpPr>
        <p:spPr>
          <a:xfrm>
            <a:off x="2067339" y="3097068"/>
            <a:ext cx="2425148" cy="596348"/>
          </a:xfrm>
          <a:prstGeom prst="snip2DiagRect">
            <a:avLst>
              <a:gd fmla="val 0" name="adj1"/>
              <a:gd fmla="val 16667" name="adj2"/>
            </a:avLst>
          </a:prstGeom>
          <a:gradFill>
            <a:gsLst>
              <a:gs pos="0">
                <a:srgbClr val="213F76"/>
              </a:gs>
              <a:gs pos="50000">
                <a:srgbClr val="2F5CAB"/>
              </a:gs>
              <a:gs pos="100000">
                <a:srgbClr val="3A6FCD"/>
              </a:gs>
            </a:gsLst>
            <a:lin ang="1620000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Times New Roman"/>
              <a:buNone/>
            </a:pPr>
            <a:r>
              <a:rPr b="0" i="0" lang="es-BO" sz="2000" u="none" cap="none" strike="noStrike">
                <a:solidFill>
                  <a:srgbClr val="FFFFFF"/>
                </a:solidFill>
                <a:latin typeface="Times New Roman"/>
                <a:ea typeface="Times New Roman"/>
                <a:cs typeface="Times New Roman"/>
                <a:sym typeface="Times New Roman"/>
              </a:rPr>
              <a:t>OBJETIVO</a:t>
            </a:r>
            <a:endParaRPr b="0" i="0" sz="2000" u="none" cap="none" strike="noStrike">
              <a:solidFill>
                <a:srgbClr val="FFFFFF"/>
              </a:solidFill>
              <a:latin typeface="Times New Roman"/>
              <a:ea typeface="Times New Roman"/>
              <a:cs typeface="Times New Roman"/>
              <a:sym typeface="Times New Roman"/>
            </a:endParaRPr>
          </a:p>
        </p:txBody>
      </p:sp>
      <p:grpSp>
        <p:nvGrpSpPr>
          <p:cNvPr id="184" name="Google Shape;184;p6"/>
          <p:cNvGrpSpPr/>
          <p:nvPr/>
        </p:nvGrpSpPr>
        <p:grpSpPr>
          <a:xfrm>
            <a:off x="4492539" y="1010260"/>
            <a:ext cx="6427252" cy="2384883"/>
            <a:chOff x="4492539" y="1010260"/>
            <a:chExt cx="6427252" cy="2384883"/>
          </a:xfrm>
        </p:grpSpPr>
        <p:sp>
          <p:nvSpPr>
            <p:cNvPr id="185" name="Google Shape;185;p6"/>
            <p:cNvSpPr/>
            <p:nvPr/>
          </p:nvSpPr>
          <p:spPr>
            <a:xfrm>
              <a:off x="5724939" y="1010260"/>
              <a:ext cx="5194852" cy="1311966"/>
            </a:xfrm>
            <a:prstGeom prst="snip2DiagRect">
              <a:avLst>
                <a:gd fmla="val 0" name="adj1"/>
                <a:gd fmla="val 16667" name="adj2"/>
              </a:avLst>
            </a:prstGeom>
            <a:gradFill>
              <a:gsLst>
                <a:gs pos="0">
                  <a:srgbClr val="92AAEA"/>
                </a:gs>
                <a:gs pos="50000">
                  <a:srgbClr val="BDCAF0"/>
                </a:gs>
                <a:gs pos="100000">
                  <a:srgbClr val="DEE4F7"/>
                </a:gs>
              </a:gsLst>
              <a:lin ang="1620000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000"/>
                <a:buFont typeface="Times New Roman"/>
                <a:buNone/>
              </a:pPr>
              <a:r>
                <a:rPr b="0" i="0" lang="es-BO" sz="2000" u="none" cap="none" strike="noStrike">
                  <a:solidFill>
                    <a:srgbClr val="002060"/>
                  </a:solidFill>
                  <a:latin typeface="Times New Roman"/>
                  <a:ea typeface="Times New Roman"/>
                  <a:cs typeface="Times New Roman"/>
                  <a:sym typeface="Times New Roman"/>
                </a:rPr>
                <a:t>Adquirir capacidades y actitudes necesarias para la utilización de manera adecuada de la maqueta de procesamiento</a:t>
              </a:r>
              <a:endParaRPr/>
            </a:p>
          </p:txBody>
        </p:sp>
        <p:cxnSp>
          <p:nvCxnSpPr>
            <p:cNvPr id="186" name="Google Shape;186;p6"/>
            <p:cNvCxnSpPr>
              <a:stCxn id="185" idx="2"/>
              <a:endCxn id="183" idx="0"/>
            </p:cNvCxnSpPr>
            <p:nvPr/>
          </p:nvCxnSpPr>
          <p:spPr>
            <a:xfrm flipH="1">
              <a:off x="4492539" y="1666243"/>
              <a:ext cx="1232400" cy="1728900"/>
            </a:xfrm>
            <a:prstGeom prst="bentConnector3">
              <a:avLst>
                <a:gd fmla="val 50000" name="adj1"/>
              </a:avLst>
            </a:prstGeom>
            <a:noFill/>
            <a:ln cap="flat" cmpd="sng" w="38100">
              <a:solidFill>
                <a:schemeClr val="accent1"/>
              </a:solidFill>
              <a:prstDash val="solid"/>
              <a:miter lim="800000"/>
              <a:headEnd len="med" w="med" type="triangle"/>
              <a:tailEnd len="med" w="med" type="triangle"/>
            </a:ln>
          </p:spPr>
        </p:cxnSp>
      </p:grpSp>
      <p:grpSp>
        <p:nvGrpSpPr>
          <p:cNvPr id="187" name="Google Shape;187;p6"/>
          <p:cNvGrpSpPr/>
          <p:nvPr/>
        </p:nvGrpSpPr>
        <p:grpSpPr>
          <a:xfrm>
            <a:off x="5108739" y="2739259"/>
            <a:ext cx="5811052" cy="1311966"/>
            <a:chOff x="5108739" y="2739259"/>
            <a:chExt cx="5811052" cy="1311966"/>
          </a:xfrm>
        </p:grpSpPr>
        <p:sp>
          <p:nvSpPr>
            <p:cNvPr id="188" name="Google Shape;188;p6"/>
            <p:cNvSpPr/>
            <p:nvPr/>
          </p:nvSpPr>
          <p:spPr>
            <a:xfrm>
              <a:off x="5724939" y="2739259"/>
              <a:ext cx="5194852" cy="1311966"/>
            </a:xfrm>
            <a:prstGeom prst="snip2DiagRect">
              <a:avLst>
                <a:gd fmla="val 0" name="adj1"/>
                <a:gd fmla="val 16667" name="adj2"/>
              </a:avLst>
            </a:prstGeom>
            <a:gradFill>
              <a:gsLst>
                <a:gs pos="0">
                  <a:srgbClr val="92AAEA"/>
                </a:gs>
                <a:gs pos="50000">
                  <a:srgbClr val="BDCAF0"/>
                </a:gs>
                <a:gs pos="100000">
                  <a:srgbClr val="DEE4F7"/>
                </a:gs>
              </a:gsLst>
              <a:lin ang="1620000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000"/>
                <a:buFont typeface="Times New Roman"/>
                <a:buNone/>
              </a:pPr>
              <a:r>
                <a:rPr b="0" i="0" lang="es-BO" sz="2000" u="none" cap="none" strike="noStrike">
                  <a:solidFill>
                    <a:srgbClr val="002060"/>
                  </a:solidFill>
                  <a:latin typeface="Times New Roman"/>
                  <a:ea typeface="Times New Roman"/>
                  <a:cs typeface="Times New Roman"/>
                  <a:sym typeface="Times New Roman"/>
                </a:rPr>
                <a:t>Entender el manejo de PLC, su instalación y manera de interconexión para una configuración adecuada y posterior manejo de cada unidad. </a:t>
              </a:r>
              <a:endParaRPr/>
            </a:p>
          </p:txBody>
        </p:sp>
        <p:cxnSp>
          <p:nvCxnSpPr>
            <p:cNvPr id="189" name="Google Shape;189;p6"/>
            <p:cNvCxnSpPr>
              <a:endCxn id="188" idx="2"/>
            </p:cNvCxnSpPr>
            <p:nvPr/>
          </p:nvCxnSpPr>
          <p:spPr>
            <a:xfrm>
              <a:off x="5108739" y="3395242"/>
              <a:ext cx="616200" cy="0"/>
            </a:xfrm>
            <a:prstGeom prst="straightConnector1">
              <a:avLst/>
            </a:prstGeom>
            <a:noFill/>
            <a:ln cap="flat" cmpd="sng" w="38100">
              <a:solidFill>
                <a:schemeClr val="accent1"/>
              </a:solidFill>
              <a:prstDash val="solid"/>
              <a:miter lim="800000"/>
              <a:headEnd len="sm" w="sm" type="none"/>
              <a:tailEnd len="med" w="med" type="triangle"/>
            </a:ln>
          </p:spPr>
        </p:cxnSp>
      </p:grpSp>
      <p:grpSp>
        <p:nvGrpSpPr>
          <p:cNvPr id="190" name="Google Shape;190;p6"/>
          <p:cNvGrpSpPr/>
          <p:nvPr/>
        </p:nvGrpSpPr>
        <p:grpSpPr>
          <a:xfrm>
            <a:off x="5108739" y="3395341"/>
            <a:ext cx="5811052" cy="2384883"/>
            <a:chOff x="5108739" y="3395341"/>
            <a:chExt cx="5811052" cy="2384883"/>
          </a:xfrm>
        </p:grpSpPr>
        <p:sp>
          <p:nvSpPr>
            <p:cNvPr id="191" name="Google Shape;191;p6"/>
            <p:cNvSpPr/>
            <p:nvPr/>
          </p:nvSpPr>
          <p:spPr>
            <a:xfrm>
              <a:off x="5724939" y="4468258"/>
              <a:ext cx="5194852" cy="1311966"/>
            </a:xfrm>
            <a:prstGeom prst="snip2DiagRect">
              <a:avLst>
                <a:gd fmla="val 0" name="adj1"/>
                <a:gd fmla="val 16667" name="adj2"/>
              </a:avLst>
            </a:prstGeom>
            <a:gradFill>
              <a:gsLst>
                <a:gs pos="0">
                  <a:srgbClr val="92AAEA"/>
                </a:gs>
                <a:gs pos="50000">
                  <a:srgbClr val="BDCAF0"/>
                </a:gs>
                <a:gs pos="100000">
                  <a:srgbClr val="DEE4F7"/>
                </a:gs>
              </a:gsLst>
              <a:lin ang="1620000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000"/>
                <a:buFont typeface="Times New Roman"/>
                <a:buNone/>
              </a:pPr>
              <a:r>
                <a:rPr b="0" i="0" lang="es-BO" sz="2000" u="none" cap="none" strike="noStrike">
                  <a:solidFill>
                    <a:srgbClr val="002060"/>
                  </a:solidFill>
                  <a:latin typeface="Times New Roman"/>
                  <a:ea typeface="Times New Roman"/>
                  <a:cs typeface="Times New Roman"/>
                  <a:sym typeface="Times New Roman"/>
                </a:rPr>
                <a:t>Poder identificar el sistema de control adecuado para aplicar a la maqueta (Aplicación de la asignatura).</a:t>
              </a:r>
              <a:endParaRPr b="0" i="0" sz="2000" u="none" cap="none" strike="noStrike">
                <a:solidFill>
                  <a:srgbClr val="002060"/>
                </a:solidFill>
                <a:latin typeface="Times New Roman"/>
                <a:ea typeface="Times New Roman"/>
                <a:cs typeface="Times New Roman"/>
                <a:sym typeface="Times New Roman"/>
              </a:endParaRPr>
            </a:p>
          </p:txBody>
        </p:sp>
        <p:cxnSp>
          <p:nvCxnSpPr>
            <p:cNvPr id="192" name="Google Shape;192;p6"/>
            <p:cNvCxnSpPr>
              <a:endCxn id="191" idx="2"/>
            </p:cNvCxnSpPr>
            <p:nvPr/>
          </p:nvCxnSpPr>
          <p:spPr>
            <a:xfrm flipH="1" rot="-5400000">
              <a:off x="4552389" y="3951691"/>
              <a:ext cx="1728900" cy="616200"/>
            </a:xfrm>
            <a:prstGeom prst="bentConnector2">
              <a:avLst/>
            </a:prstGeom>
            <a:noFill/>
            <a:ln cap="flat" cmpd="sng" w="38100">
              <a:solidFill>
                <a:schemeClr val="accent1"/>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7"/>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198" name="Google Shape;198;p7"/>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199" name="Google Shape;199;p7"/>
          <p:cNvSpPr txBox="1"/>
          <p:nvPr/>
        </p:nvSpPr>
        <p:spPr>
          <a:xfrm>
            <a:off x="755374" y="957074"/>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200"/>
              <a:buFont typeface="Times New Roman"/>
              <a:buNone/>
            </a:pPr>
            <a:r>
              <a:rPr b="1" i="0" lang="es-BO" sz="2200" u="none" cap="none" strike="noStrike">
                <a:solidFill>
                  <a:srgbClr val="C55A11"/>
                </a:solidFill>
                <a:latin typeface="Times New Roman"/>
                <a:ea typeface="Times New Roman"/>
                <a:cs typeface="Times New Roman"/>
                <a:sym typeface="Times New Roman"/>
              </a:rPr>
              <a:t>█ </a:t>
            </a:r>
            <a:r>
              <a:rPr b="1" i="0" lang="es-BO" sz="2200" u="none" cap="none" strike="noStrike">
                <a:solidFill>
                  <a:srgbClr val="002060"/>
                </a:solidFill>
                <a:latin typeface="Times New Roman"/>
                <a:ea typeface="Times New Roman"/>
                <a:cs typeface="Times New Roman"/>
                <a:sym typeface="Times New Roman"/>
              </a:rPr>
              <a:t>Unidad de alimentación</a:t>
            </a:r>
            <a:endParaRPr/>
          </a:p>
        </p:txBody>
      </p:sp>
      <p:pic>
        <p:nvPicPr>
          <p:cNvPr id="200" name="Google Shape;200;p7"/>
          <p:cNvPicPr preferRelativeResize="0"/>
          <p:nvPr/>
        </p:nvPicPr>
        <p:blipFill rotWithShape="1">
          <a:blip r:embed="rId3">
            <a:alphaModFix/>
          </a:blip>
          <a:srcRect b="0" l="0" r="0" t="0"/>
          <a:stretch/>
        </p:blipFill>
        <p:spPr>
          <a:xfrm>
            <a:off x="1361932" y="1511371"/>
            <a:ext cx="2613720" cy="4613373"/>
          </a:xfrm>
          <a:prstGeom prst="rect">
            <a:avLst/>
          </a:prstGeom>
          <a:noFill/>
          <a:ln>
            <a:noFill/>
          </a:ln>
        </p:spPr>
      </p:pic>
      <p:sp>
        <p:nvSpPr>
          <p:cNvPr id="201" name="Google Shape;201;p7"/>
          <p:cNvSpPr/>
          <p:nvPr/>
        </p:nvSpPr>
        <p:spPr>
          <a:xfrm>
            <a:off x="4856924" y="1007600"/>
            <a:ext cx="6718852" cy="1307932"/>
          </a:xfrm>
          <a:prstGeom prst="snip2DiagRect">
            <a:avLst>
              <a:gd fmla="val 0" name="adj1"/>
              <a:gd fmla="val 16667" name="adj2"/>
            </a:avLst>
          </a:prstGeom>
          <a:noFill/>
          <a:ln cap="flat" cmpd="sng" w="38100">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Características</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Consta principalmente de un almacén de piezas de trabajo, dispositivos de bloqueo y dispositivos de expulsión</a:t>
            </a:r>
            <a:r>
              <a:rPr b="0" i="0" lang="es-BO" sz="2000" u="none" cap="none" strike="noStrike">
                <a:solidFill>
                  <a:srgbClr val="000000"/>
                </a:solidFill>
                <a:latin typeface="Calibri"/>
                <a:ea typeface="Calibri"/>
                <a:cs typeface="Calibri"/>
                <a:sym typeface="Calibri"/>
              </a:rPr>
              <a:t>.</a:t>
            </a:r>
            <a:endParaRPr b="1" i="0" sz="2000" u="none" cap="none" strike="noStrike">
              <a:solidFill>
                <a:srgbClr val="000000"/>
              </a:solidFill>
              <a:latin typeface="Times New Roman"/>
              <a:ea typeface="Times New Roman"/>
              <a:cs typeface="Times New Roman"/>
              <a:sym typeface="Times New Roman"/>
            </a:endParaRPr>
          </a:p>
        </p:txBody>
      </p:sp>
      <p:sp>
        <p:nvSpPr>
          <p:cNvPr id="202" name="Google Shape;202;p7"/>
          <p:cNvSpPr/>
          <p:nvPr/>
        </p:nvSpPr>
        <p:spPr>
          <a:xfrm>
            <a:off x="4856924" y="2513948"/>
            <a:ext cx="6718852" cy="1830103"/>
          </a:xfrm>
          <a:prstGeom prst="snip2DiagRect">
            <a:avLst>
              <a:gd fmla="val 0" name="adj1"/>
              <a:gd fmla="val 16667" name="adj2"/>
            </a:avLst>
          </a:prstGeom>
          <a:noFill/>
          <a:ln cap="flat" cmpd="sng" w="38100">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Dispositivos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Almacenamiento de piezas de trabajo bien formadas. </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Cilindros lineales.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Sensores fotoeléctricos.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Dispositivos de posicionamiento.</a:t>
            </a:r>
            <a:r>
              <a:rPr b="0" i="0" lang="es-BO" sz="2000" u="none" cap="none" strike="noStrike">
                <a:solidFill>
                  <a:srgbClr val="FFFFFF"/>
                </a:solidFill>
                <a:latin typeface="Times New Roman"/>
                <a:ea typeface="Times New Roman"/>
                <a:cs typeface="Times New Roman"/>
                <a:sym typeface="Times New Roman"/>
              </a:rPr>
              <a:t>,</a:t>
            </a:r>
            <a:endParaRPr b="1" i="0" sz="2000" u="none" cap="none" strike="noStrike">
              <a:solidFill>
                <a:srgbClr val="000000"/>
              </a:solidFill>
              <a:latin typeface="Times New Roman"/>
              <a:ea typeface="Times New Roman"/>
              <a:cs typeface="Times New Roman"/>
              <a:sym typeface="Times New Roman"/>
            </a:endParaRPr>
          </a:p>
        </p:txBody>
      </p:sp>
      <p:sp>
        <p:nvSpPr>
          <p:cNvPr id="203" name="Google Shape;203;p7"/>
          <p:cNvSpPr/>
          <p:nvPr/>
        </p:nvSpPr>
        <p:spPr>
          <a:xfrm>
            <a:off x="4856924" y="4542468"/>
            <a:ext cx="6718852" cy="2004106"/>
          </a:xfrm>
          <a:prstGeom prst="snip2DiagRect">
            <a:avLst>
              <a:gd fmla="val 0" name="adj1"/>
              <a:gd fmla="val 16667" name="adj2"/>
            </a:avLst>
          </a:prstGeom>
          <a:noFill/>
          <a:ln cap="flat" cmpd="sng" w="38100">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Funcionalidad</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función básica de la unidad de alimentación es: empujar automáticamente una pieza de trabajo para procesarla desde el contenedor de alimentación hasta la plataforma de material para permitir que el manipulador de la unidad de entrega recoja y lleve la pieza de trabajo a otras unidades.</a:t>
            </a:r>
            <a:endParaRPr b="1" i="0" sz="2000" u="none" cap="none" strike="noStrike">
              <a:solidFill>
                <a:srgbClr val="000000"/>
              </a:solidFill>
              <a:latin typeface="Times New Roman"/>
              <a:ea typeface="Times New Roman"/>
              <a:cs typeface="Times New Roman"/>
              <a:sym typeface="Times New Roman"/>
            </a:endParaRPr>
          </a:p>
        </p:txBody>
      </p:sp>
      <p:cxnSp>
        <p:nvCxnSpPr>
          <p:cNvPr id="204" name="Google Shape;204;p7"/>
          <p:cNvCxnSpPr/>
          <p:nvPr/>
        </p:nvCxnSpPr>
        <p:spPr>
          <a:xfrm rot="10800000">
            <a:off x="2438400" y="2146852"/>
            <a:ext cx="2690191" cy="1001301"/>
          </a:xfrm>
          <a:prstGeom prst="straightConnector1">
            <a:avLst/>
          </a:prstGeom>
          <a:noFill/>
          <a:ln cap="flat" cmpd="sng" w="57150">
            <a:solidFill>
              <a:srgbClr val="C55A11"/>
            </a:solidFill>
            <a:prstDash val="solid"/>
            <a:miter lim="800000"/>
            <a:headEnd len="sm" w="sm" type="none"/>
            <a:tailEnd len="med" w="med" type="triangle"/>
          </a:ln>
        </p:spPr>
      </p:cxnSp>
      <p:cxnSp>
        <p:nvCxnSpPr>
          <p:cNvPr id="205" name="Google Shape;205;p7"/>
          <p:cNvCxnSpPr/>
          <p:nvPr/>
        </p:nvCxnSpPr>
        <p:spPr>
          <a:xfrm flipH="1">
            <a:off x="2928730" y="3416146"/>
            <a:ext cx="2199861" cy="242359"/>
          </a:xfrm>
          <a:prstGeom prst="straightConnector1">
            <a:avLst/>
          </a:prstGeom>
          <a:noFill/>
          <a:ln cap="flat" cmpd="sng" w="57150">
            <a:solidFill>
              <a:srgbClr val="C55A11"/>
            </a:solidFill>
            <a:prstDash val="solid"/>
            <a:miter lim="800000"/>
            <a:headEnd len="sm" w="sm" type="none"/>
            <a:tailEnd len="med" w="med" type="triangle"/>
          </a:ln>
        </p:spPr>
      </p:cxnSp>
      <p:cxnSp>
        <p:nvCxnSpPr>
          <p:cNvPr id="206" name="Google Shape;206;p7"/>
          <p:cNvCxnSpPr/>
          <p:nvPr/>
        </p:nvCxnSpPr>
        <p:spPr>
          <a:xfrm flipH="1">
            <a:off x="2266122" y="3696877"/>
            <a:ext cx="2862468" cy="229621"/>
          </a:xfrm>
          <a:prstGeom prst="straightConnector1">
            <a:avLst/>
          </a:prstGeom>
          <a:noFill/>
          <a:ln cap="flat" cmpd="sng" w="57150">
            <a:solidFill>
              <a:srgbClr val="C55A11"/>
            </a:solidFill>
            <a:prstDash val="solid"/>
            <a:miter lim="800000"/>
            <a:headEnd len="sm" w="sm" type="none"/>
            <a:tailEnd len="med" w="med" type="triangle"/>
          </a:ln>
        </p:spPr>
      </p:cxnSp>
      <p:cxnSp>
        <p:nvCxnSpPr>
          <p:cNvPr id="207" name="Google Shape;207;p7"/>
          <p:cNvCxnSpPr/>
          <p:nvPr/>
        </p:nvCxnSpPr>
        <p:spPr>
          <a:xfrm flipH="1">
            <a:off x="3697356" y="3981827"/>
            <a:ext cx="1431235" cy="68081"/>
          </a:xfrm>
          <a:prstGeom prst="straightConnector1">
            <a:avLst/>
          </a:prstGeom>
          <a:noFill/>
          <a:ln cap="flat" cmpd="sng" w="57150">
            <a:solidFill>
              <a:srgbClr val="C55A11"/>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8"/>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213" name="Google Shape;213;p8"/>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214" name="Google Shape;214;p8"/>
          <p:cNvSpPr txBox="1"/>
          <p:nvPr/>
        </p:nvSpPr>
        <p:spPr>
          <a:xfrm>
            <a:off x="755374" y="947722"/>
            <a:ext cx="993913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55A11"/>
              </a:buClr>
              <a:buSzPts val="2200"/>
              <a:buFont typeface="Times New Roman"/>
              <a:buNone/>
            </a:pPr>
            <a:r>
              <a:rPr b="1" i="0" lang="es-BO" sz="2200" u="none" cap="none" strike="noStrike">
                <a:solidFill>
                  <a:srgbClr val="C55A11"/>
                </a:solidFill>
                <a:latin typeface="Times New Roman"/>
                <a:ea typeface="Times New Roman"/>
                <a:cs typeface="Times New Roman"/>
                <a:sym typeface="Times New Roman"/>
              </a:rPr>
              <a:t>█ </a:t>
            </a:r>
            <a:r>
              <a:rPr b="1" i="0" lang="es-BO" sz="2200" u="none" cap="none" strike="noStrike">
                <a:solidFill>
                  <a:srgbClr val="002060"/>
                </a:solidFill>
                <a:latin typeface="Times New Roman"/>
                <a:ea typeface="Times New Roman"/>
                <a:cs typeface="Times New Roman"/>
                <a:sym typeface="Times New Roman"/>
              </a:rPr>
              <a:t>Unidad de </a:t>
            </a:r>
            <a:endParaRPr/>
          </a:p>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    Alimentación</a:t>
            </a:r>
            <a:endParaRPr/>
          </a:p>
        </p:txBody>
      </p:sp>
      <p:pic>
        <p:nvPicPr>
          <p:cNvPr id="215" name="Google Shape;215;p8"/>
          <p:cNvPicPr preferRelativeResize="0"/>
          <p:nvPr/>
        </p:nvPicPr>
        <p:blipFill rotWithShape="1">
          <a:blip r:embed="rId3">
            <a:alphaModFix/>
          </a:blip>
          <a:srcRect b="0" l="0" r="0" t="0"/>
          <a:stretch/>
        </p:blipFill>
        <p:spPr>
          <a:xfrm>
            <a:off x="3093393" y="108030"/>
            <a:ext cx="6236137" cy="67361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9"/>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221" name="Google Shape;221;p9"/>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222" name="Google Shape;222;p9"/>
          <p:cNvSpPr txBox="1"/>
          <p:nvPr/>
        </p:nvSpPr>
        <p:spPr>
          <a:xfrm>
            <a:off x="755374" y="947722"/>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2200"/>
              <a:buFont typeface="Times New Roman"/>
              <a:buNone/>
            </a:pPr>
            <a:r>
              <a:rPr b="1" i="0" lang="es-BO" sz="2200" u="none" cap="none" strike="noStrike">
                <a:solidFill>
                  <a:srgbClr val="FFC000"/>
                </a:solidFill>
                <a:latin typeface="Times New Roman"/>
                <a:ea typeface="Times New Roman"/>
                <a:cs typeface="Times New Roman"/>
                <a:sym typeface="Times New Roman"/>
              </a:rPr>
              <a:t>█</a:t>
            </a:r>
            <a:r>
              <a:rPr b="1" i="0" lang="es-BO" sz="2200" u="none" cap="none" strike="noStrike">
                <a:solidFill>
                  <a:srgbClr val="C55A11"/>
                </a:solidFill>
                <a:latin typeface="Times New Roman"/>
                <a:ea typeface="Times New Roman"/>
                <a:cs typeface="Times New Roman"/>
                <a:sym typeface="Times New Roman"/>
              </a:rPr>
              <a:t>  </a:t>
            </a:r>
            <a:r>
              <a:rPr b="1" i="0" lang="es-BO" sz="2200" u="none" cap="none" strike="noStrike">
                <a:solidFill>
                  <a:srgbClr val="002060"/>
                </a:solidFill>
                <a:latin typeface="Times New Roman"/>
                <a:ea typeface="Times New Roman"/>
                <a:cs typeface="Times New Roman"/>
                <a:sym typeface="Times New Roman"/>
              </a:rPr>
              <a:t>Unidad de procesamiento</a:t>
            </a:r>
            <a:endParaRPr/>
          </a:p>
        </p:txBody>
      </p:sp>
      <p:sp>
        <p:nvSpPr>
          <p:cNvPr id="223" name="Google Shape;223;p9"/>
          <p:cNvSpPr/>
          <p:nvPr/>
        </p:nvSpPr>
        <p:spPr>
          <a:xfrm>
            <a:off x="4936835" y="465361"/>
            <a:ext cx="6718852" cy="1395608"/>
          </a:xfrm>
          <a:prstGeom prst="snip2DiagRect">
            <a:avLst>
              <a:gd fmla="val 0" name="adj1"/>
              <a:gd fmla="val 16667" name="adj2"/>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Características</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Consta principalmente de dispositivos de movimiento de piezas de trabajo y dispositivos de procesamiento de piezas de trabajo.</a:t>
            </a:r>
            <a:endParaRPr b="1" i="0" sz="2000" u="none" cap="none" strike="noStrike">
              <a:solidFill>
                <a:srgbClr val="000000"/>
              </a:solidFill>
              <a:latin typeface="Times New Roman"/>
              <a:ea typeface="Times New Roman"/>
              <a:cs typeface="Times New Roman"/>
              <a:sym typeface="Times New Roman"/>
            </a:endParaRPr>
          </a:p>
        </p:txBody>
      </p:sp>
      <p:sp>
        <p:nvSpPr>
          <p:cNvPr id="224" name="Google Shape;224;p9"/>
          <p:cNvSpPr/>
          <p:nvPr/>
        </p:nvSpPr>
        <p:spPr>
          <a:xfrm>
            <a:off x="4936835" y="2166905"/>
            <a:ext cx="6718852" cy="1630787"/>
          </a:xfrm>
          <a:prstGeom prst="snip2DiagRect">
            <a:avLst>
              <a:gd fmla="val 0" name="adj1"/>
              <a:gd fmla="val 16667" name="adj2"/>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Dispositivos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Cilindros delgados </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Cilindros lineales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Rieles de guía </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Dispositivos de agarre de piezas de trabajo</a:t>
            </a:r>
            <a:r>
              <a:rPr b="0" i="0" lang="es-BO" sz="1800" u="none" cap="none" strike="noStrike">
                <a:solidFill>
                  <a:srgbClr val="000000"/>
                </a:solidFill>
                <a:latin typeface="Times New Roman"/>
                <a:ea typeface="Times New Roman"/>
                <a:cs typeface="Times New Roman"/>
                <a:sym typeface="Times New Roman"/>
              </a:rPr>
              <a:t>.</a:t>
            </a:r>
            <a:endParaRPr b="1" i="0" sz="1800" u="none" cap="none" strike="noStrike">
              <a:solidFill>
                <a:srgbClr val="000000"/>
              </a:solidFill>
              <a:latin typeface="Times New Roman"/>
              <a:ea typeface="Times New Roman"/>
              <a:cs typeface="Times New Roman"/>
              <a:sym typeface="Times New Roman"/>
            </a:endParaRPr>
          </a:p>
        </p:txBody>
      </p:sp>
      <p:sp>
        <p:nvSpPr>
          <p:cNvPr id="225" name="Google Shape;225;p9"/>
          <p:cNvSpPr/>
          <p:nvPr/>
        </p:nvSpPr>
        <p:spPr>
          <a:xfrm>
            <a:off x="4936835" y="4118350"/>
            <a:ext cx="6718852" cy="2274289"/>
          </a:xfrm>
          <a:prstGeom prst="snip2DiagRect">
            <a:avLst>
              <a:gd fmla="val 0" name="adj1"/>
              <a:gd fmla="val 16667" name="adj2"/>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Funcionalidad</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Entregar una pieza de trabajo desde la mesa de materiales en la unidad (que ha sido entregada por el brazo robótico de la unidad de transporte) al lugar debajo del mecanismo de prensado para un prensado único. Luego, devuelva la pieza de trabajo a la mesa de materiales, esperando que el manipulador la agarre.</a:t>
            </a:r>
            <a:endParaRPr b="1" i="0" sz="2000" u="none" cap="none" strike="noStrike">
              <a:solidFill>
                <a:srgbClr val="000000"/>
              </a:solidFill>
              <a:latin typeface="Times New Roman"/>
              <a:ea typeface="Times New Roman"/>
              <a:cs typeface="Times New Roman"/>
              <a:sym typeface="Times New Roman"/>
            </a:endParaRPr>
          </a:p>
        </p:txBody>
      </p:sp>
      <p:pic>
        <p:nvPicPr>
          <p:cNvPr id="226" name="Google Shape;226;p9"/>
          <p:cNvPicPr preferRelativeResize="0"/>
          <p:nvPr/>
        </p:nvPicPr>
        <p:blipFill rotWithShape="1">
          <a:blip r:embed="rId3">
            <a:alphaModFix/>
          </a:blip>
          <a:srcRect b="0" l="0" r="0" t="0"/>
          <a:stretch/>
        </p:blipFill>
        <p:spPr>
          <a:xfrm>
            <a:off x="1084477" y="1599528"/>
            <a:ext cx="3050795" cy="4656477"/>
          </a:xfrm>
          <a:prstGeom prst="rect">
            <a:avLst/>
          </a:prstGeom>
          <a:noFill/>
          <a:ln>
            <a:noFill/>
          </a:ln>
        </p:spPr>
      </p:pic>
      <p:cxnSp>
        <p:nvCxnSpPr>
          <p:cNvPr id="227" name="Google Shape;227;p9"/>
          <p:cNvCxnSpPr/>
          <p:nvPr/>
        </p:nvCxnSpPr>
        <p:spPr>
          <a:xfrm flipH="1">
            <a:off x="2756848" y="2696008"/>
            <a:ext cx="2436488" cy="634046"/>
          </a:xfrm>
          <a:prstGeom prst="straightConnector1">
            <a:avLst/>
          </a:prstGeom>
          <a:noFill/>
          <a:ln cap="flat" cmpd="sng" w="57150">
            <a:solidFill>
              <a:srgbClr val="FFC000"/>
            </a:solidFill>
            <a:prstDash val="solid"/>
            <a:miter lim="800000"/>
            <a:headEnd len="sm" w="sm" type="none"/>
            <a:tailEnd len="med" w="med" type="triangle"/>
          </a:ln>
        </p:spPr>
      </p:cxnSp>
      <p:cxnSp>
        <p:nvCxnSpPr>
          <p:cNvPr id="228" name="Google Shape;228;p9"/>
          <p:cNvCxnSpPr/>
          <p:nvPr/>
        </p:nvCxnSpPr>
        <p:spPr>
          <a:xfrm flipH="1">
            <a:off x="2347415" y="2978063"/>
            <a:ext cx="2845921" cy="709400"/>
          </a:xfrm>
          <a:prstGeom prst="straightConnector1">
            <a:avLst/>
          </a:prstGeom>
          <a:noFill/>
          <a:ln cap="flat" cmpd="sng" w="57150">
            <a:solidFill>
              <a:srgbClr val="FFC000"/>
            </a:solidFill>
            <a:prstDash val="solid"/>
            <a:miter lim="800000"/>
            <a:headEnd len="sm" w="sm" type="none"/>
            <a:tailEnd len="med" w="med" type="triangle"/>
          </a:ln>
        </p:spPr>
      </p:cxnSp>
      <p:cxnSp>
        <p:nvCxnSpPr>
          <p:cNvPr id="229" name="Google Shape;229;p9"/>
          <p:cNvCxnSpPr/>
          <p:nvPr/>
        </p:nvCxnSpPr>
        <p:spPr>
          <a:xfrm flipH="1">
            <a:off x="2279176" y="3257267"/>
            <a:ext cx="2914160" cy="861083"/>
          </a:xfrm>
          <a:prstGeom prst="straightConnector1">
            <a:avLst/>
          </a:prstGeom>
          <a:noFill/>
          <a:ln cap="flat" cmpd="sng" w="57150">
            <a:solidFill>
              <a:srgbClr val="FFC000"/>
            </a:solidFill>
            <a:prstDash val="solid"/>
            <a:miter lim="800000"/>
            <a:headEnd len="sm" w="sm" type="none"/>
            <a:tailEnd len="med" w="med" type="triangle"/>
          </a:ln>
        </p:spPr>
      </p:cxnSp>
      <p:cxnSp>
        <p:nvCxnSpPr>
          <p:cNvPr id="230" name="Google Shape;230;p9"/>
          <p:cNvCxnSpPr/>
          <p:nvPr/>
        </p:nvCxnSpPr>
        <p:spPr>
          <a:xfrm flipH="1">
            <a:off x="3384645" y="3609258"/>
            <a:ext cx="1808691" cy="564000"/>
          </a:xfrm>
          <a:prstGeom prst="straightConnector1">
            <a:avLst/>
          </a:prstGeom>
          <a:noFill/>
          <a:ln cap="flat" cmpd="sng" w="57150">
            <a:solidFill>
              <a:srgbClr val="FFC00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0"/>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236" name="Google Shape;236;p10"/>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237" name="Google Shape;237;p10"/>
          <p:cNvSpPr txBox="1"/>
          <p:nvPr/>
        </p:nvSpPr>
        <p:spPr>
          <a:xfrm>
            <a:off x="861391" y="947722"/>
            <a:ext cx="993913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C000"/>
              </a:buClr>
              <a:buSzPts val="2200"/>
              <a:buFont typeface="Times New Roman"/>
              <a:buNone/>
            </a:pPr>
            <a:r>
              <a:rPr b="1" i="0" lang="es-BO" sz="2200" u="none" cap="none" strike="noStrike">
                <a:solidFill>
                  <a:srgbClr val="FFC000"/>
                </a:solidFill>
                <a:latin typeface="Times New Roman"/>
                <a:ea typeface="Times New Roman"/>
                <a:cs typeface="Times New Roman"/>
                <a:sym typeface="Times New Roman"/>
              </a:rPr>
              <a:t>█ </a:t>
            </a:r>
            <a:r>
              <a:rPr b="1" i="0" lang="es-BO" sz="2200" u="none" cap="none" strike="noStrike">
                <a:solidFill>
                  <a:srgbClr val="C55A11"/>
                </a:solidFill>
                <a:latin typeface="Times New Roman"/>
                <a:ea typeface="Times New Roman"/>
                <a:cs typeface="Times New Roman"/>
                <a:sym typeface="Times New Roman"/>
              </a:rPr>
              <a:t> </a:t>
            </a:r>
            <a:r>
              <a:rPr b="1" i="0" lang="es-BO" sz="2200" u="none" cap="none" strike="noStrike">
                <a:solidFill>
                  <a:srgbClr val="002060"/>
                </a:solidFill>
                <a:latin typeface="Times New Roman"/>
                <a:ea typeface="Times New Roman"/>
                <a:cs typeface="Times New Roman"/>
                <a:sym typeface="Times New Roman"/>
              </a:rPr>
              <a:t>Unidad de </a:t>
            </a:r>
            <a:endParaRPr/>
          </a:p>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     Procesamiento</a:t>
            </a:r>
            <a:endParaRPr/>
          </a:p>
        </p:txBody>
      </p:sp>
      <p:pic>
        <p:nvPicPr>
          <p:cNvPr id="238" name="Google Shape;238;p10"/>
          <p:cNvPicPr preferRelativeResize="0"/>
          <p:nvPr/>
        </p:nvPicPr>
        <p:blipFill rotWithShape="1">
          <a:blip r:embed="rId3">
            <a:alphaModFix/>
          </a:blip>
          <a:srcRect b="0" l="0" r="0" t="0"/>
          <a:stretch/>
        </p:blipFill>
        <p:spPr>
          <a:xfrm>
            <a:off x="3041045" y="0"/>
            <a:ext cx="6807338" cy="674997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1"/>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244" name="Google Shape;244;p11"/>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245" name="Google Shape;245;p11"/>
          <p:cNvSpPr txBox="1"/>
          <p:nvPr/>
        </p:nvSpPr>
        <p:spPr>
          <a:xfrm>
            <a:off x="755374" y="947722"/>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a:t>
            </a:r>
            <a:r>
              <a:rPr b="1" i="0" lang="es-BO" sz="2200" u="none" cap="none" strike="noStrike">
                <a:solidFill>
                  <a:srgbClr val="C55A11"/>
                </a:solidFill>
                <a:latin typeface="Times New Roman"/>
                <a:ea typeface="Times New Roman"/>
                <a:cs typeface="Times New Roman"/>
                <a:sym typeface="Times New Roman"/>
              </a:rPr>
              <a:t>  </a:t>
            </a:r>
            <a:r>
              <a:rPr b="1" i="0" lang="es-BO" sz="2200" u="none" cap="none" strike="noStrike">
                <a:solidFill>
                  <a:srgbClr val="002060"/>
                </a:solidFill>
                <a:latin typeface="Times New Roman"/>
                <a:ea typeface="Times New Roman"/>
                <a:cs typeface="Times New Roman"/>
                <a:sym typeface="Times New Roman"/>
              </a:rPr>
              <a:t>Unidad de selección</a:t>
            </a:r>
            <a:endParaRPr/>
          </a:p>
        </p:txBody>
      </p:sp>
      <p:pic>
        <p:nvPicPr>
          <p:cNvPr id="246" name="Google Shape;246;p11"/>
          <p:cNvPicPr preferRelativeResize="0"/>
          <p:nvPr/>
        </p:nvPicPr>
        <p:blipFill rotWithShape="1">
          <a:blip r:embed="rId3">
            <a:alphaModFix/>
          </a:blip>
          <a:srcRect b="0" l="0" r="0" t="0"/>
          <a:stretch/>
        </p:blipFill>
        <p:spPr>
          <a:xfrm>
            <a:off x="555219" y="2154882"/>
            <a:ext cx="4639710" cy="2548235"/>
          </a:xfrm>
          <a:prstGeom prst="rect">
            <a:avLst/>
          </a:prstGeom>
          <a:noFill/>
          <a:ln>
            <a:noFill/>
          </a:ln>
        </p:spPr>
      </p:pic>
      <p:sp>
        <p:nvSpPr>
          <p:cNvPr id="247" name="Google Shape;247;p11"/>
          <p:cNvSpPr/>
          <p:nvPr/>
        </p:nvSpPr>
        <p:spPr>
          <a:xfrm>
            <a:off x="5239989" y="936482"/>
            <a:ext cx="6718852" cy="1395608"/>
          </a:xfrm>
          <a:prstGeom prst="snip2DiagRect">
            <a:avLst>
              <a:gd fmla="val 0" name="adj1"/>
              <a:gd fmla="val 16667" name="adj2"/>
            </a:avLst>
          </a:prstGeom>
          <a:noFill/>
          <a:ln cap="flat" cmpd="sng" w="381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Características</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Consta principalmente de una cinta transportadora y un dispositivo de clasificación de productos terminados.</a:t>
            </a:r>
            <a:endParaRPr b="1" i="0" sz="2000" u="none" cap="none" strike="noStrike">
              <a:solidFill>
                <a:srgbClr val="000000"/>
              </a:solidFill>
              <a:latin typeface="Times New Roman"/>
              <a:ea typeface="Times New Roman"/>
              <a:cs typeface="Times New Roman"/>
              <a:sym typeface="Times New Roman"/>
            </a:endParaRPr>
          </a:p>
        </p:txBody>
      </p:sp>
      <p:sp>
        <p:nvSpPr>
          <p:cNvPr id="248" name="Google Shape;248;p11"/>
          <p:cNvSpPr/>
          <p:nvPr/>
        </p:nvSpPr>
        <p:spPr>
          <a:xfrm>
            <a:off x="5239989" y="2534619"/>
            <a:ext cx="6718852" cy="2168498"/>
          </a:xfrm>
          <a:prstGeom prst="snip2DiagRect">
            <a:avLst>
              <a:gd fmla="val 0" name="adj1"/>
              <a:gd fmla="val 16667" name="adj2"/>
            </a:avLst>
          </a:prstGeom>
          <a:noFill/>
          <a:ln cap="flat" cmpd="sng" w="381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Dispositivos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Cinta transportadora lineal.</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Cilindro lineal.</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Motor asíncrono trifásico.</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Convertidor de frecuencia.</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Sensor fotoeléctrico. </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Sensor de fibra óptica.</a:t>
            </a:r>
            <a:endParaRPr b="1" i="0" sz="2000" u="none" cap="none" strike="noStrike">
              <a:solidFill>
                <a:srgbClr val="000000"/>
              </a:solidFill>
              <a:latin typeface="Times New Roman"/>
              <a:ea typeface="Times New Roman"/>
              <a:cs typeface="Times New Roman"/>
              <a:sym typeface="Times New Roman"/>
            </a:endParaRPr>
          </a:p>
        </p:txBody>
      </p:sp>
      <p:sp>
        <p:nvSpPr>
          <p:cNvPr id="249" name="Google Shape;249;p11"/>
          <p:cNvSpPr/>
          <p:nvPr/>
        </p:nvSpPr>
        <p:spPr>
          <a:xfrm>
            <a:off x="5239989" y="4965776"/>
            <a:ext cx="6718852" cy="1607301"/>
          </a:xfrm>
          <a:prstGeom prst="snip2DiagRect">
            <a:avLst>
              <a:gd fmla="val 0" name="adj1"/>
              <a:gd fmla="val 16667" name="adj2"/>
            </a:avLst>
          </a:prstGeom>
          <a:noFill/>
          <a:ln cap="flat" cmpd="sng" w="381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Funcionalidad</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Clasificar una pieza de trabajo procesada y ensamblada entregada desde la unidad anterior y permitir que las piezas de trabajo sean transportadas a través de su respectivo conducto según sus características.</a:t>
            </a:r>
            <a:endParaRPr b="1" i="0" sz="2000" u="none" cap="none" strike="noStrike">
              <a:solidFill>
                <a:srgbClr val="000000"/>
              </a:solidFill>
              <a:latin typeface="Times New Roman"/>
              <a:ea typeface="Times New Roman"/>
              <a:cs typeface="Times New Roman"/>
              <a:sym typeface="Times New Roman"/>
            </a:endParaRPr>
          </a:p>
        </p:txBody>
      </p:sp>
      <p:cxnSp>
        <p:nvCxnSpPr>
          <p:cNvPr id="250" name="Google Shape;250;p11"/>
          <p:cNvCxnSpPr/>
          <p:nvPr/>
        </p:nvCxnSpPr>
        <p:spPr>
          <a:xfrm rot="10800000">
            <a:off x="2080591" y="2663687"/>
            <a:ext cx="3468096" cy="318052"/>
          </a:xfrm>
          <a:prstGeom prst="straightConnector1">
            <a:avLst/>
          </a:prstGeom>
          <a:noFill/>
          <a:ln cap="flat" cmpd="sng" w="57150">
            <a:solidFill>
              <a:srgbClr val="002060"/>
            </a:solidFill>
            <a:prstDash val="solid"/>
            <a:miter lim="800000"/>
            <a:headEnd len="sm" w="sm" type="none"/>
            <a:tailEnd len="med" w="med" type="triangle"/>
          </a:ln>
        </p:spPr>
      </p:cxnSp>
      <p:cxnSp>
        <p:nvCxnSpPr>
          <p:cNvPr id="251" name="Google Shape;251;p11"/>
          <p:cNvCxnSpPr/>
          <p:nvPr/>
        </p:nvCxnSpPr>
        <p:spPr>
          <a:xfrm rot="10800000">
            <a:off x="2385391" y="2420738"/>
            <a:ext cx="3185826" cy="804912"/>
          </a:xfrm>
          <a:prstGeom prst="straightConnector1">
            <a:avLst/>
          </a:prstGeom>
          <a:noFill/>
          <a:ln cap="flat" cmpd="sng" w="57150">
            <a:solidFill>
              <a:srgbClr val="002060"/>
            </a:solidFill>
            <a:prstDash val="solid"/>
            <a:miter lim="800000"/>
            <a:headEnd len="sm" w="sm" type="none"/>
            <a:tailEnd len="med" w="med" type="triangle"/>
          </a:ln>
        </p:spPr>
      </p:cxnSp>
      <p:cxnSp>
        <p:nvCxnSpPr>
          <p:cNvPr id="252" name="Google Shape;252;p11"/>
          <p:cNvCxnSpPr/>
          <p:nvPr/>
        </p:nvCxnSpPr>
        <p:spPr>
          <a:xfrm rot="10800000">
            <a:off x="4240696" y="3108363"/>
            <a:ext cx="1285461" cy="413901"/>
          </a:xfrm>
          <a:prstGeom prst="straightConnector1">
            <a:avLst/>
          </a:prstGeom>
          <a:noFill/>
          <a:ln cap="flat" cmpd="sng" w="57150">
            <a:solidFill>
              <a:srgbClr val="002060"/>
            </a:solidFill>
            <a:prstDash val="solid"/>
            <a:miter lim="800000"/>
            <a:headEnd len="sm" w="sm" type="none"/>
            <a:tailEnd len="med" w="med" type="triangle"/>
          </a:ln>
        </p:spPr>
      </p:cxnSp>
      <p:cxnSp>
        <p:nvCxnSpPr>
          <p:cNvPr id="253" name="Google Shape;253;p11"/>
          <p:cNvCxnSpPr/>
          <p:nvPr/>
        </p:nvCxnSpPr>
        <p:spPr>
          <a:xfrm rot="10800000">
            <a:off x="3617843" y="2597946"/>
            <a:ext cx="1908314" cy="1493482"/>
          </a:xfrm>
          <a:prstGeom prst="straightConnector1">
            <a:avLst/>
          </a:prstGeom>
          <a:noFill/>
          <a:ln cap="flat" cmpd="sng" w="57150">
            <a:solidFill>
              <a:srgbClr val="002060"/>
            </a:solidFill>
            <a:prstDash val="solid"/>
            <a:miter lim="800000"/>
            <a:headEnd len="sm" w="sm" type="none"/>
            <a:tailEnd len="med" w="med" type="triangle"/>
          </a:ln>
        </p:spPr>
      </p:cxnSp>
      <p:cxnSp>
        <p:nvCxnSpPr>
          <p:cNvPr id="254" name="Google Shape;254;p11"/>
          <p:cNvCxnSpPr/>
          <p:nvPr/>
        </p:nvCxnSpPr>
        <p:spPr>
          <a:xfrm rot="10800000">
            <a:off x="3617843" y="2663687"/>
            <a:ext cx="1930844" cy="1741593"/>
          </a:xfrm>
          <a:prstGeom prst="straightConnector1">
            <a:avLst/>
          </a:prstGeom>
          <a:noFill/>
          <a:ln cap="flat" cmpd="sng" w="57150">
            <a:solidFill>
              <a:srgbClr val="00206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2"/>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260" name="Google Shape;260;p12"/>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261" name="Google Shape;261;p12"/>
          <p:cNvSpPr txBox="1"/>
          <p:nvPr/>
        </p:nvSpPr>
        <p:spPr>
          <a:xfrm>
            <a:off x="755374" y="947722"/>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  Unidad de selección</a:t>
            </a:r>
            <a:endParaRPr/>
          </a:p>
        </p:txBody>
      </p:sp>
      <p:pic>
        <p:nvPicPr>
          <p:cNvPr id="262" name="Google Shape;262;p12"/>
          <p:cNvPicPr preferRelativeResize="0"/>
          <p:nvPr/>
        </p:nvPicPr>
        <p:blipFill rotWithShape="1">
          <a:blip r:embed="rId3">
            <a:alphaModFix/>
          </a:blip>
          <a:srcRect b="0" l="0" r="0" t="0"/>
          <a:stretch/>
        </p:blipFill>
        <p:spPr>
          <a:xfrm>
            <a:off x="3941048" y="516835"/>
            <a:ext cx="5507249" cy="628714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3"/>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268" name="Google Shape;268;p13"/>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pic>
        <p:nvPicPr>
          <p:cNvPr id="269" name="Google Shape;269;p13"/>
          <p:cNvPicPr preferRelativeResize="0"/>
          <p:nvPr/>
        </p:nvPicPr>
        <p:blipFill rotWithShape="1">
          <a:blip r:embed="rId3">
            <a:alphaModFix/>
          </a:blip>
          <a:srcRect b="0" l="0" r="0" t="0"/>
          <a:stretch/>
        </p:blipFill>
        <p:spPr>
          <a:xfrm>
            <a:off x="1624637" y="1555890"/>
            <a:ext cx="2881102" cy="4745344"/>
          </a:xfrm>
          <a:prstGeom prst="rect">
            <a:avLst/>
          </a:prstGeom>
          <a:noFill/>
          <a:ln>
            <a:noFill/>
          </a:ln>
        </p:spPr>
      </p:pic>
      <p:sp>
        <p:nvSpPr>
          <p:cNvPr id="270" name="Google Shape;270;p13"/>
          <p:cNvSpPr txBox="1"/>
          <p:nvPr/>
        </p:nvSpPr>
        <p:spPr>
          <a:xfrm>
            <a:off x="755374" y="947722"/>
            <a:ext cx="60960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2200"/>
              <a:buFont typeface="Times New Roman"/>
              <a:buNone/>
            </a:pPr>
            <a:r>
              <a:rPr b="1" i="0" lang="es-BO" sz="2200" u="none" cap="none" strike="noStrike">
                <a:solidFill>
                  <a:srgbClr val="00B050"/>
                </a:solidFill>
                <a:latin typeface="Times New Roman"/>
                <a:ea typeface="Times New Roman"/>
                <a:cs typeface="Times New Roman"/>
                <a:sym typeface="Times New Roman"/>
              </a:rPr>
              <a:t>█</a:t>
            </a:r>
            <a:r>
              <a:rPr b="1" i="0" lang="es-BO" sz="2200" u="none" cap="none" strike="noStrike">
                <a:solidFill>
                  <a:srgbClr val="002060"/>
                </a:solidFill>
                <a:latin typeface="Times New Roman"/>
                <a:ea typeface="Times New Roman"/>
                <a:cs typeface="Times New Roman"/>
                <a:sym typeface="Times New Roman"/>
              </a:rPr>
              <a:t>  Unidad de ensamblaje</a:t>
            </a:r>
            <a:endParaRPr/>
          </a:p>
        </p:txBody>
      </p:sp>
      <p:sp>
        <p:nvSpPr>
          <p:cNvPr id="271" name="Google Shape;271;p13"/>
          <p:cNvSpPr/>
          <p:nvPr/>
        </p:nvSpPr>
        <p:spPr>
          <a:xfrm>
            <a:off x="5090129" y="834261"/>
            <a:ext cx="6718852" cy="1395608"/>
          </a:xfrm>
          <a:prstGeom prst="snip2DiagRect">
            <a:avLst>
              <a:gd fmla="val 0" name="adj1"/>
              <a:gd fmla="val 16667" name="adj2"/>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Características</a:t>
            </a:r>
            <a:endParaRPr/>
          </a:p>
          <a:p>
            <a:pPr indent="0" lvl="0" marL="0" marR="0" rtl="0" algn="ctr">
              <a:lnSpc>
                <a:spcPct val="100000"/>
              </a:lnSpc>
              <a:spcBef>
                <a:spcPts val="0"/>
              </a:spcBef>
              <a:spcAft>
                <a:spcPts val="0"/>
              </a:spcAft>
              <a:buClr>
                <a:srgbClr val="FFFFFF"/>
              </a:buClr>
              <a:buSzPts val="2000"/>
              <a:buFont typeface="Times New Roman"/>
              <a:buNone/>
            </a:pPr>
            <a:r>
              <a:rPr b="0" i="0" lang="es-BO" sz="2000" u="none" cap="none" strike="noStrike">
                <a:solidFill>
                  <a:srgbClr val="FFFFFF"/>
                </a:solidFill>
                <a:latin typeface="Times New Roman"/>
                <a:ea typeface="Times New Roman"/>
                <a:cs typeface="Times New Roman"/>
                <a:sym typeface="Times New Roman"/>
              </a:rPr>
              <a:t>La </a:t>
            </a:r>
            <a:r>
              <a:rPr b="0" i="0" lang="es-BO" sz="2000" u="none" cap="none" strike="noStrike">
                <a:solidFill>
                  <a:srgbClr val="000000"/>
                </a:solidFill>
                <a:latin typeface="Times New Roman"/>
                <a:ea typeface="Times New Roman"/>
                <a:cs typeface="Times New Roman"/>
                <a:sym typeface="Times New Roman"/>
              </a:rPr>
              <a:t>Consiste principalmente en almacenamiento de piezas de trabajo de montaje y dispositivos de transporte de piezas de trabajo.</a:t>
            </a:r>
            <a:endParaRPr b="1" i="0" sz="2000" u="none" cap="none" strike="noStrike">
              <a:solidFill>
                <a:srgbClr val="000000"/>
              </a:solidFill>
              <a:latin typeface="Times New Roman"/>
              <a:ea typeface="Times New Roman"/>
              <a:cs typeface="Times New Roman"/>
              <a:sym typeface="Times New Roman"/>
            </a:endParaRPr>
          </a:p>
        </p:txBody>
      </p:sp>
      <p:sp>
        <p:nvSpPr>
          <p:cNvPr id="272" name="Google Shape;272;p13"/>
          <p:cNvSpPr/>
          <p:nvPr/>
        </p:nvSpPr>
        <p:spPr>
          <a:xfrm>
            <a:off x="5090129" y="2416810"/>
            <a:ext cx="6718852" cy="2293431"/>
          </a:xfrm>
          <a:prstGeom prst="snip2DiagRect">
            <a:avLst>
              <a:gd fmla="val 0" name="adj1"/>
              <a:gd fmla="val 16667" name="adj2"/>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Dispositivos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Almacenamiento de piezas de trabajo</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mesas giratorias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cilindros de barra guía</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dedos neumáticos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cilindros lineales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sensores fotoeléctricos.</a:t>
            </a:r>
            <a:endParaRPr b="1" i="0" sz="2000" u="none" cap="none" strike="noStrike">
              <a:solidFill>
                <a:srgbClr val="000000"/>
              </a:solidFill>
              <a:latin typeface="Times New Roman"/>
              <a:ea typeface="Times New Roman"/>
              <a:cs typeface="Times New Roman"/>
              <a:sym typeface="Times New Roman"/>
            </a:endParaRPr>
          </a:p>
        </p:txBody>
      </p:sp>
      <p:sp>
        <p:nvSpPr>
          <p:cNvPr id="273" name="Google Shape;273;p13"/>
          <p:cNvSpPr/>
          <p:nvPr/>
        </p:nvSpPr>
        <p:spPr>
          <a:xfrm>
            <a:off x="5090129" y="4928192"/>
            <a:ext cx="6718852" cy="1395608"/>
          </a:xfrm>
          <a:prstGeom prst="snip2DiagRect">
            <a:avLst>
              <a:gd fmla="val 0" name="adj1"/>
              <a:gd fmla="val 16667" name="adj2"/>
            </a:avLst>
          </a:prstGeom>
          <a:noFill/>
          <a:ln cap="flat" cmpd="sng" w="381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Funcionalidad</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Incruste la pieza de trabajo de pequeñas columnas desde el contenedor de alimentación en la pieza de trabajo procesada.</a:t>
            </a:r>
            <a:endParaRPr b="1" i="0" sz="2000" u="none" cap="none" strike="noStrike">
              <a:solidFill>
                <a:srgbClr val="000000"/>
              </a:solidFill>
              <a:latin typeface="Times New Roman"/>
              <a:ea typeface="Times New Roman"/>
              <a:cs typeface="Times New Roman"/>
              <a:sym typeface="Times New Roman"/>
            </a:endParaRPr>
          </a:p>
        </p:txBody>
      </p:sp>
      <p:cxnSp>
        <p:nvCxnSpPr>
          <p:cNvPr id="274" name="Google Shape;274;p13"/>
          <p:cNvCxnSpPr/>
          <p:nvPr/>
        </p:nvCxnSpPr>
        <p:spPr>
          <a:xfrm flipH="1">
            <a:off x="3432313" y="3061252"/>
            <a:ext cx="1961322" cy="530087"/>
          </a:xfrm>
          <a:prstGeom prst="straightConnector1">
            <a:avLst/>
          </a:prstGeom>
          <a:noFill/>
          <a:ln cap="flat" cmpd="sng" w="57150">
            <a:solidFill>
              <a:srgbClr val="00B050"/>
            </a:solidFill>
            <a:prstDash val="solid"/>
            <a:miter lim="800000"/>
            <a:headEnd len="sm" w="sm" type="none"/>
            <a:tailEnd len="med" w="med" type="triangle"/>
          </a:ln>
        </p:spPr>
      </p:cxnSp>
      <p:cxnSp>
        <p:nvCxnSpPr>
          <p:cNvPr id="275" name="Google Shape;275;p13"/>
          <p:cNvCxnSpPr/>
          <p:nvPr/>
        </p:nvCxnSpPr>
        <p:spPr>
          <a:xfrm flipH="1">
            <a:off x="3065188" y="3360619"/>
            <a:ext cx="2328447" cy="861559"/>
          </a:xfrm>
          <a:prstGeom prst="straightConnector1">
            <a:avLst/>
          </a:prstGeom>
          <a:noFill/>
          <a:ln cap="flat" cmpd="sng" w="57150">
            <a:solidFill>
              <a:srgbClr val="00B050"/>
            </a:solidFill>
            <a:prstDash val="solid"/>
            <a:miter lim="800000"/>
            <a:headEnd len="sm" w="sm" type="none"/>
            <a:tailEnd len="med" w="med" type="triangle"/>
          </a:ln>
        </p:spPr>
      </p:cxnSp>
      <p:cxnSp>
        <p:nvCxnSpPr>
          <p:cNvPr id="276" name="Google Shape;276;p13"/>
          <p:cNvCxnSpPr/>
          <p:nvPr/>
        </p:nvCxnSpPr>
        <p:spPr>
          <a:xfrm flipH="1">
            <a:off x="2425148" y="3602695"/>
            <a:ext cx="2968487" cy="52384"/>
          </a:xfrm>
          <a:prstGeom prst="straightConnector1">
            <a:avLst/>
          </a:prstGeom>
          <a:noFill/>
          <a:ln cap="flat" cmpd="sng" w="57150">
            <a:solidFill>
              <a:srgbClr val="00B050"/>
            </a:solidFill>
            <a:prstDash val="solid"/>
            <a:miter lim="800000"/>
            <a:headEnd len="sm" w="sm" type="none"/>
            <a:tailEnd len="med" w="med" type="triangle"/>
          </a:ln>
        </p:spPr>
      </p:cxnSp>
      <p:cxnSp>
        <p:nvCxnSpPr>
          <p:cNvPr id="277" name="Google Shape;277;p13"/>
          <p:cNvCxnSpPr/>
          <p:nvPr/>
        </p:nvCxnSpPr>
        <p:spPr>
          <a:xfrm flipH="1">
            <a:off x="3065188" y="3875000"/>
            <a:ext cx="2328447" cy="53562"/>
          </a:xfrm>
          <a:prstGeom prst="straightConnector1">
            <a:avLst/>
          </a:prstGeom>
          <a:noFill/>
          <a:ln cap="flat" cmpd="sng" w="57150">
            <a:solidFill>
              <a:srgbClr val="00B050"/>
            </a:solidFill>
            <a:prstDash val="solid"/>
            <a:miter lim="800000"/>
            <a:headEnd len="sm" w="sm" type="none"/>
            <a:tailEnd len="med" w="med" type="triangle"/>
          </a:ln>
        </p:spPr>
      </p:cxnSp>
      <p:cxnSp>
        <p:nvCxnSpPr>
          <p:cNvPr id="278" name="Google Shape;278;p13"/>
          <p:cNvCxnSpPr/>
          <p:nvPr/>
        </p:nvCxnSpPr>
        <p:spPr>
          <a:xfrm flipH="1">
            <a:off x="2737172" y="4177055"/>
            <a:ext cx="2656463" cy="63629"/>
          </a:xfrm>
          <a:prstGeom prst="straightConnector1">
            <a:avLst/>
          </a:prstGeom>
          <a:noFill/>
          <a:ln cap="flat" cmpd="sng" w="57150">
            <a:solidFill>
              <a:srgbClr val="00B050"/>
            </a:solidFill>
            <a:prstDash val="solid"/>
            <a:miter lim="800000"/>
            <a:headEnd len="sm" w="sm" type="none"/>
            <a:tailEnd len="med" w="med" type="triangle"/>
          </a:ln>
        </p:spPr>
      </p:cxnSp>
      <p:cxnSp>
        <p:nvCxnSpPr>
          <p:cNvPr id="279" name="Google Shape;279;p13"/>
          <p:cNvCxnSpPr/>
          <p:nvPr/>
        </p:nvCxnSpPr>
        <p:spPr>
          <a:xfrm flipH="1">
            <a:off x="3525078" y="4405087"/>
            <a:ext cx="1868557" cy="147040"/>
          </a:xfrm>
          <a:prstGeom prst="straightConnector1">
            <a:avLst/>
          </a:prstGeom>
          <a:noFill/>
          <a:ln cap="flat" cmpd="sng" w="57150">
            <a:solidFill>
              <a:srgbClr val="00B05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285" name="Google Shape;285;p14"/>
          <p:cNvSpPr txBox="1"/>
          <p:nvPr/>
        </p:nvSpPr>
        <p:spPr>
          <a:xfrm>
            <a:off x="655616" y="241756"/>
            <a:ext cx="1900358"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286" name="Google Shape;286;p14"/>
          <p:cNvSpPr txBox="1"/>
          <p:nvPr/>
        </p:nvSpPr>
        <p:spPr>
          <a:xfrm>
            <a:off x="655616" y="672643"/>
            <a:ext cx="4038779"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2200"/>
              <a:buFont typeface="Times New Roman"/>
              <a:buNone/>
            </a:pPr>
            <a:r>
              <a:rPr b="1" i="0" lang="es-BO" sz="2200" u="none" cap="none" strike="noStrike">
                <a:solidFill>
                  <a:srgbClr val="00B050"/>
                </a:solidFill>
                <a:latin typeface="Times New Roman"/>
                <a:ea typeface="Times New Roman"/>
                <a:cs typeface="Times New Roman"/>
                <a:sym typeface="Times New Roman"/>
              </a:rPr>
              <a:t>█</a:t>
            </a:r>
            <a:r>
              <a:rPr b="1" i="0" lang="es-BO" sz="2200" u="none" cap="none" strike="noStrike">
                <a:solidFill>
                  <a:srgbClr val="002060"/>
                </a:solidFill>
                <a:latin typeface="Times New Roman"/>
                <a:ea typeface="Times New Roman"/>
                <a:cs typeface="Times New Roman"/>
                <a:sym typeface="Times New Roman"/>
              </a:rPr>
              <a:t>  Unidad de Ensamblaje</a:t>
            </a:r>
            <a:endParaRPr/>
          </a:p>
        </p:txBody>
      </p:sp>
      <p:cxnSp>
        <p:nvCxnSpPr>
          <p:cNvPr id="287" name="Google Shape;287;p14"/>
          <p:cNvCxnSpPr/>
          <p:nvPr/>
        </p:nvCxnSpPr>
        <p:spPr>
          <a:xfrm>
            <a:off x="2213113" y="6110506"/>
            <a:ext cx="0" cy="290294"/>
          </a:xfrm>
          <a:prstGeom prst="straightConnector1">
            <a:avLst/>
          </a:prstGeom>
          <a:noFill/>
          <a:ln cap="flat" cmpd="sng" w="28575">
            <a:solidFill>
              <a:srgbClr val="A5A5A5"/>
            </a:solidFill>
            <a:prstDash val="solid"/>
            <a:miter lim="800000"/>
            <a:headEnd len="sm" w="sm" type="none"/>
            <a:tailEnd len="sm" w="sm" type="none"/>
          </a:ln>
        </p:spPr>
      </p:cxnSp>
      <p:pic>
        <p:nvPicPr>
          <p:cNvPr id="288" name="Google Shape;288;p14"/>
          <p:cNvPicPr preferRelativeResize="0"/>
          <p:nvPr/>
        </p:nvPicPr>
        <p:blipFill rotWithShape="1">
          <a:blip r:embed="rId3">
            <a:alphaModFix/>
          </a:blip>
          <a:srcRect b="0" l="0" r="0" t="0"/>
          <a:stretch/>
        </p:blipFill>
        <p:spPr>
          <a:xfrm>
            <a:off x="655616" y="1609056"/>
            <a:ext cx="5440384" cy="4834830"/>
          </a:xfrm>
          <a:prstGeom prst="rect">
            <a:avLst/>
          </a:prstGeom>
          <a:noFill/>
          <a:ln>
            <a:noFill/>
          </a:ln>
        </p:spPr>
      </p:pic>
      <p:pic>
        <p:nvPicPr>
          <p:cNvPr id="289" name="Google Shape;289;p14"/>
          <p:cNvPicPr preferRelativeResize="0"/>
          <p:nvPr/>
        </p:nvPicPr>
        <p:blipFill rotWithShape="1">
          <a:blip r:embed="rId4">
            <a:alphaModFix/>
          </a:blip>
          <a:srcRect b="0" l="0" r="0" t="0"/>
          <a:stretch/>
        </p:blipFill>
        <p:spPr>
          <a:xfrm>
            <a:off x="6047518" y="1810846"/>
            <a:ext cx="6144482" cy="3877216"/>
          </a:xfrm>
          <a:prstGeom prst="rect">
            <a:avLst/>
          </a:prstGeom>
          <a:noFill/>
          <a:ln>
            <a:noFill/>
          </a:ln>
        </p:spPr>
      </p:pic>
      <p:grpSp>
        <p:nvGrpSpPr>
          <p:cNvPr id="290" name="Google Shape;290;p14"/>
          <p:cNvGrpSpPr/>
          <p:nvPr/>
        </p:nvGrpSpPr>
        <p:grpSpPr>
          <a:xfrm>
            <a:off x="2425148" y="1609055"/>
            <a:ext cx="5504201" cy="5073400"/>
            <a:chOff x="2425148" y="1609055"/>
            <a:chExt cx="5504201" cy="5073400"/>
          </a:xfrm>
        </p:grpSpPr>
        <p:grpSp>
          <p:nvGrpSpPr>
            <p:cNvPr id="291" name="Google Shape;291;p14"/>
            <p:cNvGrpSpPr/>
            <p:nvPr/>
          </p:nvGrpSpPr>
          <p:grpSpPr>
            <a:xfrm>
              <a:off x="2425148" y="1609056"/>
              <a:ext cx="3670852" cy="5073399"/>
              <a:chOff x="2425148" y="1609056"/>
              <a:chExt cx="3670852" cy="5073399"/>
            </a:xfrm>
          </p:grpSpPr>
          <p:cxnSp>
            <p:nvCxnSpPr>
              <p:cNvPr id="292" name="Google Shape;292;p14"/>
              <p:cNvCxnSpPr/>
              <p:nvPr/>
            </p:nvCxnSpPr>
            <p:spPr>
              <a:xfrm>
                <a:off x="2425148" y="6400800"/>
                <a:ext cx="0" cy="281655"/>
              </a:xfrm>
              <a:prstGeom prst="straightConnector1">
                <a:avLst/>
              </a:prstGeom>
              <a:noFill/>
              <a:ln cap="flat" cmpd="sng" w="28575">
                <a:solidFill>
                  <a:srgbClr val="A5A5A5"/>
                </a:solidFill>
                <a:prstDash val="solid"/>
                <a:miter lim="800000"/>
                <a:headEnd len="sm" w="sm" type="none"/>
                <a:tailEnd len="sm" w="sm" type="none"/>
              </a:ln>
            </p:spPr>
          </p:cxnSp>
          <p:cxnSp>
            <p:nvCxnSpPr>
              <p:cNvPr id="293" name="Google Shape;293;p14"/>
              <p:cNvCxnSpPr/>
              <p:nvPr/>
            </p:nvCxnSpPr>
            <p:spPr>
              <a:xfrm>
                <a:off x="2425148" y="6682455"/>
                <a:ext cx="3670852" cy="0"/>
              </a:xfrm>
              <a:prstGeom prst="straightConnector1">
                <a:avLst/>
              </a:prstGeom>
              <a:noFill/>
              <a:ln cap="flat" cmpd="sng" w="28575">
                <a:solidFill>
                  <a:srgbClr val="A5A5A5"/>
                </a:solidFill>
                <a:prstDash val="solid"/>
                <a:miter lim="800000"/>
                <a:headEnd len="sm" w="sm" type="none"/>
                <a:tailEnd len="sm" w="sm" type="none"/>
              </a:ln>
            </p:spPr>
          </p:cxnSp>
          <p:cxnSp>
            <p:nvCxnSpPr>
              <p:cNvPr id="294" name="Google Shape;294;p14"/>
              <p:cNvCxnSpPr/>
              <p:nvPr/>
            </p:nvCxnSpPr>
            <p:spPr>
              <a:xfrm rot="10800000">
                <a:off x="6096000" y="1609056"/>
                <a:ext cx="0" cy="5073399"/>
              </a:xfrm>
              <a:prstGeom prst="straightConnector1">
                <a:avLst/>
              </a:prstGeom>
              <a:noFill/>
              <a:ln cap="flat" cmpd="sng" w="28575">
                <a:solidFill>
                  <a:srgbClr val="A5A5A5"/>
                </a:solidFill>
                <a:prstDash val="solid"/>
                <a:miter lim="800000"/>
                <a:headEnd len="sm" w="sm" type="none"/>
                <a:tailEnd len="sm" w="sm" type="none"/>
              </a:ln>
            </p:spPr>
          </p:cxnSp>
        </p:grpSp>
        <p:cxnSp>
          <p:nvCxnSpPr>
            <p:cNvPr id="295" name="Google Shape;295;p14"/>
            <p:cNvCxnSpPr/>
            <p:nvPr/>
          </p:nvCxnSpPr>
          <p:spPr>
            <a:xfrm flipH="1">
              <a:off x="6096000" y="1609055"/>
              <a:ext cx="1833349" cy="1"/>
            </a:xfrm>
            <a:prstGeom prst="straightConnector1">
              <a:avLst/>
            </a:prstGeom>
            <a:noFill/>
            <a:ln cap="flat" cmpd="sng" w="28575">
              <a:solidFill>
                <a:srgbClr val="A5A5A5"/>
              </a:solidFill>
              <a:prstDash val="solid"/>
              <a:miter lim="800000"/>
              <a:headEnd len="sm" w="sm" type="none"/>
              <a:tailEnd len="sm" w="sm" type="none"/>
            </a:ln>
          </p:spPr>
        </p:cxnSp>
        <p:cxnSp>
          <p:nvCxnSpPr>
            <p:cNvPr id="296" name="Google Shape;296;p14"/>
            <p:cNvCxnSpPr/>
            <p:nvPr/>
          </p:nvCxnSpPr>
          <p:spPr>
            <a:xfrm rot="10800000">
              <a:off x="7929349" y="1609056"/>
              <a:ext cx="0" cy="315278"/>
            </a:xfrm>
            <a:prstGeom prst="straightConnector1">
              <a:avLst/>
            </a:prstGeom>
            <a:noFill/>
            <a:ln cap="flat" cmpd="sng" w="28575">
              <a:solidFill>
                <a:srgbClr val="A5A5A5"/>
              </a:solidFill>
              <a:prstDash val="solid"/>
              <a:miter lim="800000"/>
              <a:headEnd len="sm" w="sm" type="none"/>
              <a:tailEnd len="sm" w="sm" type="none"/>
            </a:ln>
          </p:spPr>
        </p:cxn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5"/>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302" name="Google Shape;302;p15"/>
          <p:cNvSpPr txBox="1"/>
          <p:nvPr/>
        </p:nvSpPr>
        <p:spPr>
          <a:xfrm>
            <a:off x="755374" y="516835"/>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303" name="Google Shape;303;p15"/>
          <p:cNvSpPr txBox="1"/>
          <p:nvPr/>
        </p:nvSpPr>
        <p:spPr>
          <a:xfrm>
            <a:off x="755374" y="901531"/>
            <a:ext cx="993913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2200"/>
              <a:buFont typeface="Times New Roman"/>
              <a:buNone/>
            </a:pPr>
            <a:r>
              <a:rPr b="1" i="0" lang="es-BO" sz="2200" u="none" cap="none" strike="noStrike">
                <a:solidFill>
                  <a:srgbClr val="7030A0"/>
                </a:solidFill>
                <a:latin typeface="Times New Roman"/>
                <a:ea typeface="Times New Roman"/>
                <a:cs typeface="Times New Roman"/>
                <a:sym typeface="Times New Roman"/>
              </a:rPr>
              <a:t>█ </a:t>
            </a:r>
            <a:r>
              <a:rPr b="1" i="0" lang="es-BO" sz="2200" u="none" cap="none" strike="noStrike">
                <a:solidFill>
                  <a:srgbClr val="00B050"/>
                </a:solidFill>
                <a:latin typeface="Times New Roman"/>
                <a:ea typeface="Times New Roman"/>
                <a:cs typeface="Times New Roman"/>
                <a:sym typeface="Times New Roman"/>
              </a:rPr>
              <a:t> </a:t>
            </a:r>
            <a:r>
              <a:rPr b="1" i="0" lang="es-BO" sz="2200" u="none" cap="none" strike="noStrike">
                <a:solidFill>
                  <a:srgbClr val="002060"/>
                </a:solidFill>
                <a:latin typeface="Times New Roman"/>
                <a:ea typeface="Times New Roman"/>
                <a:cs typeface="Times New Roman"/>
                <a:sym typeface="Times New Roman"/>
              </a:rPr>
              <a:t>Unidad de transporte</a:t>
            </a:r>
            <a:endParaRPr/>
          </a:p>
        </p:txBody>
      </p:sp>
      <p:pic>
        <p:nvPicPr>
          <p:cNvPr id="304" name="Google Shape;304;p15"/>
          <p:cNvPicPr preferRelativeResize="0"/>
          <p:nvPr/>
        </p:nvPicPr>
        <p:blipFill rotWithShape="1">
          <a:blip r:embed="rId3">
            <a:alphaModFix/>
          </a:blip>
          <a:srcRect b="0" l="0" r="0" t="0"/>
          <a:stretch/>
        </p:blipFill>
        <p:spPr>
          <a:xfrm>
            <a:off x="510160" y="2056231"/>
            <a:ext cx="5472300" cy="2745538"/>
          </a:xfrm>
          <a:prstGeom prst="rect">
            <a:avLst/>
          </a:prstGeom>
          <a:noFill/>
          <a:ln>
            <a:noFill/>
          </a:ln>
        </p:spPr>
      </p:pic>
      <p:sp>
        <p:nvSpPr>
          <p:cNvPr id="305" name="Google Shape;305;p15"/>
          <p:cNvSpPr/>
          <p:nvPr/>
        </p:nvSpPr>
        <p:spPr>
          <a:xfrm>
            <a:off x="6096000" y="435269"/>
            <a:ext cx="5737484" cy="1395608"/>
          </a:xfrm>
          <a:prstGeom prst="snip2DiagRect">
            <a:avLst>
              <a:gd fmla="val 0" name="adj1"/>
              <a:gd fmla="val 16667" name="adj2"/>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Características</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unidad de entrega consta principalmente de dispositivos de movimiento lineal y dispositivos de recogida y entrega de piezas de trabajo</a:t>
            </a:r>
            <a:endParaRPr b="1" i="0" sz="2000" u="none" cap="none" strike="noStrike">
              <a:solidFill>
                <a:srgbClr val="000000"/>
              </a:solidFill>
              <a:latin typeface="Times New Roman"/>
              <a:ea typeface="Times New Roman"/>
              <a:cs typeface="Times New Roman"/>
              <a:sym typeface="Times New Roman"/>
            </a:endParaRPr>
          </a:p>
        </p:txBody>
      </p:sp>
      <p:sp>
        <p:nvSpPr>
          <p:cNvPr id="306" name="Google Shape;306;p15"/>
          <p:cNvSpPr/>
          <p:nvPr/>
        </p:nvSpPr>
        <p:spPr>
          <a:xfrm>
            <a:off x="6095999" y="2033170"/>
            <a:ext cx="5737485" cy="2542161"/>
          </a:xfrm>
          <a:prstGeom prst="snip2DiagRect">
            <a:avLst>
              <a:gd fmla="val 0" name="adj1"/>
              <a:gd fmla="val 16667" name="adj2"/>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Dispositivos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Motores de accionamiento</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cilindros delgados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mesas basculantes neumáticas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cilindros de doble barra guía</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dedos neumáticos</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finales de carrera</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interruptores magnéticos.</a:t>
            </a:r>
            <a:endParaRPr b="1" i="0" sz="2000" u="none" cap="none" strike="noStrike">
              <a:solidFill>
                <a:srgbClr val="000000"/>
              </a:solidFill>
              <a:latin typeface="Times New Roman"/>
              <a:ea typeface="Times New Roman"/>
              <a:cs typeface="Times New Roman"/>
              <a:sym typeface="Times New Roman"/>
            </a:endParaRPr>
          </a:p>
        </p:txBody>
      </p:sp>
      <p:sp>
        <p:nvSpPr>
          <p:cNvPr id="307" name="Google Shape;307;p15"/>
          <p:cNvSpPr/>
          <p:nvPr/>
        </p:nvSpPr>
        <p:spPr>
          <a:xfrm>
            <a:off x="6095999" y="4771551"/>
            <a:ext cx="5737485" cy="1651180"/>
          </a:xfrm>
          <a:prstGeom prst="snip2DiagRect">
            <a:avLst>
              <a:gd fmla="val 0" name="adj1"/>
              <a:gd fmla="val 16667" name="adj2"/>
            </a:avLst>
          </a:prstGeom>
          <a:no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1" i="0" lang="es-BO" sz="2000" u="none" cap="none" strike="noStrike">
                <a:solidFill>
                  <a:srgbClr val="000000"/>
                </a:solidFill>
                <a:latin typeface="Times New Roman"/>
                <a:ea typeface="Times New Roman"/>
                <a:cs typeface="Times New Roman"/>
                <a:sym typeface="Times New Roman"/>
              </a:rPr>
              <a:t>Funcionalidad</a:t>
            </a:r>
            <a:endParaRPr/>
          </a:p>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Puede realizar el posicionamiento preciso de la mesa de materiales en una unidad designada. Tome una pieza de trabajo y llevarla a un lugar determinado y déjela caer.</a:t>
            </a:r>
            <a:r>
              <a:rPr b="0" i="0" lang="es-BO" sz="2000" u="none" cap="none" strike="noStrike">
                <a:solidFill>
                  <a:srgbClr val="FFFFFF"/>
                </a:solidFill>
                <a:latin typeface="Times New Roman"/>
                <a:ea typeface="Times New Roman"/>
                <a:cs typeface="Times New Roman"/>
                <a:sym typeface="Times New Roman"/>
              </a:rPr>
              <a:t>.</a:t>
            </a:r>
            <a:endParaRPr b="1" i="0" sz="2000" u="none" cap="none" strike="noStrike">
              <a:solidFill>
                <a:srgbClr val="000000"/>
              </a:solidFill>
              <a:latin typeface="Times New Roman"/>
              <a:ea typeface="Times New Roman"/>
              <a:cs typeface="Times New Roman"/>
              <a:sym typeface="Times New Roman"/>
            </a:endParaRPr>
          </a:p>
        </p:txBody>
      </p:sp>
      <p:cxnSp>
        <p:nvCxnSpPr>
          <p:cNvPr id="308" name="Google Shape;308;p15"/>
          <p:cNvCxnSpPr/>
          <p:nvPr/>
        </p:nvCxnSpPr>
        <p:spPr>
          <a:xfrm flipH="1">
            <a:off x="5420139" y="2637183"/>
            <a:ext cx="1007165" cy="697635"/>
          </a:xfrm>
          <a:prstGeom prst="straightConnector1">
            <a:avLst/>
          </a:prstGeom>
          <a:noFill/>
          <a:ln cap="flat" cmpd="sng" w="57150">
            <a:solidFill>
              <a:srgbClr val="7030A0"/>
            </a:solidFill>
            <a:prstDash val="solid"/>
            <a:miter lim="800000"/>
            <a:headEnd len="sm" w="sm" type="none"/>
            <a:tailEnd len="med" w="med" type="triangle"/>
          </a:ln>
        </p:spPr>
      </p:cxnSp>
      <p:cxnSp>
        <p:nvCxnSpPr>
          <p:cNvPr id="309" name="Google Shape;309;p15"/>
          <p:cNvCxnSpPr/>
          <p:nvPr/>
        </p:nvCxnSpPr>
        <p:spPr>
          <a:xfrm rot="10800000">
            <a:off x="4455214" y="2448708"/>
            <a:ext cx="1962150" cy="459786"/>
          </a:xfrm>
          <a:prstGeom prst="straightConnector1">
            <a:avLst/>
          </a:prstGeom>
          <a:noFill/>
          <a:ln cap="flat" cmpd="sng" w="57150">
            <a:solidFill>
              <a:srgbClr val="7030A0"/>
            </a:solidFill>
            <a:prstDash val="solid"/>
            <a:miter lim="800000"/>
            <a:headEnd len="sm" w="sm" type="none"/>
            <a:tailEnd len="med" w="med" type="triangle"/>
          </a:ln>
        </p:spPr>
      </p:cxnSp>
      <p:cxnSp>
        <p:nvCxnSpPr>
          <p:cNvPr id="310" name="Google Shape;310;p15"/>
          <p:cNvCxnSpPr/>
          <p:nvPr/>
        </p:nvCxnSpPr>
        <p:spPr>
          <a:xfrm flipH="1">
            <a:off x="4455215" y="3191805"/>
            <a:ext cx="1972088" cy="62953"/>
          </a:xfrm>
          <a:prstGeom prst="straightConnector1">
            <a:avLst/>
          </a:prstGeom>
          <a:noFill/>
          <a:ln cap="flat" cmpd="sng" w="57150">
            <a:solidFill>
              <a:srgbClr val="7030A0"/>
            </a:solidFill>
            <a:prstDash val="solid"/>
            <a:miter lim="800000"/>
            <a:headEnd len="sm" w="sm" type="none"/>
            <a:tailEnd len="med" w="med" type="triangle"/>
          </a:ln>
        </p:spPr>
      </p:cxnSp>
      <p:cxnSp>
        <p:nvCxnSpPr>
          <p:cNvPr id="311" name="Google Shape;311;p15"/>
          <p:cNvCxnSpPr/>
          <p:nvPr/>
        </p:nvCxnSpPr>
        <p:spPr>
          <a:xfrm rot="10800000">
            <a:off x="3200402" y="3254758"/>
            <a:ext cx="3216962" cy="208358"/>
          </a:xfrm>
          <a:prstGeom prst="straightConnector1">
            <a:avLst/>
          </a:prstGeom>
          <a:noFill/>
          <a:ln cap="flat" cmpd="sng" w="57150">
            <a:solidFill>
              <a:srgbClr val="7030A0"/>
            </a:solidFill>
            <a:prstDash val="solid"/>
            <a:miter lim="800000"/>
            <a:headEnd len="sm" w="sm" type="none"/>
            <a:tailEnd len="med" w="med" type="triangle"/>
          </a:ln>
        </p:spPr>
      </p:cxnSp>
      <p:cxnSp>
        <p:nvCxnSpPr>
          <p:cNvPr id="312" name="Google Shape;312;p15"/>
          <p:cNvCxnSpPr/>
          <p:nvPr/>
        </p:nvCxnSpPr>
        <p:spPr>
          <a:xfrm rot="10800000">
            <a:off x="3708954" y="2252487"/>
            <a:ext cx="2728288" cy="1477438"/>
          </a:xfrm>
          <a:prstGeom prst="straightConnector1">
            <a:avLst/>
          </a:prstGeom>
          <a:noFill/>
          <a:ln cap="flat" cmpd="sng" w="57150">
            <a:solidFill>
              <a:srgbClr val="7030A0"/>
            </a:solidFill>
            <a:prstDash val="solid"/>
            <a:miter lim="800000"/>
            <a:headEnd len="sm" w="sm" type="none"/>
            <a:tailEnd len="med" w="med" type="triangle"/>
          </a:ln>
        </p:spPr>
      </p:cxnSp>
      <p:cxnSp>
        <p:nvCxnSpPr>
          <p:cNvPr id="313" name="Google Shape;313;p15"/>
          <p:cNvCxnSpPr/>
          <p:nvPr/>
        </p:nvCxnSpPr>
        <p:spPr>
          <a:xfrm rot="10800000">
            <a:off x="623699" y="3037753"/>
            <a:ext cx="5803604" cy="971498"/>
          </a:xfrm>
          <a:prstGeom prst="straightConnector1">
            <a:avLst/>
          </a:prstGeom>
          <a:noFill/>
          <a:ln cap="flat" cmpd="sng" w="57150">
            <a:solidFill>
              <a:srgbClr val="7030A0"/>
            </a:solidFill>
            <a:prstDash val="solid"/>
            <a:miter lim="800000"/>
            <a:headEnd len="sm" w="sm" type="none"/>
            <a:tailEnd len="med" w="med" type="triangle"/>
          </a:ln>
        </p:spPr>
      </p:cxnSp>
      <p:cxnSp>
        <p:nvCxnSpPr>
          <p:cNvPr id="314" name="Google Shape;314;p15"/>
          <p:cNvCxnSpPr/>
          <p:nvPr/>
        </p:nvCxnSpPr>
        <p:spPr>
          <a:xfrm rot="10800000">
            <a:off x="4611757" y="3507265"/>
            <a:ext cx="1815547" cy="756990"/>
          </a:xfrm>
          <a:prstGeom prst="straightConnector1">
            <a:avLst/>
          </a:prstGeom>
          <a:noFill/>
          <a:ln cap="flat" cmpd="sng" w="57150">
            <a:solidFill>
              <a:srgbClr val="7030A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6"/>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320" name="Google Shape;320;p16"/>
          <p:cNvSpPr txBox="1"/>
          <p:nvPr/>
        </p:nvSpPr>
        <p:spPr>
          <a:xfrm>
            <a:off x="919147" y="741723"/>
            <a:ext cx="1851348"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INDUCCIÓN</a:t>
            </a:r>
            <a:endParaRPr/>
          </a:p>
        </p:txBody>
      </p:sp>
      <p:sp>
        <p:nvSpPr>
          <p:cNvPr id="321" name="Google Shape;321;p16"/>
          <p:cNvSpPr txBox="1"/>
          <p:nvPr/>
        </p:nvSpPr>
        <p:spPr>
          <a:xfrm>
            <a:off x="919147" y="1172610"/>
            <a:ext cx="3216125"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30A0"/>
              </a:buClr>
              <a:buSzPts val="2200"/>
              <a:buFont typeface="Times New Roman"/>
              <a:buNone/>
            </a:pPr>
            <a:r>
              <a:rPr b="1" i="0" lang="es-BO" sz="2200" u="none" cap="none" strike="noStrike">
                <a:solidFill>
                  <a:srgbClr val="7030A0"/>
                </a:solidFill>
                <a:latin typeface="Times New Roman"/>
                <a:ea typeface="Times New Roman"/>
                <a:cs typeface="Times New Roman"/>
                <a:sym typeface="Times New Roman"/>
              </a:rPr>
              <a:t>█ </a:t>
            </a:r>
            <a:r>
              <a:rPr b="1" i="0" lang="es-BO" sz="2200" u="none" cap="none" strike="noStrike">
                <a:solidFill>
                  <a:srgbClr val="00B050"/>
                </a:solidFill>
                <a:latin typeface="Times New Roman"/>
                <a:ea typeface="Times New Roman"/>
                <a:cs typeface="Times New Roman"/>
                <a:sym typeface="Times New Roman"/>
              </a:rPr>
              <a:t> </a:t>
            </a:r>
            <a:r>
              <a:rPr b="1" i="0" lang="es-BO" sz="2200" u="none" cap="none" strike="noStrike">
                <a:solidFill>
                  <a:srgbClr val="002060"/>
                </a:solidFill>
                <a:latin typeface="Times New Roman"/>
                <a:ea typeface="Times New Roman"/>
                <a:cs typeface="Times New Roman"/>
                <a:sym typeface="Times New Roman"/>
              </a:rPr>
              <a:t>Unidad de transporte</a:t>
            </a:r>
            <a:endParaRPr/>
          </a:p>
        </p:txBody>
      </p:sp>
      <p:pic>
        <p:nvPicPr>
          <p:cNvPr id="322" name="Google Shape;322;p16"/>
          <p:cNvPicPr preferRelativeResize="0"/>
          <p:nvPr/>
        </p:nvPicPr>
        <p:blipFill rotWithShape="1">
          <a:blip r:embed="rId3">
            <a:alphaModFix/>
          </a:blip>
          <a:srcRect b="0" l="0" r="0" t="0"/>
          <a:stretch/>
        </p:blipFill>
        <p:spPr>
          <a:xfrm>
            <a:off x="510160" y="1608352"/>
            <a:ext cx="6547078" cy="4343111"/>
          </a:xfrm>
          <a:prstGeom prst="rect">
            <a:avLst/>
          </a:prstGeom>
          <a:noFill/>
          <a:ln>
            <a:noFill/>
          </a:ln>
        </p:spPr>
      </p:pic>
      <p:pic>
        <p:nvPicPr>
          <p:cNvPr id="323" name="Google Shape;323;p16"/>
          <p:cNvPicPr preferRelativeResize="0"/>
          <p:nvPr/>
        </p:nvPicPr>
        <p:blipFill rotWithShape="1">
          <a:blip r:embed="rId4">
            <a:alphaModFix/>
          </a:blip>
          <a:srcRect b="0" l="0" r="42166" t="0"/>
          <a:stretch/>
        </p:blipFill>
        <p:spPr>
          <a:xfrm>
            <a:off x="7609249" y="1773165"/>
            <a:ext cx="4236364" cy="4013486"/>
          </a:xfrm>
          <a:prstGeom prst="rect">
            <a:avLst/>
          </a:prstGeom>
          <a:noFill/>
          <a:ln>
            <a:noFill/>
          </a:ln>
        </p:spPr>
      </p:pic>
      <p:cxnSp>
        <p:nvCxnSpPr>
          <p:cNvPr id="324" name="Google Shape;324;p16"/>
          <p:cNvCxnSpPr>
            <a:endCxn id="325" idx="4"/>
          </p:cNvCxnSpPr>
          <p:nvPr/>
        </p:nvCxnSpPr>
        <p:spPr>
          <a:xfrm rot="10800000">
            <a:off x="9727431" y="1603497"/>
            <a:ext cx="0" cy="307200"/>
          </a:xfrm>
          <a:prstGeom prst="straightConnector1">
            <a:avLst/>
          </a:prstGeom>
          <a:noFill/>
          <a:ln cap="flat" cmpd="sng" w="38100">
            <a:solidFill>
              <a:srgbClr val="A5A5A5"/>
            </a:solidFill>
            <a:prstDash val="solid"/>
            <a:miter lim="800000"/>
            <a:headEnd len="sm" w="sm" type="none"/>
            <a:tailEnd len="sm" w="sm" type="none"/>
          </a:ln>
        </p:spPr>
      </p:cxnSp>
      <p:pic>
        <p:nvPicPr>
          <p:cNvPr id="325" name="Google Shape;325;p16"/>
          <p:cNvPicPr preferRelativeResize="0"/>
          <p:nvPr/>
        </p:nvPicPr>
        <p:blipFill rotWithShape="1">
          <a:blip r:embed="rId5">
            <a:alphaModFix/>
          </a:blip>
          <a:srcRect b="0" l="0" r="0" t="0"/>
          <a:stretch/>
        </p:blipFill>
        <p:spPr>
          <a:xfrm>
            <a:off x="9506860" y="1258024"/>
            <a:ext cx="441142" cy="345473"/>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cxnSp>
        <p:nvCxnSpPr>
          <p:cNvPr id="326" name="Google Shape;326;p16"/>
          <p:cNvCxnSpPr>
            <a:stCxn id="327" idx="0"/>
          </p:cNvCxnSpPr>
          <p:nvPr/>
        </p:nvCxnSpPr>
        <p:spPr>
          <a:xfrm rot="10800000">
            <a:off x="2306638" y="5786732"/>
            <a:ext cx="0" cy="255000"/>
          </a:xfrm>
          <a:prstGeom prst="straightConnector1">
            <a:avLst/>
          </a:prstGeom>
          <a:noFill/>
          <a:ln cap="flat" cmpd="sng" w="28575">
            <a:solidFill>
              <a:srgbClr val="A5A5A5"/>
            </a:solidFill>
            <a:prstDash val="solid"/>
            <a:miter lim="800000"/>
            <a:headEnd len="sm" w="sm" type="none"/>
            <a:tailEnd len="sm" w="sm" type="none"/>
          </a:ln>
        </p:spPr>
      </p:cxnSp>
      <p:pic>
        <p:nvPicPr>
          <p:cNvPr id="327" name="Google Shape;327;p16"/>
          <p:cNvPicPr preferRelativeResize="0"/>
          <p:nvPr/>
        </p:nvPicPr>
        <p:blipFill rotWithShape="1">
          <a:blip r:embed="rId5">
            <a:alphaModFix/>
          </a:blip>
          <a:srcRect b="0" l="0" r="0" t="0"/>
          <a:stretch/>
        </p:blipFill>
        <p:spPr>
          <a:xfrm>
            <a:off x="2086067" y="6041732"/>
            <a:ext cx="441142" cy="345473"/>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pSp>
        <p:nvGrpSpPr>
          <p:cNvPr id="332" name="Google Shape;332;p17"/>
          <p:cNvGrpSpPr/>
          <p:nvPr/>
        </p:nvGrpSpPr>
        <p:grpSpPr>
          <a:xfrm>
            <a:off x="8799859" y="2909721"/>
            <a:ext cx="2860400" cy="1701456"/>
            <a:chOff x="8799859" y="2909721"/>
            <a:chExt cx="2860400" cy="1701456"/>
          </a:xfrm>
        </p:grpSpPr>
        <p:sp>
          <p:nvSpPr>
            <p:cNvPr id="333" name="Google Shape;333;p17"/>
            <p:cNvSpPr/>
            <p:nvPr/>
          </p:nvSpPr>
          <p:spPr>
            <a:xfrm rot="1578501">
              <a:off x="8987931" y="3167693"/>
              <a:ext cx="1441189" cy="1185511"/>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4" name="Google Shape;334;p17"/>
            <p:cNvSpPr/>
            <p:nvPr/>
          </p:nvSpPr>
          <p:spPr>
            <a:xfrm>
              <a:off x="10220270" y="3254768"/>
              <a:ext cx="1322402" cy="1058716"/>
            </a:xfrm>
            <a:custGeom>
              <a:rect b="b" l="l" r="r" t="t"/>
              <a:pathLst>
                <a:path extrusionOk="0" h="16753" w="16765">
                  <a:moveTo>
                    <a:pt x="8383" y="1"/>
                  </a:moveTo>
                  <a:cubicBezTo>
                    <a:pt x="3751" y="1"/>
                    <a:pt x="1" y="3751"/>
                    <a:pt x="1" y="8383"/>
                  </a:cubicBezTo>
                  <a:cubicBezTo>
                    <a:pt x="1" y="13002"/>
                    <a:pt x="3751" y="16753"/>
                    <a:pt x="8383" y="16753"/>
                  </a:cubicBezTo>
                  <a:cubicBezTo>
                    <a:pt x="13014" y="16753"/>
                    <a:pt x="16765" y="13002"/>
                    <a:pt x="16765" y="8383"/>
                  </a:cubicBezTo>
                  <a:cubicBezTo>
                    <a:pt x="16765" y="3751"/>
                    <a:pt x="13014" y="1"/>
                    <a:pt x="8383"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800" u="none" cap="none" strike="noStrike">
                  <a:solidFill>
                    <a:srgbClr val="FFFFFF"/>
                  </a:solidFill>
                  <a:latin typeface="Times New Roman"/>
                  <a:ea typeface="Times New Roman"/>
                  <a:cs typeface="Times New Roman"/>
                  <a:sym typeface="Times New Roman"/>
                </a:rPr>
                <a:t>Diagramas de Flujo</a:t>
              </a:r>
              <a:endParaRPr b="0" i="0" sz="1800" u="none" cap="none" strike="noStrike">
                <a:solidFill>
                  <a:srgbClr val="000000"/>
                </a:solidFill>
                <a:latin typeface="Times New Roman"/>
                <a:ea typeface="Times New Roman"/>
                <a:cs typeface="Times New Roman"/>
                <a:sym typeface="Times New Roman"/>
              </a:endParaRPr>
            </a:p>
          </p:txBody>
        </p:sp>
        <p:sp>
          <p:nvSpPr>
            <p:cNvPr id="335" name="Google Shape;335;p17"/>
            <p:cNvSpPr/>
            <p:nvPr/>
          </p:nvSpPr>
          <p:spPr>
            <a:xfrm>
              <a:off x="10108714" y="3170077"/>
              <a:ext cx="1551545" cy="1243059"/>
            </a:xfrm>
            <a:custGeom>
              <a:rect b="b" l="l" r="r" t="t"/>
              <a:pathLst>
                <a:path extrusionOk="0" h="19670" w="19670">
                  <a:moveTo>
                    <a:pt x="9835" y="917"/>
                  </a:moveTo>
                  <a:cubicBezTo>
                    <a:pt x="14752" y="917"/>
                    <a:pt x="18753" y="4918"/>
                    <a:pt x="18753" y="9835"/>
                  </a:cubicBezTo>
                  <a:cubicBezTo>
                    <a:pt x="18753" y="14752"/>
                    <a:pt x="14752" y="18753"/>
                    <a:pt x="9835" y="18753"/>
                  </a:cubicBezTo>
                  <a:cubicBezTo>
                    <a:pt x="4918" y="18753"/>
                    <a:pt x="917" y="14752"/>
                    <a:pt x="917" y="9835"/>
                  </a:cubicBezTo>
                  <a:cubicBezTo>
                    <a:pt x="917" y="4918"/>
                    <a:pt x="4918" y="917"/>
                    <a:pt x="9835" y="917"/>
                  </a:cubicBezTo>
                  <a:close/>
                  <a:moveTo>
                    <a:pt x="9835" y="1"/>
                  </a:moveTo>
                  <a:cubicBezTo>
                    <a:pt x="4406" y="1"/>
                    <a:pt x="0" y="4406"/>
                    <a:pt x="0" y="9835"/>
                  </a:cubicBezTo>
                  <a:cubicBezTo>
                    <a:pt x="0" y="15264"/>
                    <a:pt x="4406" y="19670"/>
                    <a:pt x="9835" y="19670"/>
                  </a:cubicBezTo>
                  <a:cubicBezTo>
                    <a:pt x="15264" y="19670"/>
                    <a:pt x="19669" y="15264"/>
                    <a:pt x="19669" y="9835"/>
                  </a:cubicBezTo>
                  <a:cubicBezTo>
                    <a:pt x="19669" y="4406"/>
                    <a:pt x="15264" y="1"/>
                    <a:pt x="9835"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6" name="Google Shape;336;p17"/>
          <p:cNvGrpSpPr/>
          <p:nvPr/>
        </p:nvGrpSpPr>
        <p:grpSpPr>
          <a:xfrm>
            <a:off x="3289523" y="3966161"/>
            <a:ext cx="2276887" cy="1985739"/>
            <a:chOff x="3289523" y="3966161"/>
            <a:chExt cx="2276887" cy="1985739"/>
          </a:xfrm>
        </p:grpSpPr>
        <p:sp>
          <p:nvSpPr>
            <p:cNvPr id="337" name="Google Shape;337;p17"/>
            <p:cNvSpPr/>
            <p:nvPr/>
          </p:nvSpPr>
          <p:spPr>
            <a:xfrm rot="-2537861">
              <a:off x="3317294" y="4790350"/>
              <a:ext cx="885211" cy="424973"/>
            </a:xfrm>
            <a:custGeom>
              <a:rect b="b" l="l" r="r" t="t"/>
              <a:pathLst>
                <a:path extrusionOk="0" h="13537" w="24861">
                  <a:moveTo>
                    <a:pt x="20668" y="0"/>
                  </a:moveTo>
                  <a:cubicBezTo>
                    <a:pt x="12054" y="0"/>
                    <a:pt x="3945" y="4938"/>
                    <a:pt x="119" y="12880"/>
                  </a:cubicBezTo>
                  <a:cubicBezTo>
                    <a:pt x="119" y="12880"/>
                    <a:pt x="107" y="12904"/>
                    <a:pt x="107" y="12904"/>
                  </a:cubicBezTo>
                  <a:cubicBezTo>
                    <a:pt x="0" y="13130"/>
                    <a:pt x="96" y="13380"/>
                    <a:pt x="322" y="13488"/>
                  </a:cubicBezTo>
                  <a:cubicBezTo>
                    <a:pt x="386" y="13521"/>
                    <a:pt x="453" y="13537"/>
                    <a:pt x="520" y="13537"/>
                  </a:cubicBezTo>
                  <a:cubicBezTo>
                    <a:pt x="689" y="13537"/>
                    <a:pt x="852" y="13436"/>
                    <a:pt x="929" y="13273"/>
                  </a:cubicBezTo>
                  <a:cubicBezTo>
                    <a:pt x="4611" y="5649"/>
                    <a:pt x="12410" y="896"/>
                    <a:pt x="20681" y="896"/>
                  </a:cubicBezTo>
                  <a:cubicBezTo>
                    <a:pt x="21877" y="896"/>
                    <a:pt x="23084" y="996"/>
                    <a:pt x="24289" y="1200"/>
                  </a:cubicBezTo>
                  <a:cubicBezTo>
                    <a:pt x="24319" y="1207"/>
                    <a:pt x="24348" y="1209"/>
                    <a:pt x="24377" y="1209"/>
                  </a:cubicBezTo>
                  <a:cubicBezTo>
                    <a:pt x="24569" y="1209"/>
                    <a:pt x="24739" y="1077"/>
                    <a:pt x="24801" y="891"/>
                  </a:cubicBezTo>
                  <a:cubicBezTo>
                    <a:pt x="24801" y="879"/>
                    <a:pt x="24813" y="855"/>
                    <a:pt x="24813" y="831"/>
                  </a:cubicBezTo>
                  <a:cubicBezTo>
                    <a:pt x="24861" y="593"/>
                    <a:pt x="24694" y="355"/>
                    <a:pt x="24444" y="319"/>
                  </a:cubicBezTo>
                  <a:cubicBezTo>
                    <a:pt x="23182" y="105"/>
                    <a:pt x="21920" y="0"/>
                    <a:pt x="20668"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38" name="Google Shape;338;p17"/>
            <p:cNvGrpSpPr/>
            <p:nvPr/>
          </p:nvGrpSpPr>
          <p:grpSpPr>
            <a:xfrm>
              <a:off x="3665070" y="3966161"/>
              <a:ext cx="1901340" cy="1985739"/>
              <a:chOff x="3665070" y="3966161"/>
              <a:chExt cx="1901340" cy="1985739"/>
            </a:xfrm>
          </p:grpSpPr>
          <p:sp>
            <p:nvSpPr>
              <p:cNvPr id="339" name="Google Shape;339;p17"/>
              <p:cNvSpPr/>
              <p:nvPr/>
            </p:nvSpPr>
            <p:spPr>
              <a:xfrm>
                <a:off x="4046293" y="3966161"/>
                <a:ext cx="1520117" cy="1393444"/>
              </a:xfrm>
              <a:custGeom>
                <a:rect b="b" l="l" r="r" t="t"/>
                <a:pathLst>
                  <a:path extrusionOk="0" h="60448" w="64747">
                    <a:moveTo>
                      <a:pt x="64116" y="0"/>
                    </a:moveTo>
                    <a:lnTo>
                      <a:pt x="0" y="59769"/>
                    </a:lnTo>
                    <a:lnTo>
                      <a:pt x="631" y="60448"/>
                    </a:lnTo>
                    <a:lnTo>
                      <a:pt x="64747" y="679"/>
                    </a:lnTo>
                    <a:lnTo>
                      <a:pt x="64116" y="0"/>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0" name="Google Shape;340;p17"/>
              <p:cNvSpPr/>
              <p:nvPr/>
            </p:nvSpPr>
            <p:spPr>
              <a:xfrm rot="661646">
                <a:off x="4244502" y="4938769"/>
                <a:ext cx="1063716" cy="919890"/>
              </a:xfrm>
              <a:custGeom>
                <a:rect b="b" l="l" r="r" t="t"/>
                <a:pathLst>
                  <a:path extrusionOk="0" h="25735" w="22920">
                    <a:moveTo>
                      <a:pt x="18772" y="0"/>
                    </a:moveTo>
                    <a:cubicBezTo>
                      <a:pt x="18718" y="0"/>
                      <a:pt x="18663" y="11"/>
                      <a:pt x="18610" y="33"/>
                    </a:cubicBezTo>
                    <a:cubicBezTo>
                      <a:pt x="18372" y="116"/>
                      <a:pt x="18264" y="378"/>
                      <a:pt x="18348" y="616"/>
                    </a:cubicBezTo>
                    <a:lnTo>
                      <a:pt x="18372" y="676"/>
                    </a:lnTo>
                    <a:cubicBezTo>
                      <a:pt x="21908" y="9808"/>
                      <a:pt x="17348" y="20095"/>
                      <a:pt x="8227" y="23631"/>
                    </a:cubicBezTo>
                    <a:cubicBezTo>
                      <a:pt x="6153" y="24435"/>
                      <a:pt x="4004" y="24834"/>
                      <a:pt x="1822" y="24834"/>
                    </a:cubicBezTo>
                    <a:cubicBezTo>
                      <a:pt x="1387" y="24834"/>
                      <a:pt x="950" y="24818"/>
                      <a:pt x="512" y="24786"/>
                    </a:cubicBezTo>
                    <a:cubicBezTo>
                      <a:pt x="498" y="24785"/>
                      <a:pt x="484" y="24784"/>
                      <a:pt x="470" y="24784"/>
                    </a:cubicBezTo>
                    <a:cubicBezTo>
                      <a:pt x="238" y="24784"/>
                      <a:pt x="46" y="24967"/>
                      <a:pt x="24" y="25203"/>
                    </a:cubicBezTo>
                    <a:cubicBezTo>
                      <a:pt x="0" y="25441"/>
                      <a:pt x="191" y="25667"/>
                      <a:pt x="441" y="25679"/>
                    </a:cubicBezTo>
                    <a:cubicBezTo>
                      <a:pt x="922" y="25716"/>
                      <a:pt x="1401" y="25735"/>
                      <a:pt x="1879" y="25735"/>
                    </a:cubicBezTo>
                    <a:cubicBezTo>
                      <a:pt x="4157" y="25735"/>
                      <a:pt x="6393" y="25313"/>
                      <a:pt x="8549" y="24476"/>
                    </a:cubicBezTo>
                    <a:cubicBezTo>
                      <a:pt x="18145" y="20762"/>
                      <a:pt x="22920" y="9939"/>
                      <a:pt x="19217" y="354"/>
                    </a:cubicBezTo>
                    <a:lnTo>
                      <a:pt x="19193" y="295"/>
                    </a:lnTo>
                    <a:cubicBezTo>
                      <a:pt x="19120" y="113"/>
                      <a:pt x="18950" y="0"/>
                      <a:pt x="18772"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1" name="Google Shape;341;p17"/>
              <p:cNvSpPr/>
              <p:nvPr/>
            </p:nvSpPr>
            <p:spPr>
              <a:xfrm>
                <a:off x="3736896" y="4651410"/>
                <a:ext cx="1369364" cy="1055440"/>
              </a:xfrm>
              <a:custGeom>
                <a:rect b="b" l="l" r="r" t="t"/>
                <a:pathLst>
                  <a:path extrusionOk="0" h="33089" w="33100">
                    <a:moveTo>
                      <a:pt x="16550" y="1"/>
                    </a:moveTo>
                    <a:cubicBezTo>
                      <a:pt x="7406" y="1"/>
                      <a:pt x="0" y="7406"/>
                      <a:pt x="0" y="16550"/>
                    </a:cubicBezTo>
                    <a:cubicBezTo>
                      <a:pt x="0" y="25682"/>
                      <a:pt x="7406" y="33088"/>
                      <a:pt x="16550" y="33088"/>
                    </a:cubicBezTo>
                    <a:cubicBezTo>
                      <a:pt x="25682" y="33088"/>
                      <a:pt x="33100" y="25682"/>
                      <a:pt x="33100" y="16550"/>
                    </a:cubicBezTo>
                    <a:cubicBezTo>
                      <a:pt x="33100" y="7406"/>
                      <a:pt x="25682" y="1"/>
                      <a:pt x="16550"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ISA 5.1-1984(E1992)</a:t>
                </a:r>
                <a:endParaRPr b="0" i="0" sz="1500" u="none" cap="none" strike="noStrike">
                  <a:solidFill>
                    <a:srgbClr val="000000"/>
                  </a:solidFill>
                  <a:latin typeface="Calibri"/>
                  <a:ea typeface="Calibri"/>
                  <a:cs typeface="Calibri"/>
                  <a:sym typeface="Calibri"/>
                </a:endParaRPr>
              </a:p>
            </p:txBody>
          </p:sp>
          <p:sp>
            <p:nvSpPr>
              <p:cNvPr id="342" name="Google Shape;342;p17"/>
              <p:cNvSpPr/>
              <p:nvPr/>
            </p:nvSpPr>
            <p:spPr>
              <a:xfrm>
                <a:off x="3665070" y="5408488"/>
                <a:ext cx="1533989" cy="436120"/>
              </a:xfrm>
              <a:custGeom>
                <a:rect b="b" l="l" r="r" t="t"/>
                <a:pathLst>
                  <a:path extrusionOk="0" h="12201" w="33053">
                    <a:moveTo>
                      <a:pt x="517" y="1"/>
                    </a:moveTo>
                    <a:cubicBezTo>
                      <a:pt x="452" y="1"/>
                      <a:pt x="385" y="15"/>
                      <a:pt x="322" y="45"/>
                    </a:cubicBezTo>
                    <a:cubicBezTo>
                      <a:pt x="96" y="164"/>
                      <a:pt x="1" y="426"/>
                      <a:pt x="120" y="652"/>
                    </a:cubicBezTo>
                    <a:cubicBezTo>
                      <a:pt x="1036" y="2533"/>
                      <a:pt x="2239" y="4260"/>
                      <a:pt x="3691" y="5796"/>
                    </a:cubicBezTo>
                    <a:cubicBezTo>
                      <a:pt x="7735" y="10054"/>
                      <a:pt x="13180" y="12201"/>
                      <a:pt x="18636" y="12201"/>
                    </a:cubicBezTo>
                    <a:cubicBezTo>
                      <a:pt x="23736" y="12201"/>
                      <a:pt x="28845" y="10325"/>
                      <a:pt x="32826" y="6546"/>
                    </a:cubicBezTo>
                    <a:lnTo>
                      <a:pt x="32862" y="6498"/>
                    </a:lnTo>
                    <a:cubicBezTo>
                      <a:pt x="33040" y="6331"/>
                      <a:pt x="33052" y="6046"/>
                      <a:pt x="32886" y="5867"/>
                    </a:cubicBezTo>
                    <a:cubicBezTo>
                      <a:pt x="32792" y="5773"/>
                      <a:pt x="32668" y="5725"/>
                      <a:pt x="32546" y="5725"/>
                    </a:cubicBezTo>
                    <a:cubicBezTo>
                      <a:pt x="32436" y="5725"/>
                      <a:pt x="32327" y="5764"/>
                      <a:pt x="32243" y="5843"/>
                    </a:cubicBezTo>
                    <a:lnTo>
                      <a:pt x="32207" y="5891"/>
                    </a:lnTo>
                    <a:cubicBezTo>
                      <a:pt x="28399" y="9503"/>
                      <a:pt x="23515" y="11295"/>
                      <a:pt x="18640" y="11295"/>
                    </a:cubicBezTo>
                    <a:cubicBezTo>
                      <a:pt x="13424" y="11295"/>
                      <a:pt x="8217" y="9244"/>
                      <a:pt x="4346" y="5176"/>
                    </a:cubicBezTo>
                    <a:cubicBezTo>
                      <a:pt x="2953" y="3712"/>
                      <a:pt x="1810" y="2057"/>
                      <a:pt x="929" y="259"/>
                    </a:cubicBezTo>
                    <a:cubicBezTo>
                      <a:pt x="852" y="96"/>
                      <a:pt x="688" y="1"/>
                      <a:pt x="517"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3" name="Google Shape;343;p17"/>
              <p:cNvSpPr/>
              <p:nvPr/>
            </p:nvSpPr>
            <p:spPr>
              <a:xfrm>
                <a:off x="3940828" y="4528198"/>
                <a:ext cx="1429520" cy="595435"/>
              </a:xfrm>
              <a:custGeom>
                <a:rect b="b" l="l" r="r" t="t"/>
                <a:pathLst>
                  <a:path extrusionOk="0" h="16658" w="30802">
                    <a:moveTo>
                      <a:pt x="10633" y="1"/>
                    </a:moveTo>
                    <a:cubicBezTo>
                      <a:pt x="6990" y="1"/>
                      <a:pt x="3418" y="965"/>
                      <a:pt x="298" y="2775"/>
                    </a:cubicBezTo>
                    <a:cubicBezTo>
                      <a:pt x="84" y="2906"/>
                      <a:pt x="1" y="3180"/>
                      <a:pt x="132" y="3394"/>
                    </a:cubicBezTo>
                    <a:cubicBezTo>
                      <a:pt x="220" y="3538"/>
                      <a:pt x="373" y="3618"/>
                      <a:pt x="529" y="3618"/>
                    </a:cubicBezTo>
                    <a:cubicBezTo>
                      <a:pt x="605" y="3618"/>
                      <a:pt x="681" y="3599"/>
                      <a:pt x="751" y="3561"/>
                    </a:cubicBezTo>
                    <a:cubicBezTo>
                      <a:pt x="3739" y="1822"/>
                      <a:pt x="7156" y="906"/>
                      <a:pt x="10633" y="906"/>
                    </a:cubicBezTo>
                    <a:cubicBezTo>
                      <a:pt x="19789" y="906"/>
                      <a:pt x="27873" y="7383"/>
                      <a:pt x="29861" y="16300"/>
                    </a:cubicBezTo>
                    <a:cubicBezTo>
                      <a:pt x="29909" y="16503"/>
                      <a:pt x="30100" y="16658"/>
                      <a:pt x="30302" y="16658"/>
                    </a:cubicBezTo>
                    <a:cubicBezTo>
                      <a:pt x="30338" y="16658"/>
                      <a:pt x="30373" y="16646"/>
                      <a:pt x="30397" y="16646"/>
                    </a:cubicBezTo>
                    <a:cubicBezTo>
                      <a:pt x="30647" y="16586"/>
                      <a:pt x="30802" y="16348"/>
                      <a:pt x="30742" y="16098"/>
                    </a:cubicBezTo>
                    <a:cubicBezTo>
                      <a:pt x="29742" y="11597"/>
                      <a:pt x="27206" y="7514"/>
                      <a:pt x="23599" y="4597"/>
                    </a:cubicBezTo>
                    <a:cubicBezTo>
                      <a:pt x="19955" y="1632"/>
                      <a:pt x="15348" y="1"/>
                      <a:pt x="10633"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344" name="Google Shape;344;p17"/>
          <p:cNvGrpSpPr/>
          <p:nvPr/>
        </p:nvGrpSpPr>
        <p:grpSpPr>
          <a:xfrm>
            <a:off x="5324603" y="2818915"/>
            <a:ext cx="1965554" cy="1450968"/>
            <a:chOff x="3957339" y="1906303"/>
            <a:chExt cx="1259005" cy="1259299"/>
          </a:xfrm>
        </p:grpSpPr>
        <p:sp>
          <p:nvSpPr>
            <p:cNvPr id="345" name="Google Shape;345;p17"/>
            <p:cNvSpPr/>
            <p:nvPr/>
          </p:nvSpPr>
          <p:spPr>
            <a:xfrm>
              <a:off x="3999288" y="1948546"/>
              <a:ext cx="1175132" cy="1174814"/>
            </a:xfrm>
            <a:custGeom>
              <a:rect b="b" l="l" r="r" t="t"/>
              <a:pathLst>
                <a:path extrusionOk="0" h="48030" w="48043">
                  <a:moveTo>
                    <a:pt x="24027" y="0"/>
                  </a:moveTo>
                  <a:cubicBezTo>
                    <a:pt x="10752" y="0"/>
                    <a:pt x="0" y="10751"/>
                    <a:pt x="0" y="24015"/>
                  </a:cubicBezTo>
                  <a:cubicBezTo>
                    <a:pt x="0" y="37279"/>
                    <a:pt x="10752" y="48030"/>
                    <a:pt x="24027" y="48030"/>
                  </a:cubicBezTo>
                  <a:cubicBezTo>
                    <a:pt x="37291" y="48030"/>
                    <a:pt x="48042" y="37279"/>
                    <a:pt x="48042" y="24015"/>
                  </a:cubicBezTo>
                  <a:cubicBezTo>
                    <a:pt x="48042" y="10751"/>
                    <a:pt x="37291" y="0"/>
                    <a:pt x="24027" y="0"/>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800" u="none" cap="none" strike="noStrike">
                  <a:solidFill>
                    <a:srgbClr val="FFFFFF"/>
                  </a:solidFill>
                  <a:latin typeface="Fira Sans Extra Condensed Medium"/>
                  <a:ea typeface="Fira Sans Extra Condensed Medium"/>
                  <a:cs typeface="Fira Sans Extra Condensed Medium"/>
                  <a:sym typeface="Fira Sans Extra Condensed Medium"/>
                </a:rPr>
                <a:t>Representación</a:t>
              </a:r>
              <a:endParaRPr b="0" i="0" sz="1800" u="none" cap="none" strike="noStrike">
                <a:solidFill>
                  <a:srgbClr val="000000"/>
                </a:solidFill>
                <a:latin typeface="Fira Sans Extra Condensed"/>
                <a:ea typeface="Fira Sans Extra Condensed"/>
                <a:cs typeface="Fira Sans Extra Condensed"/>
                <a:sym typeface="Fira Sans Extra Condensed"/>
              </a:endParaRPr>
            </a:p>
          </p:txBody>
        </p:sp>
        <p:sp>
          <p:nvSpPr>
            <p:cNvPr id="346" name="Google Shape;346;p17"/>
            <p:cNvSpPr/>
            <p:nvPr/>
          </p:nvSpPr>
          <p:spPr>
            <a:xfrm>
              <a:off x="3957339" y="1906303"/>
              <a:ext cx="1259005" cy="1259299"/>
            </a:xfrm>
            <a:custGeom>
              <a:rect b="b" l="l" r="r" t="t"/>
              <a:pathLst>
                <a:path extrusionOk="0" h="51484" w="51472">
                  <a:moveTo>
                    <a:pt x="25742" y="929"/>
                  </a:moveTo>
                  <a:cubicBezTo>
                    <a:pt x="39423" y="929"/>
                    <a:pt x="50555" y="12062"/>
                    <a:pt x="50555" y="25742"/>
                  </a:cubicBezTo>
                  <a:cubicBezTo>
                    <a:pt x="50555" y="39422"/>
                    <a:pt x="39423" y="50555"/>
                    <a:pt x="25742" y="50555"/>
                  </a:cubicBezTo>
                  <a:cubicBezTo>
                    <a:pt x="12050" y="50555"/>
                    <a:pt x="918" y="39422"/>
                    <a:pt x="918" y="25742"/>
                  </a:cubicBezTo>
                  <a:cubicBezTo>
                    <a:pt x="918" y="12062"/>
                    <a:pt x="12050" y="929"/>
                    <a:pt x="25742" y="929"/>
                  </a:cubicBezTo>
                  <a:close/>
                  <a:moveTo>
                    <a:pt x="25742" y="1"/>
                  </a:moveTo>
                  <a:cubicBezTo>
                    <a:pt x="11550" y="1"/>
                    <a:pt x="1" y="11550"/>
                    <a:pt x="1" y="25742"/>
                  </a:cubicBezTo>
                  <a:cubicBezTo>
                    <a:pt x="1" y="39934"/>
                    <a:pt x="11550" y="51483"/>
                    <a:pt x="25742" y="51483"/>
                  </a:cubicBezTo>
                  <a:cubicBezTo>
                    <a:pt x="39935" y="51483"/>
                    <a:pt x="51472" y="39934"/>
                    <a:pt x="51472" y="25742"/>
                  </a:cubicBezTo>
                  <a:cubicBezTo>
                    <a:pt x="51472" y="11550"/>
                    <a:pt x="39935" y="1"/>
                    <a:pt x="25742" y="1"/>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47" name="Google Shape;347;p17"/>
          <p:cNvGrpSpPr/>
          <p:nvPr/>
        </p:nvGrpSpPr>
        <p:grpSpPr>
          <a:xfrm>
            <a:off x="8825319" y="3896934"/>
            <a:ext cx="2956664" cy="1727149"/>
            <a:chOff x="8825319" y="3896934"/>
            <a:chExt cx="2956664" cy="1727149"/>
          </a:xfrm>
        </p:grpSpPr>
        <p:sp>
          <p:nvSpPr>
            <p:cNvPr id="348" name="Google Shape;348;p17"/>
            <p:cNvSpPr/>
            <p:nvPr/>
          </p:nvSpPr>
          <p:spPr>
            <a:xfrm>
              <a:off x="10108714" y="4713420"/>
              <a:ext cx="1524033" cy="720520"/>
            </a:xfrm>
            <a:custGeom>
              <a:rect b="b" l="l" r="r" t="t"/>
              <a:pathLst>
                <a:path extrusionOk="0" h="16753" w="16765">
                  <a:moveTo>
                    <a:pt x="8383" y="1"/>
                  </a:moveTo>
                  <a:cubicBezTo>
                    <a:pt x="3751" y="1"/>
                    <a:pt x="1" y="3751"/>
                    <a:pt x="1" y="8383"/>
                  </a:cubicBezTo>
                  <a:cubicBezTo>
                    <a:pt x="1" y="13002"/>
                    <a:pt x="3751" y="16753"/>
                    <a:pt x="8383" y="16753"/>
                  </a:cubicBezTo>
                  <a:cubicBezTo>
                    <a:pt x="13014" y="16753"/>
                    <a:pt x="16765" y="13002"/>
                    <a:pt x="16765" y="8383"/>
                  </a:cubicBezTo>
                  <a:cubicBezTo>
                    <a:pt x="16765" y="3751"/>
                    <a:pt x="13014" y="1"/>
                    <a:pt x="8383"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800" u="none" cap="none" strike="noStrike">
                  <a:solidFill>
                    <a:srgbClr val="FFFFFF"/>
                  </a:solidFill>
                  <a:latin typeface="Times New Roman"/>
                  <a:ea typeface="Times New Roman"/>
                  <a:cs typeface="Times New Roman"/>
                  <a:sym typeface="Times New Roman"/>
                </a:rPr>
                <a:t>Programación del PLC</a:t>
              </a:r>
              <a:endParaRPr b="0" i="0" sz="1800" u="none" cap="none" strike="noStrike">
                <a:solidFill>
                  <a:srgbClr val="FFFFFF"/>
                </a:solidFill>
                <a:latin typeface="Times New Roman"/>
                <a:ea typeface="Times New Roman"/>
                <a:cs typeface="Times New Roman"/>
                <a:sym typeface="Times New Roman"/>
              </a:endParaRPr>
            </a:p>
          </p:txBody>
        </p:sp>
        <p:sp>
          <p:nvSpPr>
            <p:cNvPr id="349" name="Google Shape;349;p17"/>
            <p:cNvSpPr/>
            <p:nvPr/>
          </p:nvSpPr>
          <p:spPr>
            <a:xfrm>
              <a:off x="9993869" y="4643893"/>
              <a:ext cx="1788114" cy="845976"/>
            </a:xfrm>
            <a:custGeom>
              <a:rect b="b" l="l" r="r" t="t"/>
              <a:pathLst>
                <a:path extrusionOk="0" h="19670" w="19670">
                  <a:moveTo>
                    <a:pt x="9835" y="917"/>
                  </a:moveTo>
                  <a:cubicBezTo>
                    <a:pt x="14752" y="917"/>
                    <a:pt x="18753" y="4918"/>
                    <a:pt x="18753" y="9835"/>
                  </a:cubicBezTo>
                  <a:cubicBezTo>
                    <a:pt x="18753" y="14752"/>
                    <a:pt x="14752" y="18753"/>
                    <a:pt x="9835" y="18753"/>
                  </a:cubicBezTo>
                  <a:cubicBezTo>
                    <a:pt x="4918" y="18753"/>
                    <a:pt x="917" y="14752"/>
                    <a:pt x="917" y="9835"/>
                  </a:cubicBezTo>
                  <a:cubicBezTo>
                    <a:pt x="917" y="4918"/>
                    <a:pt x="4918" y="917"/>
                    <a:pt x="9835" y="917"/>
                  </a:cubicBezTo>
                  <a:close/>
                  <a:moveTo>
                    <a:pt x="9835" y="1"/>
                  </a:moveTo>
                  <a:cubicBezTo>
                    <a:pt x="4406" y="1"/>
                    <a:pt x="0" y="4406"/>
                    <a:pt x="0" y="9835"/>
                  </a:cubicBezTo>
                  <a:cubicBezTo>
                    <a:pt x="0" y="15264"/>
                    <a:pt x="4406" y="19670"/>
                    <a:pt x="9835" y="19670"/>
                  </a:cubicBezTo>
                  <a:cubicBezTo>
                    <a:pt x="15264" y="19670"/>
                    <a:pt x="19669" y="15264"/>
                    <a:pt x="19669" y="9835"/>
                  </a:cubicBezTo>
                  <a:cubicBezTo>
                    <a:pt x="19669" y="4406"/>
                    <a:pt x="15264" y="1"/>
                    <a:pt x="9835"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 name="Google Shape;350;p17"/>
            <p:cNvSpPr/>
            <p:nvPr/>
          </p:nvSpPr>
          <p:spPr>
            <a:xfrm rot="4368743">
              <a:off x="8883946" y="4167753"/>
              <a:ext cx="1441189" cy="1185511"/>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51" name="Google Shape;351;p17"/>
          <p:cNvGrpSpPr/>
          <p:nvPr/>
        </p:nvGrpSpPr>
        <p:grpSpPr>
          <a:xfrm>
            <a:off x="7163419" y="3297098"/>
            <a:ext cx="2224064" cy="1632936"/>
            <a:chOff x="7163419" y="3297098"/>
            <a:chExt cx="2224064" cy="1632936"/>
          </a:xfrm>
        </p:grpSpPr>
        <p:sp>
          <p:nvSpPr>
            <p:cNvPr id="352" name="Google Shape;352;p17"/>
            <p:cNvSpPr/>
            <p:nvPr/>
          </p:nvSpPr>
          <p:spPr>
            <a:xfrm rot="3267564">
              <a:off x="7272255" y="3499594"/>
              <a:ext cx="864211" cy="712217"/>
            </a:xfrm>
            <a:custGeom>
              <a:rect b="b" l="l" r="r" t="t"/>
              <a:pathLst>
                <a:path extrusionOk="0" h="23469" w="25075">
                  <a:moveTo>
                    <a:pt x="24444" y="1"/>
                  </a:moveTo>
                  <a:lnTo>
                    <a:pt x="0" y="22789"/>
                  </a:lnTo>
                  <a:lnTo>
                    <a:pt x="631" y="23468"/>
                  </a:lnTo>
                  <a:lnTo>
                    <a:pt x="25075" y="680"/>
                  </a:lnTo>
                  <a:lnTo>
                    <a:pt x="24444" y="1"/>
                  </a:ln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17"/>
            <p:cNvSpPr/>
            <p:nvPr/>
          </p:nvSpPr>
          <p:spPr>
            <a:xfrm>
              <a:off x="8705452" y="3574844"/>
              <a:ext cx="680787" cy="609371"/>
            </a:xfrm>
            <a:custGeom>
              <a:rect b="b" l="l" r="r" t="t"/>
              <a:pathLst>
                <a:path extrusionOk="0" h="20080" w="19753">
                  <a:moveTo>
                    <a:pt x="472" y="0"/>
                  </a:moveTo>
                  <a:cubicBezTo>
                    <a:pt x="261" y="0"/>
                    <a:pt x="79" y="159"/>
                    <a:pt x="36" y="386"/>
                  </a:cubicBezTo>
                  <a:cubicBezTo>
                    <a:pt x="0" y="636"/>
                    <a:pt x="191" y="862"/>
                    <a:pt x="429" y="898"/>
                  </a:cubicBezTo>
                  <a:cubicBezTo>
                    <a:pt x="10014" y="2363"/>
                    <a:pt x="17574" y="10090"/>
                    <a:pt x="18824" y="19686"/>
                  </a:cubicBezTo>
                  <a:cubicBezTo>
                    <a:pt x="18860" y="19912"/>
                    <a:pt x="19050" y="20079"/>
                    <a:pt x="19277" y="20079"/>
                  </a:cubicBezTo>
                  <a:lnTo>
                    <a:pt x="19336" y="20079"/>
                  </a:lnTo>
                  <a:cubicBezTo>
                    <a:pt x="19586" y="20043"/>
                    <a:pt x="19753" y="19817"/>
                    <a:pt x="19729" y="19567"/>
                  </a:cubicBezTo>
                  <a:cubicBezTo>
                    <a:pt x="18419" y="9578"/>
                    <a:pt x="10549" y="1529"/>
                    <a:pt x="572" y="5"/>
                  </a:cubicBezTo>
                  <a:lnTo>
                    <a:pt x="536" y="5"/>
                  </a:lnTo>
                  <a:cubicBezTo>
                    <a:pt x="515" y="2"/>
                    <a:pt x="493" y="0"/>
                    <a:pt x="472"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 name="Google Shape;354;p17"/>
            <p:cNvSpPr/>
            <p:nvPr/>
          </p:nvSpPr>
          <p:spPr>
            <a:xfrm>
              <a:off x="8036581" y="3756383"/>
              <a:ext cx="1140378" cy="1004125"/>
            </a:xfrm>
            <a:custGeom>
              <a:rect b="b" l="l" r="r" t="t"/>
              <a:pathLst>
                <a:path extrusionOk="0" h="33088" w="33088">
                  <a:moveTo>
                    <a:pt x="16550" y="0"/>
                  </a:moveTo>
                  <a:cubicBezTo>
                    <a:pt x="7406" y="0"/>
                    <a:pt x="0" y="7406"/>
                    <a:pt x="0" y="16538"/>
                  </a:cubicBezTo>
                  <a:cubicBezTo>
                    <a:pt x="0" y="25682"/>
                    <a:pt x="7406" y="33087"/>
                    <a:pt x="16550" y="33087"/>
                  </a:cubicBezTo>
                  <a:cubicBezTo>
                    <a:pt x="25682" y="33087"/>
                    <a:pt x="33088" y="25682"/>
                    <a:pt x="33088" y="16538"/>
                  </a:cubicBezTo>
                  <a:cubicBezTo>
                    <a:pt x="33088" y="7406"/>
                    <a:pt x="25682" y="0"/>
                    <a:pt x="16550"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Puesta en operación</a:t>
              </a:r>
              <a:endParaRPr b="0" i="0" sz="1500" u="none" cap="none" strike="noStrike">
                <a:solidFill>
                  <a:srgbClr val="000000"/>
                </a:solidFill>
                <a:latin typeface="Calibri"/>
                <a:ea typeface="Calibri"/>
                <a:cs typeface="Calibri"/>
                <a:sym typeface="Calibri"/>
              </a:endParaRPr>
            </a:p>
          </p:txBody>
        </p:sp>
        <p:sp>
          <p:nvSpPr>
            <p:cNvPr id="355" name="Google Shape;355;p17"/>
            <p:cNvSpPr/>
            <p:nvPr/>
          </p:nvSpPr>
          <p:spPr>
            <a:xfrm>
              <a:off x="8274152" y="3692411"/>
              <a:ext cx="974223" cy="534080"/>
            </a:xfrm>
            <a:custGeom>
              <a:rect b="b" l="l" r="r" t="t"/>
              <a:pathLst>
                <a:path extrusionOk="0" h="17599" w="28267">
                  <a:moveTo>
                    <a:pt x="9657" y="1"/>
                  </a:moveTo>
                  <a:cubicBezTo>
                    <a:pt x="6359" y="1"/>
                    <a:pt x="3120" y="870"/>
                    <a:pt x="287" y="2513"/>
                  </a:cubicBezTo>
                  <a:cubicBezTo>
                    <a:pt x="72" y="2644"/>
                    <a:pt x="1" y="2918"/>
                    <a:pt x="132" y="3132"/>
                  </a:cubicBezTo>
                  <a:cubicBezTo>
                    <a:pt x="212" y="3277"/>
                    <a:pt x="363" y="3356"/>
                    <a:pt x="518" y="3356"/>
                  </a:cubicBezTo>
                  <a:cubicBezTo>
                    <a:pt x="593" y="3356"/>
                    <a:pt x="669" y="3337"/>
                    <a:pt x="739" y="3299"/>
                  </a:cubicBezTo>
                  <a:cubicBezTo>
                    <a:pt x="3442" y="1727"/>
                    <a:pt x="6514" y="894"/>
                    <a:pt x="9657" y="894"/>
                  </a:cubicBezTo>
                  <a:cubicBezTo>
                    <a:pt x="18825" y="894"/>
                    <a:pt x="26599" y="8049"/>
                    <a:pt x="27338" y="17181"/>
                  </a:cubicBezTo>
                  <a:cubicBezTo>
                    <a:pt x="27361" y="17419"/>
                    <a:pt x="27564" y="17598"/>
                    <a:pt x="27790" y="17598"/>
                  </a:cubicBezTo>
                  <a:cubicBezTo>
                    <a:pt x="27802" y="17598"/>
                    <a:pt x="27814" y="17598"/>
                    <a:pt x="27826" y="17586"/>
                  </a:cubicBezTo>
                  <a:cubicBezTo>
                    <a:pt x="28076" y="17574"/>
                    <a:pt x="28266" y="17348"/>
                    <a:pt x="28243" y="17110"/>
                  </a:cubicBezTo>
                  <a:cubicBezTo>
                    <a:pt x="27862" y="12455"/>
                    <a:pt x="25754" y="8145"/>
                    <a:pt x="22325" y="4954"/>
                  </a:cubicBezTo>
                  <a:cubicBezTo>
                    <a:pt x="18860" y="1763"/>
                    <a:pt x="14372" y="1"/>
                    <a:pt x="9657"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 name="Google Shape;356;p17"/>
            <p:cNvSpPr/>
            <p:nvPr/>
          </p:nvSpPr>
          <p:spPr>
            <a:xfrm>
              <a:off x="8906110" y="3813861"/>
              <a:ext cx="481373" cy="1002608"/>
            </a:xfrm>
            <a:custGeom>
              <a:rect b="b" l="l" r="r" t="t"/>
              <a:pathLst>
                <a:path extrusionOk="0" h="33038" w="13967">
                  <a:moveTo>
                    <a:pt x="5626" y="1"/>
                  </a:moveTo>
                  <a:cubicBezTo>
                    <a:pt x="5512" y="1"/>
                    <a:pt x="5398" y="42"/>
                    <a:pt x="5311" y="130"/>
                  </a:cubicBezTo>
                  <a:cubicBezTo>
                    <a:pt x="5132" y="309"/>
                    <a:pt x="5132" y="594"/>
                    <a:pt x="5311" y="773"/>
                  </a:cubicBezTo>
                  <a:lnTo>
                    <a:pt x="5346" y="809"/>
                  </a:lnTo>
                  <a:cubicBezTo>
                    <a:pt x="12978" y="8548"/>
                    <a:pt x="12895" y="21037"/>
                    <a:pt x="5156" y="28669"/>
                  </a:cubicBezTo>
                  <a:cubicBezTo>
                    <a:pt x="3715" y="30086"/>
                    <a:pt x="2084" y="31277"/>
                    <a:pt x="310" y="32182"/>
                  </a:cubicBezTo>
                  <a:cubicBezTo>
                    <a:pt x="84" y="32301"/>
                    <a:pt x="1" y="32575"/>
                    <a:pt x="108" y="32789"/>
                  </a:cubicBezTo>
                  <a:cubicBezTo>
                    <a:pt x="192" y="32949"/>
                    <a:pt x="354" y="33038"/>
                    <a:pt x="517" y="33038"/>
                  </a:cubicBezTo>
                  <a:cubicBezTo>
                    <a:pt x="585" y="33038"/>
                    <a:pt x="652" y="33023"/>
                    <a:pt x="715" y="32991"/>
                  </a:cubicBezTo>
                  <a:cubicBezTo>
                    <a:pt x="2584" y="32039"/>
                    <a:pt x="4287" y="30801"/>
                    <a:pt x="5787" y="29312"/>
                  </a:cubicBezTo>
                  <a:cubicBezTo>
                    <a:pt x="13883" y="21335"/>
                    <a:pt x="13967" y="8262"/>
                    <a:pt x="5989" y="178"/>
                  </a:cubicBezTo>
                  <a:lnTo>
                    <a:pt x="5954" y="130"/>
                  </a:lnTo>
                  <a:cubicBezTo>
                    <a:pt x="5863" y="45"/>
                    <a:pt x="5744" y="1"/>
                    <a:pt x="5626"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17"/>
            <p:cNvSpPr/>
            <p:nvPr/>
          </p:nvSpPr>
          <p:spPr>
            <a:xfrm>
              <a:off x="7822379" y="4270166"/>
              <a:ext cx="617992" cy="659868"/>
            </a:xfrm>
            <a:custGeom>
              <a:rect b="b" l="l" r="r" t="t"/>
              <a:pathLst>
                <a:path extrusionOk="0" h="21744" w="17931">
                  <a:moveTo>
                    <a:pt x="451" y="0"/>
                  </a:moveTo>
                  <a:cubicBezTo>
                    <a:pt x="444" y="0"/>
                    <a:pt x="436" y="0"/>
                    <a:pt x="429" y="1"/>
                  </a:cubicBezTo>
                  <a:cubicBezTo>
                    <a:pt x="203" y="1"/>
                    <a:pt x="24" y="179"/>
                    <a:pt x="0" y="406"/>
                  </a:cubicBezTo>
                  <a:cubicBezTo>
                    <a:pt x="0" y="417"/>
                    <a:pt x="0" y="441"/>
                    <a:pt x="0" y="465"/>
                  </a:cubicBezTo>
                  <a:cubicBezTo>
                    <a:pt x="369" y="10550"/>
                    <a:pt x="7477" y="19289"/>
                    <a:pt x="17300" y="21718"/>
                  </a:cubicBezTo>
                  <a:lnTo>
                    <a:pt x="17324" y="21730"/>
                  </a:lnTo>
                  <a:cubicBezTo>
                    <a:pt x="17360" y="21739"/>
                    <a:pt x="17397" y="21743"/>
                    <a:pt x="17433" y="21743"/>
                  </a:cubicBezTo>
                  <a:cubicBezTo>
                    <a:pt x="17634" y="21743"/>
                    <a:pt x="17821" y="21608"/>
                    <a:pt x="17871" y="21396"/>
                  </a:cubicBezTo>
                  <a:cubicBezTo>
                    <a:pt x="17931" y="21158"/>
                    <a:pt x="17788" y="20908"/>
                    <a:pt x="17550" y="20849"/>
                  </a:cubicBezTo>
                  <a:lnTo>
                    <a:pt x="17502" y="20837"/>
                  </a:lnTo>
                  <a:cubicBezTo>
                    <a:pt x="8084" y="18515"/>
                    <a:pt x="1262" y="10121"/>
                    <a:pt x="905" y="429"/>
                  </a:cubicBezTo>
                  <a:cubicBezTo>
                    <a:pt x="893" y="187"/>
                    <a:pt x="691" y="0"/>
                    <a:pt x="451"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 name="Google Shape;358;p17"/>
            <p:cNvSpPr/>
            <p:nvPr/>
          </p:nvSpPr>
          <p:spPr>
            <a:xfrm>
              <a:off x="7896652" y="3794075"/>
              <a:ext cx="381218" cy="1007980"/>
            </a:xfrm>
            <a:custGeom>
              <a:rect b="b" l="l" r="r" t="t"/>
              <a:pathLst>
                <a:path extrusionOk="0" h="33215" w="11061">
                  <a:moveTo>
                    <a:pt x="6971" y="0"/>
                  </a:moveTo>
                  <a:cubicBezTo>
                    <a:pt x="6862" y="0"/>
                    <a:pt x="6753" y="42"/>
                    <a:pt x="6668" y="127"/>
                  </a:cubicBezTo>
                  <a:cubicBezTo>
                    <a:pt x="2429" y="4021"/>
                    <a:pt x="0" y="9545"/>
                    <a:pt x="0" y="15296"/>
                  </a:cubicBezTo>
                  <a:cubicBezTo>
                    <a:pt x="0" y="22642"/>
                    <a:pt x="3953" y="29476"/>
                    <a:pt x="10323" y="33155"/>
                  </a:cubicBezTo>
                  <a:cubicBezTo>
                    <a:pt x="10394" y="33191"/>
                    <a:pt x="10466" y="33215"/>
                    <a:pt x="10537" y="33215"/>
                  </a:cubicBezTo>
                  <a:cubicBezTo>
                    <a:pt x="10704" y="33215"/>
                    <a:pt x="10847" y="33131"/>
                    <a:pt x="10930" y="32988"/>
                  </a:cubicBezTo>
                  <a:cubicBezTo>
                    <a:pt x="11061" y="32774"/>
                    <a:pt x="10990" y="32500"/>
                    <a:pt x="10763" y="32369"/>
                  </a:cubicBezTo>
                  <a:cubicBezTo>
                    <a:pt x="4679" y="28857"/>
                    <a:pt x="905" y="22321"/>
                    <a:pt x="905" y="15296"/>
                  </a:cubicBezTo>
                  <a:cubicBezTo>
                    <a:pt x="905" y="9795"/>
                    <a:pt x="3227" y="4509"/>
                    <a:pt x="7275" y="782"/>
                  </a:cubicBezTo>
                  <a:cubicBezTo>
                    <a:pt x="7453" y="615"/>
                    <a:pt x="7477" y="330"/>
                    <a:pt x="7299" y="151"/>
                  </a:cubicBezTo>
                  <a:cubicBezTo>
                    <a:pt x="7211" y="51"/>
                    <a:pt x="7091" y="0"/>
                    <a:pt x="6971"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59" name="Google Shape;359;p17"/>
          <p:cNvGrpSpPr/>
          <p:nvPr/>
        </p:nvGrpSpPr>
        <p:grpSpPr>
          <a:xfrm>
            <a:off x="1075175" y="4229902"/>
            <a:ext cx="3107252" cy="1858587"/>
            <a:chOff x="1075175" y="4229902"/>
            <a:chExt cx="3107252" cy="1858587"/>
          </a:xfrm>
        </p:grpSpPr>
        <p:sp>
          <p:nvSpPr>
            <p:cNvPr id="360" name="Google Shape;360;p17"/>
            <p:cNvSpPr/>
            <p:nvPr/>
          </p:nvSpPr>
          <p:spPr>
            <a:xfrm rot="2723809">
              <a:off x="2533791" y="4566425"/>
              <a:ext cx="1441190" cy="1185541"/>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 name="Google Shape;361;p17"/>
            <p:cNvSpPr/>
            <p:nvPr/>
          </p:nvSpPr>
          <p:spPr>
            <a:xfrm>
              <a:off x="1220087" y="4425012"/>
              <a:ext cx="1463050" cy="1106952"/>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Simbolos de representación</a:t>
              </a:r>
              <a:endParaRPr b="0" i="0" sz="1800" u="none" cap="none" strike="noStrike">
                <a:solidFill>
                  <a:srgbClr val="000000"/>
                </a:solidFill>
                <a:latin typeface="Calibri"/>
                <a:ea typeface="Calibri"/>
                <a:cs typeface="Calibri"/>
                <a:sym typeface="Calibri"/>
              </a:endParaRPr>
            </a:p>
          </p:txBody>
        </p:sp>
        <p:sp>
          <p:nvSpPr>
            <p:cNvPr id="362" name="Google Shape;362;p17"/>
            <p:cNvSpPr/>
            <p:nvPr/>
          </p:nvSpPr>
          <p:spPr>
            <a:xfrm>
              <a:off x="1075175" y="4334386"/>
              <a:ext cx="1718844" cy="1300489"/>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3" name="Google Shape;363;p17"/>
          <p:cNvGrpSpPr/>
          <p:nvPr/>
        </p:nvGrpSpPr>
        <p:grpSpPr>
          <a:xfrm>
            <a:off x="4173950" y="1484172"/>
            <a:ext cx="1757592" cy="1475914"/>
            <a:chOff x="4173950" y="1484172"/>
            <a:chExt cx="1757592" cy="1475914"/>
          </a:xfrm>
        </p:grpSpPr>
        <p:sp>
          <p:nvSpPr>
            <p:cNvPr id="364" name="Google Shape;364;p17"/>
            <p:cNvSpPr/>
            <p:nvPr/>
          </p:nvSpPr>
          <p:spPr>
            <a:xfrm>
              <a:off x="5276568" y="2385919"/>
              <a:ext cx="654974" cy="574167"/>
            </a:xfrm>
            <a:custGeom>
              <a:rect b="b" l="l" r="r" t="t"/>
              <a:pathLst>
                <a:path extrusionOk="0" h="18920" w="19004">
                  <a:moveTo>
                    <a:pt x="656" y="0"/>
                  </a:moveTo>
                  <a:lnTo>
                    <a:pt x="1" y="655"/>
                  </a:lnTo>
                  <a:lnTo>
                    <a:pt x="18348" y="18919"/>
                  </a:lnTo>
                  <a:lnTo>
                    <a:pt x="19003" y="18264"/>
                  </a:lnTo>
                  <a:lnTo>
                    <a:pt x="656" y="0"/>
                  </a:ln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5" name="Google Shape;365;p17"/>
            <p:cNvSpPr/>
            <p:nvPr/>
          </p:nvSpPr>
          <p:spPr>
            <a:xfrm>
              <a:off x="4453810" y="1607262"/>
              <a:ext cx="1140414" cy="1004490"/>
            </a:xfrm>
            <a:custGeom>
              <a:rect b="b" l="l" r="r" t="t"/>
              <a:pathLst>
                <a:path extrusionOk="0" h="33100" w="33089">
                  <a:moveTo>
                    <a:pt x="16539" y="0"/>
                  </a:moveTo>
                  <a:cubicBezTo>
                    <a:pt x="7406" y="0"/>
                    <a:pt x="1" y="7418"/>
                    <a:pt x="1" y="16550"/>
                  </a:cubicBezTo>
                  <a:cubicBezTo>
                    <a:pt x="1" y="25682"/>
                    <a:pt x="7406" y="33100"/>
                    <a:pt x="16539" y="33100"/>
                  </a:cubicBezTo>
                  <a:cubicBezTo>
                    <a:pt x="25683" y="33100"/>
                    <a:pt x="33088" y="25682"/>
                    <a:pt x="33088" y="16550"/>
                  </a:cubicBezTo>
                  <a:cubicBezTo>
                    <a:pt x="33088" y="7418"/>
                    <a:pt x="25683" y="0"/>
                    <a:pt x="16539"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Diagramas</a:t>
              </a:r>
              <a:b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b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P&amp;ID</a:t>
              </a:r>
              <a:endParaRPr b="0" i="0" sz="1500" u="none" cap="none" strike="noStrike">
                <a:solidFill>
                  <a:srgbClr val="000000"/>
                </a:solidFill>
                <a:latin typeface="Calibri"/>
                <a:ea typeface="Calibri"/>
                <a:cs typeface="Calibri"/>
                <a:sym typeface="Calibri"/>
              </a:endParaRPr>
            </a:p>
          </p:txBody>
        </p:sp>
        <p:sp>
          <p:nvSpPr>
            <p:cNvPr id="366" name="Google Shape;366;p17"/>
            <p:cNvSpPr/>
            <p:nvPr/>
          </p:nvSpPr>
          <p:spPr>
            <a:xfrm>
              <a:off x="4363959" y="1543380"/>
              <a:ext cx="917976" cy="609522"/>
            </a:xfrm>
            <a:custGeom>
              <a:rect b="b" l="l" r="r" t="t"/>
              <a:pathLst>
                <a:path extrusionOk="0" h="20085" w="26635">
                  <a:moveTo>
                    <a:pt x="19136" y="0"/>
                  </a:moveTo>
                  <a:cubicBezTo>
                    <a:pt x="18831" y="0"/>
                    <a:pt x="18524" y="7"/>
                    <a:pt x="18217" y="22"/>
                  </a:cubicBezTo>
                  <a:cubicBezTo>
                    <a:pt x="7942" y="546"/>
                    <a:pt x="0" y="9320"/>
                    <a:pt x="524" y="19595"/>
                  </a:cubicBezTo>
                  <a:lnTo>
                    <a:pt x="524" y="19655"/>
                  </a:lnTo>
                  <a:cubicBezTo>
                    <a:pt x="536" y="19898"/>
                    <a:pt x="738" y="20084"/>
                    <a:pt x="978" y="20084"/>
                  </a:cubicBezTo>
                  <a:cubicBezTo>
                    <a:pt x="986" y="20084"/>
                    <a:pt x="993" y="20084"/>
                    <a:pt x="1000" y="20084"/>
                  </a:cubicBezTo>
                  <a:cubicBezTo>
                    <a:pt x="1250" y="20072"/>
                    <a:pt x="1441" y="19857"/>
                    <a:pt x="1429" y="19607"/>
                  </a:cubicBezTo>
                  <a:lnTo>
                    <a:pt x="1417" y="19548"/>
                  </a:lnTo>
                  <a:cubicBezTo>
                    <a:pt x="929" y="9773"/>
                    <a:pt x="8489" y="1415"/>
                    <a:pt x="18265" y="927"/>
                  </a:cubicBezTo>
                  <a:cubicBezTo>
                    <a:pt x="18568" y="912"/>
                    <a:pt x="18871" y="904"/>
                    <a:pt x="19173" y="904"/>
                  </a:cubicBezTo>
                  <a:cubicBezTo>
                    <a:pt x="21509" y="904"/>
                    <a:pt x="23783" y="1353"/>
                    <a:pt x="25944" y="2260"/>
                  </a:cubicBezTo>
                  <a:cubicBezTo>
                    <a:pt x="26000" y="2283"/>
                    <a:pt x="26058" y="2293"/>
                    <a:pt x="26114" y="2293"/>
                  </a:cubicBezTo>
                  <a:cubicBezTo>
                    <a:pt x="26297" y="2293"/>
                    <a:pt x="26467" y="2183"/>
                    <a:pt x="26539" y="2010"/>
                  </a:cubicBezTo>
                  <a:cubicBezTo>
                    <a:pt x="26635" y="1784"/>
                    <a:pt x="26527" y="1522"/>
                    <a:pt x="26289" y="1427"/>
                  </a:cubicBezTo>
                  <a:cubicBezTo>
                    <a:pt x="24011" y="473"/>
                    <a:pt x="21610" y="0"/>
                    <a:pt x="19136"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7" name="Google Shape;367;p17"/>
            <p:cNvSpPr/>
            <p:nvPr/>
          </p:nvSpPr>
          <p:spPr>
            <a:xfrm>
              <a:off x="5286425" y="1692174"/>
              <a:ext cx="491230" cy="990591"/>
            </a:xfrm>
            <a:custGeom>
              <a:rect b="b" l="l" r="r" t="t"/>
              <a:pathLst>
                <a:path extrusionOk="0" h="32642" w="14253">
                  <a:moveTo>
                    <a:pt x="7528" y="1"/>
                  </a:moveTo>
                  <a:cubicBezTo>
                    <a:pt x="7422" y="1"/>
                    <a:pt x="7320" y="35"/>
                    <a:pt x="7240" y="107"/>
                  </a:cubicBezTo>
                  <a:cubicBezTo>
                    <a:pt x="7049" y="274"/>
                    <a:pt x="7025" y="560"/>
                    <a:pt x="7192" y="750"/>
                  </a:cubicBezTo>
                  <a:cubicBezTo>
                    <a:pt x="11823" y="6037"/>
                    <a:pt x="13300" y="13442"/>
                    <a:pt x="11038" y="20086"/>
                  </a:cubicBezTo>
                  <a:cubicBezTo>
                    <a:pt x="9276" y="25301"/>
                    <a:pt x="5370" y="29563"/>
                    <a:pt x="334" y="31778"/>
                  </a:cubicBezTo>
                  <a:cubicBezTo>
                    <a:pt x="108" y="31885"/>
                    <a:pt x="1" y="32147"/>
                    <a:pt x="108" y="32373"/>
                  </a:cubicBezTo>
                  <a:cubicBezTo>
                    <a:pt x="178" y="32539"/>
                    <a:pt x="344" y="32641"/>
                    <a:pt x="517" y="32641"/>
                  </a:cubicBezTo>
                  <a:cubicBezTo>
                    <a:pt x="579" y="32641"/>
                    <a:pt x="643" y="32628"/>
                    <a:pt x="703" y="32599"/>
                  </a:cubicBezTo>
                  <a:cubicBezTo>
                    <a:pt x="5966" y="30278"/>
                    <a:pt x="10049" y="25825"/>
                    <a:pt x="11895" y="20384"/>
                  </a:cubicBezTo>
                  <a:cubicBezTo>
                    <a:pt x="14252" y="13430"/>
                    <a:pt x="12716" y="5679"/>
                    <a:pt x="7871" y="155"/>
                  </a:cubicBezTo>
                  <a:cubicBezTo>
                    <a:pt x="7823" y="95"/>
                    <a:pt x="7752" y="48"/>
                    <a:pt x="7680" y="24"/>
                  </a:cubicBezTo>
                  <a:cubicBezTo>
                    <a:pt x="7630" y="9"/>
                    <a:pt x="7578" y="1"/>
                    <a:pt x="7528"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8" name="Google Shape;368;p17"/>
            <p:cNvSpPr/>
            <p:nvPr/>
          </p:nvSpPr>
          <p:spPr>
            <a:xfrm>
              <a:off x="4173950" y="1519862"/>
              <a:ext cx="462520" cy="788206"/>
            </a:xfrm>
            <a:custGeom>
              <a:rect b="b" l="l" r="r" t="t"/>
              <a:pathLst>
                <a:path extrusionOk="0" h="25973" w="13420">
                  <a:moveTo>
                    <a:pt x="12893" y="0"/>
                  </a:moveTo>
                  <a:cubicBezTo>
                    <a:pt x="12833" y="0"/>
                    <a:pt x="12773" y="11"/>
                    <a:pt x="12717" y="35"/>
                  </a:cubicBezTo>
                  <a:cubicBezTo>
                    <a:pt x="12705" y="47"/>
                    <a:pt x="12681" y="58"/>
                    <a:pt x="12669" y="70"/>
                  </a:cubicBezTo>
                  <a:cubicBezTo>
                    <a:pt x="4085" y="5381"/>
                    <a:pt x="1" y="15882"/>
                    <a:pt x="2751" y="25609"/>
                  </a:cubicBezTo>
                  <a:lnTo>
                    <a:pt x="2751" y="25645"/>
                  </a:lnTo>
                  <a:cubicBezTo>
                    <a:pt x="2810" y="25841"/>
                    <a:pt x="2990" y="25973"/>
                    <a:pt x="3185" y="25973"/>
                  </a:cubicBezTo>
                  <a:cubicBezTo>
                    <a:pt x="3227" y="25973"/>
                    <a:pt x="3269" y="25967"/>
                    <a:pt x="3311" y="25955"/>
                  </a:cubicBezTo>
                  <a:cubicBezTo>
                    <a:pt x="3549" y="25895"/>
                    <a:pt x="3692" y="25645"/>
                    <a:pt x="3620" y="25407"/>
                  </a:cubicBezTo>
                  <a:lnTo>
                    <a:pt x="3608" y="25359"/>
                  </a:lnTo>
                  <a:cubicBezTo>
                    <a:pt x="977" y="16025"/>
                    <a:pt x="4894" y="5940"/>
                    <a:pt x="13145" y="832"/>
                  </a:cubicBezTo>
                  <a:cubicBezTo>
                    <a:pt x="13360" y="701"/>
                    <a:pt x="13419" y="428"/>
                    <a:pt x="13288" y="213"/>
                  </a:cubicBezTo>
                  <a:cubicBezTo>
                    <a:pt x="13202" y="76"/>
                    <a:pt x="13048" y="0"/>
                    <a:pt x="12893"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9" name="Google Shape;369;p17"/>
            <p:cNvSpPr/>
            <p:nvPr/>
          </p:nvSpPr>
          <p:spPr>
            <a:xfrm>
              <a:off x="4352447" y="2453290"/>
              <a:ext cx="897883" cy="347110"/>
            </a:xfrm>
            <a:custGeom>
              <a:rect b="b" l="l" r="r" t="t"/>
              <a:pathLst>
                <a:path extrusionOk="0" h="11438" w="26052">
                  <a:moveTo>
                    <a:pt x="521" y="1"/>
                  </a:moveTo>
                  <a:cubicBezTo>
                    <a:pt x="458" y="1"/>
                    <a:pt x="394" y="14"/>
                    <a:pt x="334" y="42"/>
                  </a:cubicBezTo>
                  <a:cubicBezTo>
                    <a:pt x="311" y="54"/>
                    <a:pt x="299" y="66"/>
                    <a:pt x="287" y="66"/>
                  </a:cubicBezTo>
                  <a:cubicBezTo>
                    <a:pt x="72" y="197"/>
                    <a:pt x="1" y="483"/>
                    <a:pt x="132" y="697"/>
                  </a:cubicBezTo>
                  <a:cubicBezTo>
                    <a:pt x="4345" y="7473"/>
                    <a:pt x="11795" y="11437"/>
                    <a:pt x="19536" y="11437"/>
                  </a:cubicBezTo>
                  <a:cubicBezTo>
                    <a:pt x="21575" y="11437"/>
                    <a:pt x="23634" y="11162"/>
                    <a:pt x="25659" y="10591"/>
                  </a:cubicBezTo>
                  <a:cubicBezTo>
                    <a:pt x="25659" y="10591"/>
                    <a:pt x="25683" y="10579"/>
                    <a:pt x="25695" y="10579"/>
                  </a:cubicBezTo>
                  <a:cubicBezTo>
                    <a:pt x="25933" y="10520"/>
                    <a:pt x="26052" y="10270"/>
                    <a:pt x="25980" y="10032"/>
                  </a:cubicBezTo>
                  <a:cubicBezTo>
                    <a:pt x="25931" y="9835"/>
                    <a:pt x="25744" y="9704"/>
                    <a:pt x="25547" y="9704"/>
                  </a:cubicBezTo>
                  <a:cubicBezTo>
                    <a:pt x="25505" y="9704"/>
                    <a:pt x="25463" y="9710"/>
                    <a:pt x="25421" y="9722"/>
                  </a:cubicBezTo>
                  <a:cubicBezTo>
                    <a:pt x="23476" y="10270"/>
                    <a:pt x="21498" y="10534"/>
                    <a:pt x="19540" y="10534"/>
                  </a:cubicBezTo>
                  <a:cubicBezTo>
                    <a:pt x="12100" y="10534"/>
                    <a:pt x="4940" y="6724"/>
                    <a:pt x="906" y="221"/>
                  </a:cubicBezTo>
                  <a:cubicBezTo>
                    <a:pt x="822" y="78"/>
                    <a:pt x="673" y="1"/>
                    <a:pt x="521"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0" name="Google Shape;370;p17"/>
            <p:cNvSpPr/>
            <p:nvPr/>
          </p:nvSpPr>
          <p:spPr>
            <a:xfrm>
              <a:off x="4271626" y="1484172"/>
              <a:ext cx="896642" cy="714371"/>
            </a:xfrm>
            <a:custGeom>
              <a:rect b="b" l="l" r="r" t="t"/>
              <a:pathLst>
                <a:path extrusionOk="0" h="23540" w="26016">
                  <a:moveTo>
                    <a:pt x="21869" y="0"/>
                  </a:moveTo>
                  <a:cubicBezTo>
                    <a:pt x="21030" y="0"/>
                    <a:pt x="20188" y="51"/>
                    <a:pt x="19348" y="151"/>
                  </a:cubicBezTo>
                  <a:cubicBezTo>
                    <a:pt x="8061" y="1520"/>
                    <a:pt x="0" y="11807"/>
                    <a:pt x="1370" y="23082"/>
                  </a:cubicBezTo>
                  <a:lnTo>
                    <a:pt x="1382" y="23142"/>
                  </a:lnTo>
                  <a:cubicBezTo>
                    <a:pt x="1403" y="23371"/>
                    <a:pt x="1594" y="23539"/>
                    <a:pt x="1818" y="23539"/>
                  </a:cubicBezTo>
                  <a:cubicBezTo>
                    <a:pt x="1839" y="23539"/>
                    <a:pt x="1860" y="23538"/>
                    <a:pt x="1882" y="23535"/>
                  </a:cubicBezTo>
                  <a:cubicBezTo>
                    <a:pt x="2132" y="23511"/>
                    <a:pt x="2310" y="23285"/>
                    <a:pt x="2275" y="23035"/>
                  </a:cubicBezTo>
                  <a:lnTo>
                    <a:pt x="2263" y="22975"/>
                  </a:lnTo>
                  <a:cubicBezTo>
                    <a:pt x="965" y="12188"/>
                    <a:pt x="8668" y="2354"/>
                    <a:pt x="19455" y="1044"/>
                  </a:cubicBezTo>
                  <a:cubicBezTo>
                    <a:pt x="20249" y="949"/>
                    <a:pt x="21045" y="902"/>
                    <a:pt x="21839" y="902"/>
                  </a:cubicBezTo>
                  <a:cubicBezTo>
                    <a:pt x="23047" y="902"/>
                    <a:pt x="24252" y="1012"/>
                    <a:pt x="25444" y="1234"/>
                  </a:cubicBezTo>
                  <a:cubicBezTo>
                    <a:pt x="25467" y="1238"/>
                    <a:pt x="25490" y="1240"/>
                    <a:pt x="25513" y="1240"/>
                  </a:cubicBezTo>
                  <a:cubicBezTo>
                    <a:pt x="25726" y="1240"/>
                    <a:pt x="25925" y="1091"/>
                    <a:pt x="25968" y="865"/>
                  </a:cubicBezTo>
                  <a:cubicBezTo>
                    <a:pt x="26016" y="627"/>
                    <a:pt x="25849" y="389"/>
                    <a:pt x="25599" y="342"/>
                  </a:cubicBezTo>
                  <a:cubicBezTo>
                    <a:pt x="24372" y="113"/>
                    <a:pt x="23123" y="0"/>
                    <a:pt x="21869"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71" name="Google Shape;371;p17"/>
          <p:cNvGrpSpPr/>
          <p:nvPr/>
        </p:nvGrpSpPr>
        <p:grpSpPr>
          <a:xfrm>
            <a:off x="735908" y="716222"/>
            <a:ext cx="4209335" cy="1443601"/>
            <a:chOff x="735908" y="716222"/>
            <a:chExt cx="4209335" cy="1443601"/>
          </a:xfrm>
        </p:grpSpPr>
        <p:sp>
          <p:nvSpPr>
            <p:cNvPr id="372" name="Google Shape;372;p17"/>
            <p:cNvSpPr/>
            <p:nvPr/>
          </p:nvSpPr>
          <p:spPr>
            <a:xfrm>
              <a:off x="3319793" y="825608"/>
              <a:ext cx="1625450" cy="1206714"/>
            </a:xfrm>
            <a:custGeom>
              <a:rect b="b" l="l" r="r" t="t"/>
              <a:pathLst>
                <a:path extrusionOk="0" h="34707" w="43459">
                  <a:moveTo>
                    <a:pt x="16669" y="0"/>
                  </a:moveTo>
                  <a:lnTo>
                    <a:pt x="16515" y="905"/>
                  </a:lnTo>
                  <a:cubicBezTo>
                    <a:pt x="17265" y="1024"/>
                    <a:pt x="18003" y="1191"/>
                    <a:pt x="18729" y="1381"/>
                  </a:cubicBezTo>
                  <a:lnTo>
                    <a:pt x="18967" y="488"/>
                  </a:lnTo>
                  <a:cubicBezTo>
                    <a:pt x="18217" y="286"/>
                    <a:pt x="17443" y="119"/>
                    <a:pt x="16669" y="0"/>
                  </a:cubicBezTo>
                  <a:close/>
                  <a:moveTo>
                    <a:pt x="21206" y="1191"/>
                  </a:moveTo>
                  <a:lnTo>
                    <a:pt x="20884" y="2048"/>
                  </a:lnTo>
                  <a:cubicBezTo>
                    <a:pt x="21587" y="2310"/>
                    <a:pt x="22289" y="2608"/>
                    <a:pt x="22968" y="2929"/>
                  </a:cubicBezTo>
                  <a:lnTo>
                    <a:pt x="23361" y="2107"/>
                  </a:lnTo>
                  <a:cubicBezTo>
                    <a:pt x="22658" y="1762"/>
                    <a:pt x="21932" y="1453"/>
                    <a:pt x="21206" y="1191"/>
                  </a:cubicBezTo>
                  <a:close/>
                  <a:moveTo>
                    <a:pt x="25432" y="3215"/>
                  </a:moveTo>
                  <a:lnTo>
                    <a:pt x="24956" y="4012"/>
                  </a:lnTo>
                  <a:cubicBezTo>
                    <a:pt x="25599" y="4393"/>
                    <a:pt x="26230" y="4810"/>
                    <a:pt x="26849" y="5251"/>
                  </a:cubicBezTo>
                  <a:lnTo>
                    <a:pt x="27385" y="4513"/>
                  </a:lnTo>
                  <a:cubicBezTo>
                    <a:pt x="26754" y="4048"/>
                    <a:pt x="26099" y="3608"/>
                    <a:pt x="25432" y="3215"/>
                  </a:cubicBezTo>
                  <a:close/>
                  <a:moveTo>
                    <a:pt x="29230" y="5965"/>
                  </a:moveTo>
                  <a:lnTo>
                    <a:pt x="28635" y="6668"/>
                  </a:lnTo>
                  <a:cubicBezTo>
                    <a:pt x="29195" y="7144"/>
                    <a:pt x="29754" y="7668"/>
                    <a:pt x="30302" y="8203"/>
                  </a:cubicBezTo>
                  <a:lnTo>
                    <a:pt x="30945" y="7549"/>
                  </a:lnTo>
                  <a:cubicBezTo>
                    <a:pt x="30397" y="7001"/>
                    <a:pt x="29814" y="6465"/>
                    <a:pt x="29230" y="5965"/>
                  </a:cubicBezTo>
                  <a:close/>
                  <a:moveTo>
                    <a:pt x="32552" y="9263"/>
                  </a:moveTo>
                  <a:lnTo>
                    <a:pt x="31850" y="9870"/>
                  </a:lnTo>
                  <a:cubicBezTo>
                    <a:pt x="32350" y="10430"/>
                    <a:pt x="32826" y="11025"/>
                    <a:pt x="33302" y="11632"/>
                  </a:cubicBezTo>
                  <a:lnTo>
                    <a:pt x="34029" y="11073"/>
                  </a:lnTo>
                  <a:cubicBezTo>
                    <a:pt x="33552" y="10442"/>
                    <a:pt x="33052" y="9835"/>
                    <a:pt x="32552" y="9263"/>
                  </a:cubicBezTo>
                  <a:close/>
                  <a:moveTo>
                    <a:pt x="35398" y="12966"/>
                  </a:moveTo>
                  <a:lnTo>
                    <a:pt x="34636" y="13490"/>
                  </a:lnTo>
                  <a:cubicBezTo>
                    <a:pt x="35064" y="14109"/>
                    <a:pt x="35481" y="14752"/>
                    <a:pt x="35874" y="15407"/>
                  </a:cubicBezTo>
                  <a:lnTo>
                    <a:pt x="36672" y="14930"/>
                  </a:lnTo>
                  <a:cubicBezTo>
                    <a:pt x="36255" y="14252"/>
                    <a:pt x="35838" y="13597"/>
                    <a:pt x="35398" y="12966"/>
                  </a:cubicBezTo>
                  <a:close/>
                  <a:moveTo>
                    <a:pt x="37827" y="16955"/>
                  </a:moveTo>
                  <a:lnTo>
                    <a:pt x="37017" y="17395"/>
                  </a:lnTo>
                  <a:cubicBezTo>
                    <a:pt x="37374" y="18050"/>
                    <a:pt x="37731" y="18740"/>
                    <a:pt x="38065" y="19431"/>
                  </a:cubicBezTo>
                  <a:lnTo>
                    <a:pt x="38898" y="19026"/>
                  </a:lnTo>
                  <a:cubicBezTo>
                    <a:pt x="38553" y="18324"/>
                    <a:pt x="38196" y="17621"/>
                    <a:pt x="37827" y="16955"/>
                  </a:cubicBezTo>
                  <a:close/>
                  <a:moveTo>
                    <a:pt x="39875" y="21146"/>
                  </a:moveTo>
                  <a:lnTo>
                    <a:pt x="39029" y="21515"/>
                  </a:lnTo>
                  <a:cubicBezTo>
                    <a:pt x="39339" y="22205"/>
                    <a:pt x="39636" y="22920"/>
                    <a:pt x="39910" y="23634"/>
                  </a:cubicBezTo>
                  <a:lnTo>
                    <a:pt x="40768" y="23301"/>
                  </a:lnTo>
                  <a:cubicBezTo>
                    <a:pt x="40494" y="22574"/>
                    <a:pt x="40184" y="21848"/>
                    <a:pt x="39875" y="21146"/>
                  </a:cubicBezTo>
                  <a:close/>
                  <a:moveTo>
                    <a:pt x="21541" y="23517"/>
                  </a:moveTo>
                  <a:cubicBezTo>
                    <a:pt x="21085" y="23517"/>
                    <a:pt x="20631" y="23530"/>
                    <a:pt x="20182" y="23551"/>
                  </a:cubicBezTo>
                  <a:lnTo>
                    <a:pt x="20229" y="24479"/>
                  </a:lnTo>
                  <a:cubicBezTo>
                    <a:pt x="20706" y="24456"/>
                    <a:pt x="21198" y="24443"/>
                    <a:pt x="21688" y="24443"/>
                  </a:cubicBezTo>
                  <a:cubicBezTo>
                    <a:pt x="21957" y="24443"/>
                    <a:pt x="22226" y="24447"/>
                    <a:pt x="22491" y="24455"/>
                  </a:cubicBezTo>
                  <a:lnTo>
                    <a:pt x="22527" y="23539"/>
                  </a:lnTo>
                  <a:cubicBezTo>
                    <a:pt x="22198" y="23524"/>
                    <a:pt x="21869" y="23517"/>
                    <a:pt x="21541" y="23517"/>
                  </a:cubicBezTo>
                  <a:close/>
                  <a:moveTo>
                    <a:pt x="24861" y="23705"/>
                  </a:moveTo>
                  <a:lnTo>
                    <a:pt x="24754" y="24622"/>
                  </a:lnTo>
                  <a:cubicBezTo>
                    <a:pt x="25504" y="24717"/>
                    <a:pt x="26254" y="24825"/>
                    <a:pt x="27004" y="24967"/>
                  </a:cubicBezTo>
                  <a:lnTo>
                    <a:pt x="27183" y="24063"/>
                  </a:lnTo>
                  <a:cubicBezTo>
                    <a:pt x="26409" y="23920"/>
                    <a:pt x="25623" y="23801"/>
                    <a:pt x="24861" y="23705"/>
                  </a:cubicBezTo>
                  <a:close/>
                  <a:moveTo>
                    <a:pt x="17836" y="23765"/>
                  </a:moveTo>
                  <a:cubicBezTo>
                    <a:pt x="17074" y="23872"/>
                    <a:pt x="16288" y="24015"/>
                    <a:pt x="15526" y="24194"/>
                  </a:cubicBezTo>
                  <a:lnTo>
                    <a:pt x="15741" y="25098"/>
                  </a:lnTo>
                  <a:cubicBezTo>
                    <a:pt x="16467" y="24932"/>
                    <a:pt x="17217" y="24789"/>
                    <a:pt x="17967" y="24682"/>
                  </a:cubicBezTo>
                  <a:lnTo>
                    <a:pt x="17836" y="23765"/>
                  </a:lnTo>
                  <a:close/>
                  <a:moveTo>
                    <a:pt x="29457" y="24586"/>
                  </a:moveTo>
                  <a:lnTo>
                    <a:pt x="29230" y="25479"/>
                  </a:lnTo>
                  <a:cubicBezTo>
                    <a:pt x="29945" y="25670"/>
                    <a:pt x="30683" y="25884"/>
                    <a:pt x="31409" y="26134"/>
                  </a:cubicBezTo>
                  <a:lnTo>
                    <a:pt x="31695" y="25253"/>
                  </a:lnTo>
                  <a:cubicBezTo>
                    <a:pt x="30957" y="25003"/>
                    <a:pt x="30195" y="24777"/>
                    <a:pt x="29457" y="24586"/>
                  </a:cubicBezTo>
                  <a:close/>
                  <a:moveTo>
                    <a:pt x="13264" y="24825"/>
                  </a:moveTo>
                  <a:cubicBezTo>
                    <a:pt x="12526" y="25063"/>
                    <a:pt x="11788" y="25348"/>
                    <a:pt x="11073" y="25646"/>
                  </a:cubicBezTo>
                  <a:lnTo>
                    <a:pt x="11431" y="26503"/>
                  </a:lnTo>
                  <a:cubicBezTo>
                    <a:pt x="12121" y="26206"/>
                    <a:pt x="12836" y="25932"/>
                    <a:pt x="13550" y="25706"/>
                  </a:cubicBezTo>
                  <a:lnTo>
                    <a:pt x="13264" y="24825"/>
                  </a:lnTo>
                  <a:close/>
                  <a:moveTo>
                    <a:pt x="33898" y="26051"/>
                  </a:moveTo>
                  <a:lnTo>
                    <a:pt x="33552" y="26920"/>
                  </a:lnTo>
                  <a:cubicBezTo>
                    <a:pt x="34243" y="27194"/>
                    <a:pt x="34945" y="27492"/>
                    <a:pt x="35648" y="27813"/>
                  </a:cubicBezTo>
                  <a:lnTo>
                    <a:pt x="36041" y="26980"/>
                  </a:lnTo>
                  <a:cubicBezTo>
                    <a:pt x="35326" y="26646"/>
                    <a:pt x="34600" y="26337"/>
                    <a:pt x="33898" y="26051"/>
                  </a:cubicBezTo>
                  <a:close/>
                  <a:moveTo>
                    <a:pt x="41577" y="25479"/>
                  </a:moveTo>
                  <a:lnTo>
                    <a:pt x="40708" y="25789"/>
                  </a:lnTo>
                  <a:cubicBezTo>
                    <a:pt x="40958" y="26515"/>
                    <a:pt x="41208" y="27242"/>
                    <a:pt x="41422" y="27968"/>
                  </a:cubicBezTo>
                  <a:lnTo>
                    <a:pt x="42303" y="27694"/>
                  </a:lnTo>
                  <a:cubicBezTo>
                    <a:pt x="42077" y="26968"/>
                    <a:pt x="41839" y="26218"/>
                    <a:pt x="41577" y="25479"/>
                  </a:cubicBezTo>
                  <a:close/>
                  <a:moveTo>
                    <a:pt x="8954" y="26670"/>
                  </a:moveTo>
                  <a:cubicBezTo>
                    <a:pt x="8264" y="27027"/>
                    <a:pt x="7585" y="27432"/>
                    <a:pt x="6930" y="27849"/>
                  </a:cubicBezTo>
                  <a:lnTo>
                    <a:pt x="7430" y="28635"/>
                  </a:lnTo>
                  <a:cubicBezTo>
                    <a:pt x="8061" y="28218"/>
                    <a:pt x="8728" y="27837"/>
                    <a:pt x="9383" y="27480"/>
                  </a:cubicBezTo>
                  <a:lnTo>
                    <a:pt x="8954" y="26670"/>
                  </a:lnTo>
                  <a:close/>
                  <a:moveTo>
                    <a:pt x="38124" y="28015"/>
                  </a:moveTo>
                  <a:lnTo>
                    <a:pt x="37696" y="28825"/>
                  </a:lnTo>
                  <a:cubicBezTo>
                    <a:pt x="38363" y="29170"/>
                    <a:pt x="39041" y="29551"/>
                    <a:pt x="39708" y="29932"/>
                  </a:cubicBezTo>
                  <a:lnTo>
                    <a:pt x="40160" y="29135"/>
                  </a:lnTo>
                  <a:cubicBezTo>
                    <a:pt x="39482" y="28742"/>
                    <a:pt x="38803" y="28361"/>
                    <a:pt x="38124" y="28015"/>
                  </a:cubicBezTo>
                  <a:close/>
                  <a:moveTo>
                    <a:pt x="5013" y="29206"/>
                  </a:moveTo>
                  <a:cubicBezTo>
                    <a:pt x="4394" y="29682"/>
                    <a:pt x="3787" y="30182"/>
                    <a:pt x="3203" y="30706"/>
                  </a:cubicBezTo>
                  <a:lnTo>
                    <a:pt x="3822" y="31397"/>
                  </a:lnTo>
                  <a:cubicBezTo>
                    <a:pt x="4382" y="30885"/>
                    <a:pt x="4977" y="30397"/>
                    <a:pt x="5573" y="29944"/>
                  </a:cubicBezTo>
                  <a:lnTo>
                    <a:pt x="5013" y="29206"/>
                  </a:lnTo>
                  <a:close/>
                  <a:moveTo>
                    <a:pt x="42946" y="29944"/>
                  </a:moveTo>
                  <a:lnTo>
                    <a:pt x="42042" y="30182"/>
                  </a:lnTo>
                  <a:cubicBezTo>
                    <a:pt x="42065" y="30266"/>
                    <a:pt x="42089" y="30337"/>
                    <a:pt x="42101" y="30420"/>
                  </a:cubicBezTo>
                  <a:lnTo>
                    <a:pt x="41661" y="31123"/>
                  </a:lnTo>
                  <a:cubicBezTo>
                    <a:pt x="41946" y="31302"/>
                    <a:pt x="42244" y="31492"/>
                    <a:pt x="42530" y="31683"/>
                  </a:cubicBezTo>
                  <a:lnTo>
                    <a:pt x="43458" y="32302"/>
                  </a:lnTo>
                  <a:lnTo>
                    <a:pt x="43244" y="31206"/>
                  </a:lnTo>
                  <a:cubicBezTo>
                    <a:pt x="43232" y="31194"/>
                    <a:pt x="43149" y="30742"/>
                    <a:pt x="42946" y="29944"/>
                  </a:cubicBezTo>
                  <a:close/>
                  <a:moveTo>
                    <a:pt x="1525" y="32361"/>
                  </a:moveTo>
                  <a:cubicBezTo>
                    <a:pt x="536" y="33421"/>
                    <a:pt x="24" y="34147"/>
                    <a:pt x="1" y="34183"/>
                  </a:cubicBezTo>
                  <a:lnTo>
                    <a:pt x="763" y="34707"/>
                  </a:lnTo>
                  <a:cubicBezTo>
                    <a:pt x="763" y="34707"/>
                    <a:pt x="1251" y="34004"/>
                    <a:pt x="2203" y="32992"/>
                  </a:cubicBezTo>
                  <a:lnTo>
                    <a:pt x="1525" y="32361"/>
                  </a:ln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3" name="Google Shape;373;p17"/>
            <p:cNvSpPr/>
            <p:nvPr/>
          </p:nvSpPr>
          <p:spPr>
            <a:xfrm>
              <a:off x="1149531" y="716222"/>
              <a:ext cx="2942243" cy="297849"/>
            </a:xfrm>
            <a:custGeom>
              <a:rect b="b" l="l" r="r" t="t"/>
              <a:pathLst>
                <a:path extrusionOk="0" h="6942" w="15943">
                  <a:moveTo>
                    <a:pt x="1393" y="1"/>
                  </a:moveTo>
                  <a:cubicBezTo>
                    <a:pt x="619" y="1"/>
                    <a:pt x="0" y="620"/>
                    <a:pt x="0" y="1382"/>
                  </a:cubicBezTo>
                  <a:lnTo>
                    <a:pt x="0" y="5561"/>
                  </a:lnTo>
                  <a:cubicBezTo>
                    <a:pt x="0" y="6323"/>
                    <a:pt x="619" y="6942"/>
                    <a:pt x="1393" y="6942"/>
                  </a:cubicBezTo>
                  <a:lnTo>
                    <a:pt x="13311" y="6942"/>
                  </a:lnTo>
                  <a:cubicBezTo>
                    <a:pt x="14764" y="6942"/>
                    <a:pt x="15943" y="5763"/>
                    <a:pt x="15943" y="4311"/>
                  </a:cubicBezTo>
                  <a:lnTo>
                    <a:pt x="15943" y="2632"/>
                  </a:lnTo>
                  <a:cubicBezTo>
                    <a:pt x="15943" y="1179"/>
                    <a:pt x="14764" y="1"/>
                    <a:pt x="13311" y="1"/>
                  </a:cubicBezTo>
                  <a:close/>
                </a:path>
              </a:pathLst>
            </a:custGeom>
            <a:solidFill>
              <a:srgbClr val="2D24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800"/>
                <a:buFont typeface="Fira Sans Extra Condensed"/>
                <a:buNone/>
              </a:pPr>
              <a:r>
                <a:rPr b="0" i="0" lang="es-BO" sz="1800" u="none" cap="none" strike="noStrike">
                  <a:solidFill>
                    <a:srgbClr val="FFFFFF"/>
                  </a:solidFill>
                  <a:latin typeface="Fira Sans Extra Condensed"/>
                  <a:ea typeface="Fira Sans Extra Condensed"/>
                  <a:cs typeface="Fira Sans Extra Condensed"/>
                  <a:sym typeface="Fira Sans Extra Condensed"/>
                </a:rPr>
                <a:t>Unidad de Procesamiento</a:t>
              </a:r>
              <a:endParaRPr b="0" i="0" sz="1800" u="none" cap="none" strike="noStrike">
                <a:solidFill>
                  <a:srgbClr val="FFFFFF"/>
                </a:solidFill>
                <a:latin typeface="Fira Sans Extra Condensed"/>
                <a:ea typeface="Fira Sans Extra Condensed"/>
                <a:cs typeface="Fira Sans Extra Condensed"/>
                <a:sym typeface="Fira Sans Extra Condensed"/>
              </a:endParaRPr>
            </a:p>
          </p:txBody>
        </p:sp>
        <p:sp>
          <p:nvSpPr>
            <p:cNvPr id="374" name="Google Shape;374;p17"/>
            <p:cNvSpPr/>
            <p:nvPr/>
          </p:nvSpPr>
          <p:spPr>
            <a:xfrm>
              <a:off x="735908" y="1861974"/>
              <a:ext cx="2768071" cy="297849"/>
            </a:xfrm>
            <a:custGeom>
              <a:rect b="b" l="l" r="r" t="t"/>
              <a:pathLst>
                <a:path extrusionOk="0" h="6942" w="15943">
                  <a:moveTo>
                    <a:pt x="1393" y="1"/>
                  </a:moveTo>
                  <a:cubicBezTo>
                    <a:pt x="619" y="1"/>
                    <a:pt x="0" y="620"/>
                    <a:pt x="0" y="1382"/>
                  </a:cubicBezTo>
                  <a:lnTo>
                    <a:pt x="0" y="5561"/>
                  </a:lnTo>
                  <a:cubicBezTo>
                    <a:pt x="0" y="6323"/>
                    <a:pt x="619" y="6942"/>
                    <a:pt x="1393" y="6942"/>
                  </a:cubicBezTo>
                  <a:lnTo>
                    <a:pt x="13311" y="6942"/>
                  </a:lnTo>
                  <a:cubicBezTo>
                    <a:pt x="14764" y="6942"/>
                    <a:pt x="15943" y="5763"/>
                    <a:pt x="15943" y="4311"/>
                  </a:cubicBezTo>
                  <a:lnTo>
                    <a:pt x="15943" y="2632"/>
                  </a:lnTo>
                  <a:cubicBezTo>
                    <a:pt x="15943" y="1179"/>
                    <a:pt x="14764" y="1"/>
                    <a:pt x="13311" y="1"/>
                  </a:cubicBezTo>
                  <a:close/>
                </a:path>
              </a:pathLst>
            </a:custGeom>
            <a:solidFill>
              <a:srgbClr val="2D24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800"/>
                <a:buFont typeface="Fira Sans Extra Condensed"/>
                <a:buNone/>
              </a:pPr>
              <a:r>
                <a:rPr b="0" i="0" lang="es-BO" sz="1800" u="none" cap="none" strike="noStrike">
                  <a:solidFill>
                    <a:srgbClr val="FFFFFF"/>
                  </a:solidFill>
                  <a:latin typeface="Fira Sans Extra Condensed"/>
                  <a:ea typeface="Fira Sans Extra Condensed"/>
                  <a:cs typeface="Fira Sans Extra Condensed"/>
                  <a:sym typeface="Fira Sans Extra Condensed"/>
                </a:rPr>
                <a:t>Unidad de selección</a:t>
              </a:r>
              <a:endParaRPr b="0" i="0" sz="1800" u="none" cap="none" strike="noStrike">
                <a:solidFill>
                  <a:srgbClr val="FFFFFF"/>
                </a:solidFill>
                <a:latin typeface="Fira Sans Extra Condensed"/>
                <a:ea typeface="Fira Sans Extra Condensed"/>
                <a:cs typeface="Fira Sans Extra Condensed"/>
                <a:sym typeface="Fira Sans Extra Condensed"/>
              </a:endParaRPr>
            </a:p>
          </p:txBody>
        </p:sp>
      </p:grpSp>
      <p:grpSp>
        <p:nvGrpSpPr>
          <p:cNvPr id="375" name="Google Shape;375;p17"/>
          <p:cNvGrpSpPr/>
          <p:nvPr/>
        </p:nvGrpSpPr>
        <p:grpSpPr>
          <a:xfrm>
            <a:off x="948788" y="307394"/>
            <a:ext cx="4132218" cy="1677783"/>
            <a:chOff x="948788" y="307394"/>
            <a:chExt cx="4132218" cy="1677783"/>
          </a:xfrm>
        </p:grpSpPr>
        <p:sp>
          <p:nvSpPr>
            <p:cNvPr id="376" name="Google Shape;376;p17"/>
            <p:cNvSpPr/>
            <p:nvPr/>
          </p:nvSpPr>
          <p:spPr>
            <a:xfrm rot="1024052">
              <a:off x="3314264" y="566501"/>
              <a:ext cx="1625450" cy="1206714"/>
            </a:xfrm>
            <a:custGeom>
              <a:rect b="b" l="l" r="r" t="t"/>
              <a:pathLst>
                <a:path extrusionOk="0" h="34707" w="43459">
                  <a:moveTo>
                    <a:pt x="16669" y="0"/>
                  </a:moveTo>
                  <a:lnTo>
                    <a:pt x="16515" y="905"/>
                  </a:lnTo>
                  <a:cubicBezTo>
                    <a:pt x="17265" y="1024"/>
                    <a:pt x="18003" y="1191"/>
                    <a:pt x="18729" y="1381"/>
                  </a:cubicBezTo>
                  <a:lnTo>
                    <a:pt x="18967" y="488"/>
                  </a:lnTo>
                  <a:cubicBezTo>
                    <a:pt x="18217" y="286"/>
                    <a:pt x="17443" y="119"/>
                    <a:pt x="16669" y="0"/>
                  </a:cubicBezTo>
                  <a:close/>
                  <a:moveTo>
                    <a:pt x="21206" y="1191"/>
                  </a:moveTo>
                  <a:lnTo>
                    <a:pt x="20884" y="2048"/>
                  </a:lnTo>
                  <a:cubicBezTo>
                    <a:pt x="21587" y="2310"/>
                    <a:pt x="22289" y="2608"/>
                    <a:pt x="22968" y="2929"/>
                  </a:cubicBezTo>
                  <a:lnTo>
                    <a:pt x="23361" y="2107"/>
                  </a:lnTo>
                  <a:cubicBezTo>
                    <a:pt x="22658" y="1762"/>
                    <a:pt x="21932" y="1453"/>
                    <a:pt x="21206" y="1191"/>
                  </a:cubicBezTo>
                  <a:close/>
                  <a:moveTo>
                    <a:pt x="25432" y="3215"/>
                  </a:moveTo>
                  <a:lnTo>
                    <a:pt x="24956" y="4012"/>
                  </a:lnTo>
                  <a:cubicBezTo>
                    <a:pt x="25599" y="4393"/>
                    <a:pt x="26230" y="4810"/>
                    <a:pt x="26849" y="5251"/>
                  </a:cubicBezTo>
                  <a:lnTo>
                    <a:pt x="27385" y="4513"/>
                  </a:lnTo>
                  <a:cubicBezTo>
                    <a:pt x="26754" y="4048"/>
                    <a:pt x="26099" y="3608"/>
                    <a:pt x="25432" y="3215"/>
                  </a:cubicBezTo>
                  <a:close/>
                  <a:moveTo>
                    <a:pt x="29230" y="5965"/>
                  </a:moveTo>
                  <a:lnTo>
                    <a:pt x="28635" y="6668"/>
                  </a:lnTo>
                  <a:cubicBezTo>
                    <a:pt x="29195" y="7144"/>
                    <a:pt x="29754" y="7668"/>
                    <a:pt x="30302" y="8203"/>
                  </a:cubicBezTo>
                  <a:lnTo>
                    <a:pt x="30945" y="7549"/>
                  </a:lnTo>
                  <a:cubicBezTo>
                    <a:pt x="30397" y="7001"/>
                    <a:pt x="29814" y="6465"/>
                    <a:pt x="29230" y="5965"/>
                  </a:cubicBezTo>
                  <a:close/>
                  <a:moveTo>
                    <a:pt x="32552" y="9263"/>
                  </a:moveTo>
                  <a:lnTo>
                    <a:pt x="31850" y="9870"/>
                  </a:lnTo>
                  <a:cubicBezTo>
                    <a:pt x="32350" y="10430"/>
                    <a:pt x="32826" y="11025"/>
                    <a:pt x="33302" y="11632"/>
                  </a:cubicBezTo>
                  <a:lnTo>
                    <a:pt x="34029" y="11073"/>
                  </a:lnTo>
                  <a:cubicBezTo>
                    <a:pt x="33552" y="10442"/>
                    <a:pt x="33052" y="9835"/>
                    <a:pt x="32552" y="9263"/>
                  </a:cubicBezTo>
                  <a:close/>
                  <a:moveTo>
                    <a:pt x="35398" y="12966"/>
                  </a:moveTo>
                  <a:lnTo>
                    <a:pt x="34636" y="13490"/>
                  </a:lnTo>
                  <a:cubicBezTo>
                    <a:pt x="35064" y="14109"/>
                    <a:pt x="35481" y="14752"/>
                    <a:pt x="35874" y="15407"/>
                  </a:cubicBezTo>
                  <a:lnTo>
                    <a:pt x="36672" y="14930"/>
                  </a:lnTo>
                  <a:cubicBezTo>
                    <a:pt x="36255" y="14252"/>
                    <a:pt x="35838" y="13597"/>
                    <a:pt x="35398" y="12966"/>
                  </a:cubicBezTo>
                  <a:close/>
                  <a:moveTo>
                    <a:pt x="37827" y="16955"/>
                  </a:moveTo>
                  <a:lnTo>
                    <a:pt x="37017" y="17395"/>
                  </a:lnTo>
                  <a:cubicBezTo>
                    <a:pt x="37374" y="18050"/>
                    <a:pt x="37731" y="18740"/>
                    <a:pt x="38065" y="19431"/>
                  </a:cubicBezTo>
                  <a:lnTo>
                    <a:pt x="38898" y="19026"/>
                  </a:lnTo>
                  <a:cubicBezTo>
                    <a:pt x="38553" y="18324"/>
                    <a:pt x="38196" y="17621"/>
                    <a:pt x="37827" y="16955"/>
                  </a:cubicBezTo>
                  <a:close/>
                  <a:moveTo>
                    <a:pt x="39875" y="21146"/>
                  </a:moveTo>
                  <a:lnTo>
                    <a:pt x="39029" y="21515"/>
                  </a:lnTo>
                  <a:cubicBezTo>
                    <a:pt x="39339" y="22205"/>
                    <a:pt x="39636" y="22920"/>
                    <a:pt x="39910" y="23634"/>
                  </a:cubicBezTo>
                  <a:lnTo>
                    <a:pt x="40768" y="23301"/>
                  </a:lnTo>
                  <a:cubicBezTo>
                    <a:pt x="40494" y="22574"/>
                    <a:pt x="40184" y="21848"/>
                    <a:pt x="39875" y="21146"/>
                  </a:cubicBezTo>
                  <a:close/>
                  <a:moveTo>
                    <a:pt x="21541" y="23517"/>
                  </a:moveTo>
                  <a:cubicBezTo>
                    <a:pt x="21085" y="23517"/>
                    <a:pt x="20631" y="23530"/>
                    <a:pt x="20182" y="23551"/>
                  </a:cubicBezTo>
                  <a:lnTo>
                    <a:pt x="20229" y="24479"/>
                  </a:lnTo>
                  <a:cubicBezTo>
                    <a:pt x="20706" y="24456"/>
                    <a:pt x="21198" y="24443"/>
                    <a:pt x="21688" y="24443"/>
                  </a:cubicBezTo>
                  <a:cubicBezTo>
                    <a:pt x="21957" y="24443"/>
                    <a:pt x="22226" y="24447"/>
                    <a:pt x="22491" y="24455"/>
                  </a:cubicBezTo>
                  <a:lnTo>
                    <a:pt x="22527" y="23539"/>
                  </a:lnTo>
                  <a:cubicBezTo>
                    <a:pt x="22198" y="23524"/>
                    <a:pt x="21869" y="23517"/>
                    <a:pt x="21541" y="23517"/>
                  </a:cubicBezTo>
                  <a:close/>
                  <a:moveTo>
                    <a:pt x="24861" y="23705"/>
                  </a:moveTo>
                  <a:lnTo>
                    <a:pt x="24754" y="24622"/>
                  </a:lnTo>
                  <a:cubicBezTo>
                    <a:pt x="25504" y="24717"/>
                    <a:pt x="26254" y="24825"/>
                    <a:pt x="27004" y="24967"/>
                  </a:cubicBezTo>
                  <a:lnTo>
                    <a:pt x="27183" y="24063"/>
                  </a:lnTo>
                  <a:cubicBezTo>
                    <a:pt x="26409" y="23920"/>
                    <a:pt x="25623" y="23801"/>
                    <a:pt x="24861" y="23705"/>
                  </a:cubicBezTo>
                  <a:close/>
                  <a:moveTo>
                    <a:pt x="17836" y="23765"/>
                  </a:moveTo>
                  <a:cubicBezTo>
                    <a:pt x="17074" y="23872"/>
                    <a:pt x="16288" y="24015"/>
                    <a:pt x="15526" y="24194"/>
                  </a:cubicBezTo>
                  <a:lnTo>
                    <a:pt x="15741" y="25098"/>
                  </a:lnTo>
                  <a:cubicBezTo>
                    <a:pt x="16467" y="24932"/>
                    <a:pt x="17217" y="24789"/>
                    <a:pt x="17967" y="24682"/>
                  </a:cubicBezTo>
                  <a:lnTo>
                    <a:pt x="17836" y="23765"/>
                  </a:lnTo>
                  <a:close/>
                  <a:moveTo>
                    <a:pt x="29457" y="24586"/>
                  </a:moveTo>
                  <a:lnTo>
                    <a:pt x="29230" y="25479"/>
                  </a:lnTo>
                  <a:cubicBezTo>
                    <a:pt x="29945" y="25670"/>
                    <a:pt x="30683" y="25884"/>
                    <a:pt x="31409" y="26134"/>
                  </a:cubicBezTo>
                  <a:lnTo>
                    <a:pt x="31695" y="25253"/>
                  </a:lnTo>
                  <a:cubicBezTo>
                    <a:pt x="30957" y="25003"/>
                    <a:pt x="30195" y="24777"/>
                    <a:pt x="29457" y="24586"/>
                  </a:cubicBezTo>
                  <a:close/>
                  <a:moveTo>
                    <a:pt x="13264" y="24825"/>
                  </a:moveTo>
                  <a:cubicBezTo>
                    <a:pt x="12526" y="25063"/>
                    <a:pt x="11788" y="25348"/>
                    <a:pt x="11073" y="25646"/>
                  </a:cubicBezTo>
                  <a:lnTo>
                    <a:pt x="11431" y="26503"/>
                  </a:lnTo>
                  <a:cubicBezTo>
                    <a:pt x="12121" y="26206"/>
                    <a:pt x="12836" y="25932"/>
                    <a:pt x="13550" y="25706"/>
                  </a:cubicBezTo>
                  <a:lnTo>
                    <a:pt x="13264" y="24825"/>
                  </a:lnTo>
                  <a:close/>
                  <a:moveTo>
                    <a:pt x="33898" y="26051"/>
                  </a:moveTo>
                  <a:lnTo>
                    <a:pt x="33552" y="26920"/>
                  </a:lnTo>
                  <a:cubicBezTo>
                    <a:pt x="34243" y="27194"/>
                    <a:pt x="34945" y="27492"/>
                    <a:pt x="35648" y="27813"/>
                  </a:cubicBezTo>
                  <a:lnTo>
                    <a:pt x="36041" y="26980"/>
                  </a:lnTo>
                  <a:cubicBezTo>
                    <a:pt x="35326" y="26646"/>
                    <a:pt x="34600" y="26337"/>
                    <a:pt x="33898" y="26051"/>
                  </a:cubicBezTo>
                  <a:close/>
                  <a:moveTo>
                    <a:pt x="41577" y="25479"/>
                  </a:moveTo>
                  <a:lnTo>
                    <a:pt x="40708" y="25789"/>
                  </a:lnTo>
                  <a:cubicBezTo>
                    <a:pt x="40958" y="26515"/>
                    <a:pt x="41208" y="27242"/>
                    <a:pt x="41422" y="27968"/>
                  </a:cubicBezTo>
                  <a:lnTo>
                    <a:pt x="42303" y="27694"/>
                  </a:lnTo>
                  <a:cubicBezTo>
                    <a:pt x="42077" y="26968"/>
                    <a:pt x="41839" y="26218"/>
                    <a:pt x="41577" y="25479"/>
                  </a:cubicBezTo>
                  <a:close/>
                  <a:moveTo>
                    <a:pt x="8954" y="26670"/>
                  </a:moveTo>
                  <a:cubicBezTo>
                    <a:pt x="8264" y="27027"/>
                    <a:pt x="7585" y="27432"/>
                    <a:pt x="6930" y="27849"/>
                  </a:cubicBezTo>
                  <a:lnTo>
                    <a:pt x="7430" y="28635"/>
                  </a:lnTo>
                  <a:cubicBezTo>
                    <a:pt x="8061" y="28218"/>
                    <a:pt x="8728" y="27837"/>
                    <a:pt x="9383" y="27480"/>
                  </a:cubicBezTo>
                  <a:lnTo>
                    <a:pt x="8954" y="26670"/>
                  </a:lnTo>
                  <a:close/>
                  <a:moveTo>
                    <a:pt x="38124" y="28015"/>
                  </a:moveTo>
                  <a:lnTo>
                    <a:pt x="37696" y="28825"/>
                  </a:lnTo>
                  <a:cubicBezTo>
                    <a:pt x="38363" y="29170"/>
                    <a:pt x="39041" y="29551"/>
                    <a:pt x="39708" y="29932"/>
                  </a:cubicBezTo>
                  <a:lnTo>
                    <a:pt x="40160" y="29135"/>
                  </a:lnTo>
                  <a:cubicBezTo>
                    <a:pt x="39482" y="28742"/>
                    <a:pt x="38803" y="28361"/>
                    <a:pt x="38124" y="28015"/>
                  </a:cubicBezTo>
                  <a:close/>
                  <a:moveTo>
                    <a:pt x="5013" y="29206"/>
                  </a:moveTo>
                  <a:cubicBezTo>
                    <a:pt x="4394" y="29682"/>
                    <a:pt x="3787" y="30182"/>
                    <a:pt x="3203" y="30706"/>
                  </a:cubicBezTo>
                  <a:lnTo>
                    <a:pt x="3822" y="31397"/>
                  </a:lnTo>
                  <a:cubicBezTo>
                    <a:pt x="4382" y="30885"/>
                    <a:pt x="4977" y="30397"/>
                    <a:pt x="5573" y="29944"/>
                  </a:cubicBezTo>
                  <a:lnTo>
                    <a:pt x="5013" y="29206"/>
                  </a:lnTo>
                  <a:close/>
                  <a:moveTo>
                    <a:pt x="42946" y="29944"/>
                  </a:moveTo>
                  <a:lnTo>
                    <a:pt x="42042" y="30182"/>
                  </a:lnTo>
                  <a:cubicBezTo>
                    <a:pt x="42065" y="30266"/>
                    <a:pt x="42089" y="30337"/>
                    <a:pt x="42101" y="30420"/>
                  </a:cubicBezTo>
                  <a:lnTo>
                    <a:pt x="41661" y="31123"/>
                  </a:lnTo>
                  <a:cubicBezTo>
                    <a:pt x="41946" y="31302"/>
                    <a:pt x="42244" y="31492"/>
                    <a:pt x="42530" y="31683"/>
                  </a:cubicBezTo>
                  <a:lnTo>
                    <a:pt x="43458" y="32302"/>
                  </a:lnTo>
                  <a:lnTo>
                    <a:pt x="43244" y="31206"/>
                  </a:lnTo>
                  <a:cubicBezTo>
                    <a:pt x="43232" y="31194"/>
                    <a:pt x="43149" y="30742"/>
                    <a:pt x="42946" y="29944"/>
                  </a:cubicBezTo>
                  <a:close/>
                  <a:moveTo>
                    <a:pt x="1525" y="32361"/>
                  </a:moveTo>
                  <a:cubicBezTo>
                    <a:pt x="536" y="33421"/>
                    <a:pt x="24" y="34147"/>
                    <a:pt x="1" y="34183"/>
                  </a:cubicBezTo>
                  <a:lnTo>
                    <a:pt x="763" y="34707"/>
                  </a:lnTo>
                  <a:cubicBezTo>
                    <a:pt x="763" y="34707"/>
                    <a:pt x="1251" y="34004"/>
                    <a:pt x="2203" y="32992"/>
                  </a:cubicBezTo>
                  <a:lnTo>
                    <a:pt x="1525" y="32361"/>
                  </a:ln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7" name="Google Shape;377;p17"/>
            <p:cNvSpPr/>
            <p:nvPr/>
          </p:nvSpPr>
          <p:spPr>
            <a:xfrm>
              <a:off x="1408511" y="307394"/>
              <a:ext cx="2768071" cy="297849"/>
            </a:xfrm>
            <a:custGeom>
              <a:rect b="b" l="l" r="r" t="t"/>
              <a:pathLst>
                <a:path extrusionOk="0" h="6942" w="15943">
                  <a:moveTo>
                    <a:pt x="1393" y="1"/>
                  </a:moveTo>
                  <a:cubicBezTo>
                    <a:pt x="619" y="1"/>
                    <a:pt x="0" y="620"/>
                    <a:pt x="0" y="1382"/>
                  </a:cubicBezTo>
                  <a:lnTo>
                    <a:pt x="0" y="5561"/>
                  </a:lnTo>
                  <a:cubicBezTo>
                    <a:pt x="0" y="6323"/>
                    <a:pt x="619" y="6942"/>
                    <a:pt x="1393" y="6942"/>
                  </a:cubicBezTo>
                  <a:lnTo>
                    <a:pt x="13311" y="6942"/>
                  </a:lnTo>
                  <a:cubicBezTo>
                    <a:pt x="14764" y="6942"/>
                    <a:pt x="15943" y="5763"/>
                    <a:pt x="15943" y="4311"/>
                  </a:cubicBezTo>
                  <a:lnTo>
                    <a:pt x="15943" y="2632"/>
                  </a:lnTo>
                  <a:cubicBezTo>
                    <a:pt x="15943" y="1179"/>
                    <a:pt x="14764" y="1"/>
                    <a:pt x="13311" y="1"/>
                  </a:cubicBezTo>
                  <a:close/>
                </a:path>
              </a:pathLst>
            </a:custGeom>
            <a:solidFill>
              <a:srgbClr val="2D24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800"/>
                <a:buFont typeface="Fira Sans Extra Condensed"/>
                <a:buNone/>
              </a:pPr>
              <a:r>
                <a:rPr b="0" i="0" lang="es-BO" sz="1800" u="none" cap="none" strike="noStrike">
                  <a:solidFill>
                    <a:srgbClr val="FFFFFF"/>
                  </a:solidFill>
                  <a:latin typeface="Fira Sans Extra Condensed"/>
                  <a:ea typeface="Fira Sans Extra Condensed"/>
                  <a:cs typeface="Fira Sans Extra Condensed"/>
                  <a:sym typeface="Fira Sans Extra Condensed"/>
                </a:rPr>
                <a:t>Unidad de alimentación</a:t>
              </a:r>
              <a:endParaRPr b="0" i="0" sz="1800" u="none" cap="none" strike="noStrike">
                <a:solidFill>
                  <a:srgbClr val="FFFFFF"/>
                </a:solidFill>
                <a:latin typeface="Fira Sans Extra Condensed"/>
                <a:ea typeface="Fira Sans Extra Condensed"/>
                <a:cs typeface="Fira Sans Extra Condensed"/>
                <a:sym typeface="Fira Sans Extra Condensed"/>
              </a:endParaRPr>
            </a:p>
          </p:txBody>
        </p:sp>
        <p:sp>
          <p:nvSpPr>
            <p:cNvPr id="378" name="Google Shape;378;p17"/>
            <p:cNvSpPr/>
            <p:nvPr/>
          </p:nvSpPr>
          <p:spPr>
            <a:xfrm>
              <a:off x="948788" y="1360508"/>
              <a:ext cx="2768071" cy="297849"/>
            </a:xfrm>
            <a:custGeom>
              <a:rect b="b" l="l" r="r" t="t"/>
              <a:pathLst>
                <a:path extrusionOk="0" h="6942" w="15943">
                  <a:moveTo>
                    <a:pt x="1393" y="1"/>
                  </a:moveTo>
                  <a:cubicBezTo>
                    <a:pt x="619" y="1"/>
                    <a:pt x="0" y="620"/>
                    <a:pt x="0" y="1382"/>
                  </a:cubicBezTo>
                  <a:lnTo>
                    <a:pt x="0" y="5561"/>
                  </a:lnTo>
                  <a:cubicBezTo>
                    <a:pt x="0" y="6323"/>
                    <a:pt x="619" y="6942"/>
                    <a:pt x="1393" y="6942"/>
                  </a:cubicBezTo>
                  <a:lnTo>
                    <a:pt x="13311" y="6942"/>
                  </a:lnTo>
                  <a:cubicBezTo>
                    <a:pt x="14764" y="6942"/>
                    <a:pt x="15943" y="5763"/>
                    <a:pt x="15943" y="4311"/>
                  </a:cubicBezTo>
                  <a:lnTo>
                    <a:pt x="15943" y="2632"/>
                  </a:lnTo>
                  <a:cubicBezTo>
                    <a:pt x="15943" y="1179"/>
                    <a:pt x="14764" y="1"/>
                    <a:pt x="13311" y="1"/>
                  </a:cubicBezTo>
                  <a:close/>
                </a:path>
              </a:pathLst>
            </a:custGeom>
            <a:solidFill>
              <a:srgbClr val="2D24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800"/>
                <a:buFont typeface="Fira Sans Extra Condensed"/>
                <a:buNone/>
              </a:pPr>
              <a:r>
                <a:rPr b="0" i="0" lang="es-BO" sz="1800" u="none" cap="none" strike="noStrike">
                  <a:solidFill>
                    <a:srgbClr val="FFFFFF"/>
                  </a:solidFill>
                  <a:latin typeface="Fira Sans Extra Condensed"/>
                  <a:ea typeface="Fira Sans Extra Condensed"/>
                  <a:cs typeface="Fira Sans Extra Condensed"/>
                  <a:sym typeface="Fira Sans Extra Condensed"/>
                </a:rPr>
                <a:t>Unidad de ensamblaje</a:t>
              </a:r>
              <a:endParaRPr b="0" i="0" sz="1800" u="none" cap="none" strike="noStrike">
                <a:solidFill>
                  <a:srgbClr val="FFFFFF"/>
                </a:solidFill>
                <a:latin typeface="Fira Sans Extra Condensed"/>
                <a:ea typeface="Fira Sans Extra Condensed"/>
                <a:cs typeface="Fira Sans Extra Condensed"/>
                <a:sym typeface="Fira Sans Extra Condensed"/>
              </a:endParaRPr>
            </a:p>
          </p:txBody>
        </p:sp>
      </p:grpSp>
      <p:grpSp>
        <p:nvGrpSpPr>
          <p:cNvPr id="379" name="Google Shape;379;p17"/>
          <p:cNvGrpSpPr/>
          <p:nvPr/>
        </p:nvGrpSpPr>
        <p:grpSpPr>
          <a:xfrm>
            <a:off x="884221" y="882377"/>
            <a:ext cx="3935174" cy="1925054"/>
            <a:chOff x="884221" y="882377"/>
            <a:chExt cx="3935174" cy="1925054"/>
          </a:xfrm>
        </p:grpSpPr>
        <p:sp>
          <p:nvSpPr>
            <p:cNvPr id="380" name="Google Shape;380;p17"/>
            <p:cNvSpPr/>
            <p:nvPr/>
          </p:nvSpPr>
          <p:spPr>
            <a:xfrm rot="-1818862">
              <a:off x="2996885" y="1211215"/>
              <a:ext cx="1629620" cy="1205757"/>
            </a:xfrm>
            <a:custGeom>
              <a:rect b="b" l="l" r="r" t="t"/>
              <a:pathLst>
                <a:path extrusionOk="0" h="34707" w="43459">
                  <a:moveTo>
                    <a:pt x="16669" y="0"/>
                  </a:moveTo>
                  <a:lnTo>
                    <a:pt x="16515" y="905"/>
                  </a:lnTo>
                  <a:cubicBezTo>
                    <a:pt x="17265" y="1024"/>
                    <a:pt x="18003" y="1191"/>
                    <a:pt x="18729" y="1381"/>
                  </a:cubicBezTo>
                  <a:lnTo>
                    <a:pt x="18967" y="488"/>
                  </a:lnTo>
                  <a:cubicBezTo>
                    <a:pt x="18217" y="286"/>
                    <a:pt x="17443" y="119"/>
                    <a:pt x="16669" y="0"/>
                  </a:cubicBezTo>
                  <a:close/>
                  <a:moveTo>
                    <a:pt x="21206" y="1191"/>
                  </a:moveTo>
                  <a:lnTo>
                    <a:pt x="20884" y="2048"/>
                  </a:lnTo>
                  <a:cubicBezTo>
                    <a:pt x="21587" y="2310"/>
                    <a:pt x="22289" y="2608"/>
                    <a:pt x="22968" y="2929"/>
                  </a:cubicBezTo>
                  <a:lnTo>
                    <a:pt x="23361" y="2107"/>
                  </a:lnTo>
                  <a:cubicBezTo>
                    <a:pt x="22658" y="1762"/>
                    <a:pt x="21932" y="1453"/>
                    <a:pt x="21206" y="1191"/>
                  </a:cubicBezTo>
                  <a:close/>
                  <a:moveTo>
                    <a:pt x="25432" y="3215"/>
                  </a:moveTo>
                  <a:lnTo>
                    <a:pt x="24956" y="4012"/>
                  </a:lnTo>
                  <a:cubicBezTo>
                    <a:pt x="25599" y="4393"/>
                    <a:pt x="26230" y="4810"/>
                    <a:pt x="26849" y="5251"/>
                  </a:cubicBezTo>
                  <a:lnTo>
                    <a:pt x="27385" y="4513"/>
                  </a:lnTo>
                  <a:cubicBezTo>
                    <a:pt x="26754" y="4048"/>
                    <a:pt x="26099" y="3608"/>
                    <a:pt x="25432" y="3215"/>
                  </a:cubicBezTo>
                  <a:close/>
                  <a:moveTo>
                    <a:pt x="29230" y="5965"/>
                  </a:moveTo>
                  <a:lnTo>
                    <a:pt x="28635" y="6668"/>
                  </a:lnTo>
                  <a:cubicBezTo>
                    <a:pt x="29195" y="7144"/>
                    <a:pt x="29754" y="7668"/>
                    <a:pt x="30302" y="8203"/>
                  </a:cubicBezTo>
                  <a:lnTo>
                    <a:pt x="30945" y="7549"/>
                  </a:lnTo>
                  <a:cubicBezTo>
                    <a:pt x="30397" y="7001"/>
                    <a:pt x="29814" y="6465"/>
                    <a:pt x="29230" y="5965"/>
                  </a:cubicBezTo>
                  <a:close/>
                  <a:moveTo>
                    <a:pt x="32552" y="9263"/>
                  </a:moveTo>
                  <a:lnTo>
                    <a:pt x="31850" y="9870"/>
                  </a:lnTo>
                  <a:cubicBezTo>
                    <a:pt x="32350" y="10430"/>
                    <a:pt x="32826" y="11025"/>
                    <a:pt x="33302" y="11632"/>
                  </a:cubicBezTo>
                  <a:lnTo>
                    <a:pt x="34029" y="11073"/>
                  </a:lnTo>
                  <a:cubicBezTo>
                    <a:pt x="33552" y="10442"/>
                    <a:pt x="33052" y="9835"/>
                    <a:pt x="32552" y="9263"/>
                  </a:cubicBezTo>
                  <a:close/>
                  <a:moveTo>
                    <a:pt x="35398" y="12966"/>
                  </a:moveTo>
                  <a:lnTo>
                    <a:pt x="34636" y="13490"/>
                  </a:lnTo>
                  <a:cubicBezTo>
                    <a:pt x="35064" y="14109"/>
                    <a:pt x="35481" y="14752"/>
                    <a:pt x="35874" y="15407"/>
                  </a:cubicBezTo>
                  <a:lnTo>
                    <a:pt x="36672" y="14930"/>
                  </a:lnTo>
                  <a:cubicBezTo>
                    <a:pt x="36255" y="14252"/>
                    <a:pt x="35838" y="13597"/>
                    <a:pt x="35398" y="12966"/>
                  </a:cubicBezTo>
                  <a:close/>
                  <a:moveTo>
                    <a:pt x="37827" y="16955"/>
                  </a:moveTo>
                  <a:lnTo>
                    <a:pt x="37017" y="17395"/>
                  </a:lnTo>
                  <a:cubicBezTo>
                    <a:pt x="37374" y="18050"/>
                    <a:pt x="37731" y="18740"/>
                    <a:pt x="38065" y="19431"/>
                  </a:cubicBezTo>
                  <a:lnTo>
                    <a:pt x="38898" y="19026"/>
                  </a:lnTo>
                  <a:cubicBezTo>
                    <a:pt x="38553" y="18324"/>
                    <a:pt x="38196" y="17621"/>
                    <a:pt x="37827" y="16955"/>
                  </a:cubicBezTo>
                  <a:close/>
                  <a:moveTo>
                    <a:pt x="39875" y="21146"/>
                  </a:moveTo>
                  <a:lnTo>
                    <a:pt x="39029" y="21515"/>
                  </a:lnTo>
                  <a:cubicBezTo>
                    <a:pt x="39339" y="22205"/>
                    <a:pt x="39636" y="22920"/>
                    <a:pt x="39910" y="23634"/>
                  </a:cubicBezTo>
                  <a:lnTo>
                    <a:pt x="40768" y="23301"/>
                  </a:lnTo>
                  <a:cubicBezTo>
                    <a:pt x="40494" y="22574"/>
                    <a:pt x="40184" y="21848"/>
                    <a:pt x="39875" y="21146"/>
                  </a:cubicBezTo>
                  <a:close/>
                  <a:moveTo>
                    <a:pt x="21541" y="23517"/>
                  </a:moveTo>
                  <a:cubicBezTo>
                    <a:pt x="21085" y="23517"/>
                    <a:pt x="20631" y="23530"/>
                    <a:pt x="20182" y="23551"/>
                  </a:cubicBezTo>
                  <a:lnTo>
                    <a:pt x="20229" y="24479"/>
                  </a:lnTo>
                  <a:cubicBezTo>
                    <a:pt x="20706" y="24456"/>
                    <a:pt x="21198" y="24443"/>
                    <a:pt x="21688" y="24443"/>
                  </a:cubicBezTo>
                  <a:cubicBezTo>
                    <a:pt x="21957" y="24443"/>
                    <a:pt x="22226" y="24447"/>
                    <a:pt x="22491" y="24455"/>
                  </a:cubicBezTo>
                  <a:lnTo>
                    <a:pt x="22527" y="23539"/>
                  </a:lnTo>
                  <a:cubicBezTo>
                    <a:pt x="22198" y="23524"/>
                    <a:pt x="21869" y="23517"/>
                    <a:pt x="21541" y="23517"/>
                  </a:cubicBezTo>
                  <a:close/>
                  <a:moveTo>
                    <a:pt x="24861" y="23705"/>
                  </a:moveTo>
                  <a:lnTo>
                    <a:pt x="24754" y="24622"/>
                  </a:lnTo>
                  <a:cubicBezTo>
                    <a:pt x="25504" y="24717"/>
                    <a:pt x="26254" y="24825"/>
                    <a:pt x="27004" y="24967"/>
                  </a:cubicBezTo>
                  <a:lnTo>
                    <a:pt x="27183" y="24063"/>
                  </a:lnTo>
                  <a:cubicBezTo>
                    <a:pt x="26409" y="23920"/>
                    <a:pt x="25623" y="23801"/>
                    <a:pt x="24861" y="23705"/>
                  </a:cubicBezTo>
                  <a:close/>
                  <a:moveTo>
                    <a:pt x="17836" y="23765"/>
                  </a:moveTo>
                  <a:cubicBezTo>
                    <a:pt x="17074" y="23872"/>
                    <a:pt x="16288" y="24015"/>
                    <a:pt x="15526" y="24194"/>
                  </a:cubicBezTo>
                  <a:lnTo>
                    <a:pt x="15741" y="25098"/>
                  </a:lnTo>
                  <a:cubicBezTo>
                    <a:pt x="16467" y="24932"/>
                    <a:pt x="17217" y="24789"/>
                    <a:pt x="17967" y="24682"/>
                  </a:cubicBezTo>
                  <a:lnTo>
                    <a:pt x="17836" y="23765"/>
                  </a:lnTo>
                  <a:close/>
                  <a:moveTo>
                    <a:pt x="29457" y="24586"/>
                  </a:moveTo>
                  <a:lnTo>
                    <a:pt x="29230" y="25479"/>
                  </a:lnTo>
                  <a:cubicBezTo>
                    <a:pt x="29945" y="25670"/>
                    <a:pt x="30683" y="25884"/>
                    <a:pt x="31409" y="26134"/>
                  </a:cubicBezTo>
                  <a:lnTo>
                    <a:pt x="31695" y="25253"/>
                  </a:lnTo>
                  <a:cubicBezTo>
                    <a:pt x="30957" y="25003"/>
                    <a:pt x="30195" y="24777"/>
                    <a:pt x="29457" y="24586"/>
                  </a:cubicBezTo>
                  <a:close/>
                  <a:moveTo>
                    <a:pt x="13264" y="24825"/>
                  </a:moveTo>
                  <a:cubicBezTo>
                    <a:pt x="12526" y="25063"/>
                    <a:pt x="11788" y="25348"/>
                    <a:pt x="11073" y="25646"/>
                  </a:cubicBezTo>
                  <a:lnTo>
                    <a:pt x="11431" y="26503"/>
                  </a:lnTo>
                  <a:cubicBezTo>
                    <a:pt x="12121" y="26206"/>
                    <a:pt x="12836" y="25932"/>
                    <a:pt x="13550" y="25706"/>
                  </a:cubicBezTo>
                  <a:lnTo>
                    <a:pt x="13264" y="24825"/>
                  </a:lnTo>
                  <a:close/>
                  <a:moveTo>
                    <a:pt x="33898" y="26051"/>
                  </a:moveTo>
                  <a:lnTo>
                    <a:pt x="33552" y="26920"/>
                  </a:lnTo>
                  <a:cubicBezTo>
                    <a:pt x="34243" y="27194"/>
                    <a:pt x="34945" y="27492"/>
                    <a:pt x="35648" y="27813"/>
                  </a:cubicBezTo>
                  <a:lnTo>
                    <a:pt x="36041" y="26980"/>
                  </a:lnTo>
                  <a:cubicBezTo>
                    <a:pt x="35326" y="26646"/>
                    <a:pt x="34600" y="26337"/>
                    <a:pt x="33898" y="26051"/>
                  </a:cubicBezTo>
                  <a:close/>
                  <a:moveTo>
                    <a:pt x="41577" y="25479"/>
                  </a:moveTo>
                  <a:lnTo>
                    <a:pt x="40708" y="25789"/>
                  </a:lnTo>
                  <a:cubicBezTo>
                    <a:pt x="40958" y="26515"/>
                    <a:pt x="41208" y="27242"/>
                    <a:pt x="41422" y="27968"/>
                  </a:cubicBezTo>
                  <a:lnTo>
                    <a:pt x="42303" y="27694"/>
                  </a:lnTo>
                  <a:cubicBezTo>
                    <a:pt x="42077" y="26968"/>
                    <a:pt x="41839" y="26218"/>
                    <a:pt x="41577" y="25479"/>
                  </a:cubicBezTo>
                  <a:close/>
                  <a:moveTo>
                    <a:pt x="8954" y="26670"/>
                  </a:moveTo>
                  <a:cubicBezTo>
                    <a:pt x="8264" y="27027"/>
                    <a:pt x="7585" y="27432"/>
                    <a:pt x="6930" y="27849"/>
                  </a:cubicBezTo>
                  <a:lnTo>
                    <a:pt x="7430" y="28635"/>
                  </a:lnTo>
                  <a:cubicBezTo>
                    <a:pt x="8061" y="28218"/>
                    <a:pt x="8728" y="27837"/>
                    <a:pt x="9383" y="27480"/>
                  </a:cubicBezTo>
                  <a:lnTo>
                    <a:pt x="8954" y="26670"/>
                  </a:lnTo>
                  <a:close/>
                  <a:moveTo>
                    <a:pt x="38124" y="28015"/>
                  </a:moveTo>
                  <a:lnTo>
                    <a:pt x="37696" y="28825"/>
                  </a:lnTo>
                  <a:cubicBezTo>
                    <a:pt x="38363" y="29170"/>
                    <a:pt x="39041" y="29551"/>
                    <a:pt x="39708" y="29932"/>
                  </a:cubicBezTo>
                  <a:lnTo>
                    <a:pt x="40160" y="29135"/>
                  </a:lnTo>
                  <a:cubicBezTo>
                    <a:pt x="39482" y="28742"/>
                    <a:pt x="38803" y="28361"/>
                    <a:pt x="38124" y="28015"/>
                  </a:cubicBezTo>
                  <a:close/>
                  <a:moveTo>
                    <a:pt x="5013" y="29206"/>
                  </a:moveTo>
                  <a:cubicBezTo>
                    <a:pt x="4394" y="29682"/>
                    <a:pt x="3787" y="30182"/>
                    <a:pt x="3203" y="30706"/>
                  </a:cubicBezTo>
                  <a:lnTo>
                    <a:pt x="3822" y="31397"/>
                  </a:lnTo>
                  <a:cubicBezTo>
                    <a:pt x="4382" y="30885"/>
                    <a:pt x="4977" y="30397"/>
                    <a:pt x="5573" y="29944"/>
                  </a:cubicBezTo>
                  <a:lnTo>
                    <a:pt x="5013" y="29206"/>
                  </a:lnTo>
                  <a:close/>
                  <a:moveTo>
                    <a:pt x="42946" y="29944"/>
                  </a:moveTo>
                  <a:lnTo>
                    <a:pt x="42042" y="30182"/>
                  </a:lnTo>
                  <a:cubicBezTo>
                    <a:pt x="42065" y="30266"/>
                    <a:pt x="42089" y="30337"/>
                    <a:pt x="42101" y="30420"/>
                  </a:cubicBezTo>
                  <a:lnTo>
                    <a:pt x="41661" y="31123"/>
                  </a:lnTo>
                  <a:cubicBezTo>
                    <a:pt x="41946" y="31302"/>
                    <a:pt x="42244" y="31492"/>
                    <a:pt x="42530" y="31683"/>
                  </a:cubicBezTo>
                  <a:lnTo>
                    <a:pt x="43458" y="32302"/>
                  </a:lnTo>
                  <a:lnTo>
                    <a:pt x="43244" y="31206"/>
                  </a:lnTo>
                  <a:cubicBezTo>
                    <a:pt x="43232" y="31194"/>
                    <a:pt x="43149" y="30742"/>
                    <a:pt x="42946" y="29944"/>
                  </a:cubicBezTo>
                  <a:close/>
                  <a:moveTo>
                    <a:pt x="1525" y="32361"/>
                  </a:moveTo>
                  <a:cubicBezTo>
                    <a:pt x="536" y="33421"/>
                    <a:pt x="24" y="34147"/>
                    <a:pt x="1" y="34183"/>
                  </a:cubicBezTo>
                  <a:lnTo>
                    <a:pt x="763" y="34707"/>
                  </a:lnTo>
                  <a:cubicBezTo>
                    <a:pt x="763" y="34707"/>
                    <a:pt x="1251" y="34004"/>
                    <a:pt x="2203" y="32992"/>
                  </a:cubicBezTo>
                  <a:lnTo>
                    <a:pt x="1525" y="32361"/>
                  </a:ln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1" name="Google Shape;381;p17"/>
            <p:cNvSpPr/>
            <p:nvPr/>
          </p:nvSpPr>
          <p:spPr>
            <a:xfrm>
              <a:off x="884221" y="2509582"/>
              <a:ext cx="2768071" cy="297849"/>
            </a:xfrm>
            <a:custGeom>
              <a:rect b="b" l="l" r="r" t="t"/>
              <a:pathLst>
                <a:path extrusionOk="0" h="6942" w="15943">
                  <a:moveTo>
                    <a:pt x="1393" y="1"/>
                  </a:moveTo>
                  <a:cubicBezTo>
                    <a:pt x="619" y="1"/>
                    <a:pt x="0" y="620"/>
                    <a:pt x="0" y="1382"/>
                  </a:cubicBezTo>
                  <a:lnTo>
                    <a:pt x="0" y="5561"/>
                  </a:lnTo>
                  <a:cubicBezTo>
                    <a:pt x="0" y="6323"/>
                    <a:pt x="619" y="6942"/>
                    <a:pt x="1393" y="6942"/>
                  </a:cubicBezTo>
                  <a:lnTo>
                    <a:pt x="13311" y="6942"/>
                  </a:lnTo>
                  <a:cubicBezTo>
                    <a:pt x="14764" y="6942"/>
                    <a:pt x="15943" y="5763"/>
                    <a:pt x="15943" y="4311"/>
                  </a:cubicBezTo>
                  <a:lnTo>
                    <a:pt x="15943" y="2632"/>
                  </a:lnTo>
                  <a:cubicBezTo>
                    <a:pt x="15943" y="1179"/>
                    <a:pt x="14764" y="1"/>
                    <a:pt x="13311" y="1"/>
                  </a:cubicBezTo>
                  <a:close/>
                </a:path>
              </a:pathLst>
            </a:custGeom>
            <a:solidFill>
              <a:srgbClr val="2D24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800"/>
                <a:buFont typeface="Fira Sans Extra Condensed"/>
                <a:buNone/>
              </a:pPr>
              <a:r>
                <a:rPr b="0" i="0" lang="es-BO" sz="1800" u="none" cap="none" strike="noStrike">
                  <a:solidFill>
                    <a:srgbClr val="FFFFFF"/>
                  </a:solidFill>
                  <a:latin typeface="Fira Sans Extra Condensed"/>
                  <a:ea typeface="Fira Sans Extra Condensed"/>
                  <a:cs typeface="Fira Sans Extra Condensed"/>
                  <a:sym typeface="Fira Sans Extra Condensed"/>
                </a:rPr>
                <a:t>Unidad de transporte</a:t>
              </a:r>
              <a:endParaRPr b="0" i="0" sz="1800" u="none" cap="none" strike="noStrike">
                <a:solidFill>
                  <a:srgbClr val="FFFFFF"/>
                </a:solidFill>
                <a:latin typeface="Fira Sans Extra Condensed"/>
                <a:ea typeface="Fira Sans Extra Condensed"/>
                <a:cs typeface="Fira Sans Extra Condensed"/>
                <a:sym typeface="Fira Sans Extra Condensed"/>
              </a:endParaRPr>
            </a:p>
          </p:txBody>
        </p:sp>
      </p:grpSp>
      <p:grpSp>
        <p:nvGrpSpPr>
          <p:cNvPr id="382" name="Google Shape;382;p17"/>
          <p:cNvGrpSpPr/>
          <p:nvPr/>
        </p:nvGrpSpPr>
        <p:grpSpPr>
          <a:xfrm>
            <a:off x="4857303" y="4853636"/>
            <a:ext cx="2351211" cy="1867236"/>
            <a:chOff x="4857303" y="4853636"/>
            <a:chExt cx="2351211" cy="1867236"/>
          </a:xfrm>
        </p:grpSpPr>
        <p:sp>
          <p:nvSpPr>
            <p:cNvPr id="383" name="Google Shape;383;p17"/>
            <p:cNvSpPr/>
            <p:nvPr/>
          </p:nvSpPr>
          <p:spPr>
            <a:xfrm rot="3846825">
              <a:off x="4984603" y="5167953"/>
              <a:ext cx="1441190" cy="1185541"/>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4" name="Google Shape;384;p17"/>
            <p:cNvSpPr/>
            <p:nvPr/>
          </p:nvSpPr>
          <p:spPr>
            <a:xfrm>
              <a:off x="5634582" y="5511009"/>
              <a:ext cx="1463050" cy="1106952"/>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Dibujos de representación</a:t>
              </a:r>
              <a:endParaRPr b="0" i="0" sz="1800" u="none" cap="none" strike="noStrike">
                <a:solidFill>
                  <a:srgbClr val="000000"/>
                </a:solidFill>
                <a:latin typeface="Calibri"/>
                <a:ea typeface="Calibri"/>
                <a:cs typeface="Calibri"/>
                <a:sym typeface="Calibri"/>
              </a:endParaRPr>
            </a:p>
          </p:txBody>
        </p:sp>
        <p:sp>
          <p:nvSpPr>
            <p:cNvPr id="385" name="Google Shape;385;p17"/>
            <p:cNvSpPr/>
            <p:nvPr/>
          </p:nvSpPr>
          <p:spPr>
            <a:xfrm>
              <a:off x="5489670" y="5420383"/>
              <a:ext cx="1718844" cy="1300489"/>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8"/>
          <p:cNvSpPr txBox="1"/>
          <p:nvPr/>
        </p:nvSpPr>
        <p:spPr>
          <a:xfrm>
            <a:off x="1190779" y="295652"/>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ISA 5.1-1984 (r1992)</a:t>
            </a:r>
            <a:endParaRPr/>
          </a:p>
        </p:txBody>
      </p:sp>
      <p:sp>
        <p:nvSpPr>
          <p:cNvPr id="391" name="Google Shape;391;p18"/>
          <p:cNvSpPr/>
          <p:nvPr/>
        </p:nvSpPr>
        <p:spPr>
          <a:xfrm>
            <a:off x="1190779" y="876913"/>
            <a:ext cx="9736301"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Para designar y representar los instrumentos de medición y control se emplean normas muy variadas que a veces varían de industria en industria. La necesidad universal de una normalización en este campo. Varias sociedades han dirigido sus esfuerzos en este sentido, y entre ellas se encuentran, como más importantes, la ISA (</a:t>
            </a:r>
            <a:r>
              <a:rPr b="0" i="1" lang="es-BO" sz="2000" u="none" cap="none" strike="noStrike">
                <a:solidFill>
                  <a:srgbClr val="000000"/>
                </a:solidFill>
                <a:latin typeface="Times New Roman"/>
                <a:ea typeface="Times New Roman"/>
                <a:cs typeface="Times New Roman"/>
                <a:sym typeface="Times New Roman"/>
              </a:rPr>
              <a:t>Instrument Society of America</a:t>
            </a:r>
            <a:r>
              <a:rPr b="0" i="0" lang="es-BO" sz="2000" u="none" cap="none" strike="noStrike">
                <a:solidFill>
                  <a:srgbClr val="000000"/>
                </a:solidFill>
                <a:latin typeface="Times New Roman"/>
                <a:ea typeface="Times New Roman"/>
                <a:cs typeface="Times New Roman"/>
                <a:sym typeface="Times New Roman"/>
              </a:rPr>
              <a:t>) de la Sociedad de Instrumentos de Estados Unidos y la DIN alemana, cuyas normas  tienen por objeto establecer sistemas de designación (código y símbolos) de aplicación a las industrias químicas, petroquímicas, aire acondicionado, etc.</a:t>
            </a:r>
            <a:endParaRPr/>
          </a:p>
        </p:txBody>
      </p:sp>
      <p:sp>
        <p:nvSpPr>
          <p:cNvPr id="392" name="Google Shape;392;p18"/>
          <p:cNvSpPr/>
          <p:nvPr/>
        </p:nvSpPr>
        <p:spPr>
          <a:xfrm>
            <a:off x="1428522" y="3882888"/>
            <a:ext cx="4112741" cy="1709424"/>
          </a:xfrm>
          <a:prstGeom prst="snip2DiagRect">
            <a:avLst>
              <a:gd fmla="val 0" name="adj1"/>
              <a:gd fmla="val 16667" name="adj2"/>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normalización para designar y representar los instrumentos de medición y control que se utilizara en el laboratorio es la ISA 5.1-1984(r1992)</a:t>
            </a:r>
            <a:endParaRPr/>
          </a:p>
        </p:txBody>
      </p:sp>
      <p:sp>
        <p:nvSpPr>
          <p:cNvPr id="393" name="Google Shape;393;p18"/>
          <p:cNvSpPr/>
          <p:nvPr/>
        </p:nvSpPr>
        <p:spPr>
          <a:xfrm>
            <a:off x="6675120" y="3091680"/>
            <a:ext cx="4782312" cy="1645920"/>
          </a:xfrm>
          <a:prstGeom prst="snip2DiagRect">
            <a:avLst>
              <a:gd fmla="val 0" name="adj1"/>
              <a:gd fmla="val 16667" name="adj2"/>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Esta Representación nos </a:t>
            </a:r>
            <a:r>
              <a:rPr lang="es-BO" sz="2000">
                <a:latin typeface="Times New Roman"/>
                <a:ea typeface="Times New Roman"/>
                <a:cs typeface="Times New Roman"/>
                <a:sym typeface="Times New Roman"/>
              </a:rPr>
              <a:t>ayudará</a:t>
            </a:r>
            <a:r>
              <a:rPr b="0" i="0" lang="es-BO" sz="2000" u="none" cap="none" strike="noStrike">
                <a:solidFill>
                  <a:srgbClr val="000000"/>
                </a:solidFill>
                <a:latin typeface="Times New Roman"/>
                <a:ea typeface="Times New Roman"/>
                <a:cs typeface="Times New Roman"/>
                <a:sym typeface="Times New Roman"/>
              </a:rPr>
              <a:t> a comprender el funcionamiento de la planta del sistema mecatrónica XK-335B, explicado anteriormente.</a:t>
            </a:r>
            <a:endParaRPr/>
          </a:p>
        </p:txBody>
      </p:sp>
      <p:sp>
        <p:nvSpPr>
          <p:cNvPr id="394" name="Google Shape;394;p18"/>
          <p:cNvSpPr/>
          <p:nvPr/>
        </p:nvSpPr>
        <p:spPr>
          <a:xfrm>
            <a:off x="6592824" y="4944864"/>
            <a:ext cx="5120640" cy="1645920"/>
          </a:xfrm>
          <a:prstGeom prst="snip2DiagRect">
            <a:avLst>
              <a:gd fmla="val 0" name="adj1"/>
              <a:gd fmla="val 16667" name="adj2"/>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representación también será utilizada como una herramienta para las asignaturas de  ETN-902 y ETN-1034, identificando las características de sensores y actuadores, para un correcto control de los mismos.</a:t>
            </a:r>
            <a:endParaRPr/>
          </a:p>
        </p:txBody>
      </p:sp>
      <p:sp>
        <p:nvSpPr>
          <p:cNvPr id="395" name="Google Shape;395;p18"/>
          <p:cNvSpPr/>
          <p:nvPr/>
        </p:nvSpPr>
        <p:spPr>
          <a:xfrm>
            <a:off x="5751576" y="3392424"/>
            <a:ext cx="539496" cy="2706624"/>
          </a:xfrm>
          <a:prstGeom prst="leftBrace">
            <a:avLst>
              <a:gd fmla="val 8333" name="adj1"/>
              <a:gd fmla="val 50000" name="adj2"/>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9"/>
          <p:cNvSpPr/>
          <p:nvPr/>
        </p:nvSpPr>
        <p:spPr>
          <a:xfrm>
            <a:off x="6160158" y="4879383"/>
            <a:ext cx="1311295" cy="200726"/>
          </a:xfrm>
          <a:custGeom>
            <a:rect b="b" l="l" r="r" t="t"/>
            <a:pathLst>
              <a:path extrusionOk="0" h="8865" w="57913">
                <a:moveTo>
                  <a:pt x="34054" y="1"/>
                </a:moveTo>
                <a:cubicBezTo>
                  <a:pt x="32550" y="1"/>
                  <a:pt x="31048" y="35"/>
                  <a:pt x="29552" y="94"/>
                </a:cubicBezTo>
                <a:cubicBezTo>
                  <a:pt x="19479" y="487"/>
                  <a:pt x="9526" y="1463"/>
                  <a:pt x="1" y="4868"/>
                </a:cubicBezTo>
                <a:cubicBezTo>
                  <a:pt x="9383" y="7506"/>
                  <a:pt x="19031" y="8865"/>
                  <a:pt x="28668" y="8865"/>
                </a:cubicBezTo>
                <a:cubicBezTo>
                  <a:pt x="38525" y="8865"/>
                  <a:pt x="48371" y="7443"/>
                  <a:pt x="57913" y="4511"/>
                </a:cubicBezTo>
                <a:cubicBezTo>
                  <a:pt x="50440" y="1012"/>
                  <a:pt x="42229" y="1"/>
                  <a:pt x="34054" y="1"/>
                </a:cubicBezTo>
                <a:close/>
              </a:path>
            </a:pathLst>
          </a:custGeom>
          <a:solidFill>
            <a:srgbClr val="DEA1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02" name="Google Shape;402;p19"/>
          <p:cNvGrpSpPr/>
          <p:nvPr/>
        </p:nvGrpSpPr>
        <p:grpSpPr>
          <a:xfrm>
            <a:off x="1453997" y="3890012"/>
            <a:ext cx="4915580" cy="1701821"/>
            <a:chOff x="1453997" y="3890012"/>
            <a:chExt cx="4915580" cy="1701821"/>
          </a:xfrm>
        </p:grpSpPr>
        <p:sp>
          <p:nvSpPr>
            <p:cNvPr id="403" name="Google Shape;403;p19"/>
            <p:cNvSpPr/>
            <p:nvPr/>
          </p:nvSpPr>
          <p:spPr>
            <a:xfrm>
              <a:off x="4192940" y="4786775"/>
              <a:ext cx="2176637" cy="805058"/>
            </a:xfrm>
            <a:custGeom>
              <a:rect b="b" l="l" r="r" t="t"/>
              <a:pathLst>
                <a:path extrusionOk="0" h="17734" w="48710">
                  <a:moveTo>
                    <a:pt x="4258" y="1"/>
                  </a:moveTo>
                  <a:cubicBezTo>
                    <a:pt x="3658" y="1"/>
                    <a:pt x="3062" y="38"/>
                    <a:pt x="2489" y="172"/>
                  </a:cubicBezTo>
                  <a:cubicBezTo>
                    <a:pt x="1" y="756"/>
                    <a:pt x="156" y="3054"/>
                    <a:pt x="156" y="5173"/>
                  </a:cubicBezTo>
                  <a:cubicBezTo>
                    <a:pt x="156" y="8423"/>
                    <a:pt x="275" y="11829"/>
                    <a:pt x="1025" y="15007"/>
                  </a:cubicBezTo>
                  <a:cubicBezTo>
                    <a:pt x="1088" y="15276"/>
                    <a:pt x="1317" y="15401"/>
                    <a:pt x="1551" y="15401"/>
                  </a:cubicBezTo>
                  <a:cubicBezTo>
                    <a:pt x="1844" y="15401"/>
                    <a:pt x="2145" y="15204"/>
                    <a:pt x="2132" y="14853"/>
                  </a:cubicBezTo>
                  <a:cubicBezTo>
                    <a:pt x="2001" y="12055"/>
                    <a:pt x="1644" y="9281"/>
                    <a:pt x="1584" y="6471"/>
                  </a:cubicBezTo>
                  <a:cubicBezTo>
                    <a:pt x="1572" y="5316"/>
                    <a:pt x="1251" y="3554"/>
                    <a:pt x="1668" y="2458"/>
                  </a:cubicBezTo>
                  <a:cubicBezTo>
                    <a:pt x="2014" y="1557"/>
                    <a:pt x="3084" y="1393"/>
                    <a:pt x="4095" y="1393"/>
                  </a:cubicBezTo>
                  <a:cubicBezTo>
                    <a:pt x="4647" y="1393"/>
                    <a:pt x="5182" y="1442"/>
                    <a:pt x="5573" y="1446"/>
                  </a:cubicBezTo>
                  <a:cubicBezTo>
                    <a:pt x="11371" y="1518"/>
                    <a:pt x="17182" y="1601"/>
                    <a:pt x="22980" y="1708"/>
                  </a:cubicBezTo>
                  <a:cubicBezTo>
                    <a:pt x="28659" y="1803"/>
                    <a:pt x="34350" y="1911"/>
                    <a:pt x="40042" y="2030"/>
                  </a:cubicBezTo>
                  <a:cubicBezTo>
                    <a:pt x="41518" y="2065"/>
                    <a:pt x="42994" y="2101"/>
                    <a:pt x="44471" y="2125"/>
                  </a:cubicBezTo>
                  <a:cubicBezTo>
                    <a:pt x="44520" y="2126"/>
                    <a:pt x="44569" y="2127"/>
                    <a:pt x="44619" y="2127"/>
                  </a:cubicBezTo>
                  <a:cubicBezTo>
                    <a:pt x="44811" y="2127"/>
                    <a:pt x="45007" y="2119"/>
                    <a:pt x="45199" y="2119"/>
                  </a:cubicBezTo>
                  <a:cubicBezTo>
                    <a:pt x="45828" y="2119"/>
                    <a:pt x="46428" y="2204"/>
                    <a:pt x="46780" y="2935"/>
                  </a:cubicBezTo>
                  <a:cubicBezTo>
                    <a:pt x="46971" y="3339"/>
                    <a:pt x="46900" y="4506"/>
                    <a:pt x="46935" y="4947"/>
                  </a:cubicBezTo>
                  <a:cubicBezTo>
                    <a:pt x="47114" y="7864"/>
                    <a:pt x="47221" y="14103"/>
                    <a:pt x="47221" y="17020"/>
                  </a:cubicBezTo>
                  <a:cubicBezTo>
                    <a:pt x="47221" y="17496"/>
                    <a:pt x="47587" y="17734"/>
                    <a:pt x="47955" y="17734"/>
                  </a:cubicBezTo>
                  <a:cubicBezTo>
                    <a:pt x="48322" y="17734"/>
                    <a:pt x="48691" y="17496"/>
                    <a:pt x="48697" y="17020"/>
                  </a:cubicBezTo>
                  <a:cubicBezTo>
                    <a:pt x="48709" y="13472"/>
                    <a:pt x="48709" y="6459"/>
                    <a:pt x="48209" y="2935"/>
                  </a:cubicBezTo>
                  <a:cubicBezTo>
                    <a:pt x="47864" y="434"/>
                    <a:pt x="45923" y="732"/>
                    <a:pt x="43792" y="684"/>
                  </a:cubicBezTo>
                  <a:cubicBezTo>
                    <a:pt x="36624" y="541"/>
                    <a:pt x="29457" y="410"/>
                    <a:pt x="22289" y="303"/>
                  </a:cubicBezTo>
                  <a:cubicBezTo>
                    <a:pt x="18765" y="244"/>
                    <a:pt x="15241" y="184"/>
                    <a:pt x="11717" y="137"/>
                  </a:cubicBezTo>
                  <a:cubicBezTo>
                    <a:pt x="9895" y="101"/>
                    <a:pt x="8073" y="77"/>
                    <a:pt x="6252" y="53"/>
                  </a:cubicBezTo>
                  <a:cubicBezTo>
                    <a:pt x="5604" y="47"/>
                    <a:pt x="4929" y="1"/>
                    <a:pt x="425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04" name="Google Shape;404;p19"/>
            <p:cNvGrpSpPr/>
            <p:nvPr/>
          </p:nvGrpSpPr>
          <p:grpSpPr>
            <a:xfrm>
              <a:off x="1453997" y="3890012"/>
              <a:ext cx="4344797" cy="1694979"/>
              <a:chOff x="2915016" y="1089153"/>
              <a:chExt cx="1212891" cy="474360"/>
            </a:xfrm>
          </p:grpSpPr>
          <p:sp>
            <p:nvSpPr>
              <p:cNvPr id="405" name="Google Shape;405;p19"/>
              <p:cNvSpPr/>
              <p:nvPr/>
            </p:nvSpPr>
            <p:spPr>
              <a:xfrm>
                <a:off x="4077452" y="1144399"/>
                <a:ext cx="30749" cy="46394"/>
              </a:xfrm>
              <a:custGeom>
                <a:rect b="b" l="l" r="r" t="t"/>
                <a:pathLst>
                  <a:path extrusionOk="0" h="2049" w="1358">
                    <a:moveTo>
                      <a:pt x="0" y="0"/>
                    </a:moveTo>
                    <a:lnTo>
                      <a:pt x="0" y="0"/>
                    </a:lnTo>
                    <a:cubicBezTo>
                      <a:pt x="226" y="417"/>
                      <a:pt x="369" y="870"/>
                      <a:pt x="441" y="1334"/>
                    </a:cubicBezTo>
                    <a:cubicBezTo>
                      <a:pt x="762" y="1548"/>
                      <a:pt x="1072" y="1786"/>
                      <a:pt x="1358" y="2048"/>
                    </a:cubicBezTo>
                    <a:cubicBezTo>
                      <a:pt x="1131" y="1215"/>
                      <a:pt x="655" y="548"/>
                      <a:pt x="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6" name="Google Shape;406;p19"/>
              <p:cNvSpPr/>
              <p:nvPr/>
            </p:nvSpPr>
            <p:spPr>
              <a:xfrm>
                <a:off x="4087958" y="1185652"/>
                <a:ext cx="24024" cy="53391"/>
              </a:xfrm>
              <a:custGeom>
                <a:rect b="b" l="l" r="r" t="t"/>
                <a:pathLst>
                  <a:path extrusionOk="0" h="2358" w="1061">
                    <a:moveTo>
                      <a:pt x="36" y="0"/>
                    </a:moveTo>
                    <a:lnTo>
                      <a:pt x="36" y="0"/>
                    </a:lnTo>
                    <a:cubicBezTo>
                      <a:pt x="72" y="524"/>
                      <a:pt x="48" y="1048"/>
                      <a:pt x="1" y="1560"/>
                    </a:cubicBezTo>
                    <a:cubicBezTo>
                      <a:pt x="358" y="1786"/>
                      <a:pt x="739" y="2048"/>
                      <a:pt x="1048" y="2358"/>
                    </a:cubicBezTo>
                    <a:cubicBezTo>
                      <a:pt x="1048" y="2048"/>
                      <a:pt x="1060" y="1738"/>
                      <a:pt x="1060" y="1429"/>
                    </a:cubicBezTo>
                    <a:cubicBezTo>
                      <a:pt x="1060" y="1262"/>
                      <a:pt x="1048" y="1119"/>
                      <a:pt x="1036" y="965"/>
                    </a:cubicBezTo>
                    <a:cubicBezTo>
                      <a:pt x="715" y="631"/>
                      <a:pt x="393" y="298"/>
                      <a:pt x="36"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7" name="Google Shape;407;p19"/>
              <p:cNvSpPr/>
              <p:nvPr/>
            </p:nvSpPr>
            <p:spPr>
              <a:xfrm>
                <a:off x="4081211" y="1228514"/>
                <a:ext cx="30228" cy="59323"/>
              </a:xfrm>
              <a:custGeom>
                <a:rect b="b" l="l" r="r" t="t"/>
                <a:pathLst>
                  <a:path extrusionOk="0" h="2620" w="1335">
                    <a:moveTo>
                      <a:pt x="251" y="0"/>
                    </a:moveTo>
                    <a:cubicBezTo>
                      <a:pt x="251" y="12"/>
                      <a:pt x="251" y="24"/>
                      <a:pt x="251" y="36"/>
                    </a:cubicBezTo>
                    <a:cubicBezTo>
                      <a:pt x="168" y="631"/>
                      <a:pt x="84" y="1227"/>
                      <a:pt x="1" y="1822"/>
                    </a:cubicBezTo>
                    <a:cubicBezTo>
                      <a:pt x="10" y="1757"/>
                      <a:pt x="70" y="1699"/>
                      <a:pt x="130" y="1699"/>
                    </a:cubicBezTo>
                    <a:cubicBezTo>
                      <a:pt x="147" y="1699"/>
                      <a:pt x="164" y="1704"/>
                      <a:pt x="180" y="1715"/>
                    </a:cubicBezTo>
                    <a:cubicBezTo>
                      <a:pt x="441" y="1893"/>
                      <a:pt x="691" y="2084"/>
                      <a:pt x="930" y="2286"/>
                    </a:cubicBezTo>
                    <a:cubicBezTo>
                      <a:pt x="1049" y="2393"/>
                      <a:pt x="1192" y="2501"/>
                      <a:pt x="1311" y="2620"/>
                    </a:cubicBezTo>
                    <a:cubicBezTo>
                      <a:pt x="1323" y="2060"/>
                      <a:pt x="1323" y="1512"/>
                      <a:pt x="1334" y="953"/>
                    </a:cubicBezTo>
                    <a:cubicBezTo>
                      <a:pt x="1108" y="762"/>
                      <a:pt x="906" y="536"/>
                      <a:pt x="680" y="346"/>
                    </a:cubicBezTo>
                    <a:cubicBezTo>
                      <a:pt x="549" y="226"/>
                      <a:pt x="406" y="107"/>
                      <a:pt x="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8" name="Google Shape;408;p19"/>
              <p:cNvSpPr/>
              <p:nvPr/>
            </p:nvSpPr>
            <p:spPr>
              <a:xfrm>
                <a:off x="4075822" y="1270016"/>
                <a:ext cx="36953" cy="76328"/>
              </a:xfrm>
              <a:custGeom>
                <a:rect b="b" l="l" r="r" t="t"/>
                <a:pathLst>
                  <a:path extrusionOk="0" h="3371" w="1632">
                    <a:moveTo>
                      <a:pt x="239" y="1"/>
                    </a:moveTo>
                    <a:cubicBezTo>
                      <a:pt x="156" y="608"/>
                      <a:pt x="72" y="1227"/>
                      <a:pt x="1" y="1846"/>
                    </a:cubicBezTo>
                    <a:cubicBezTo>
                      <a:pt x="298" y="2096"/>
                      <a:pt x="584" y="2382"/>
                      <a:pt x="870" y="2644"/>
                    </a:cubicBezTo>
                    <a:cubicBezTo>
                      <a:pt x="1120" y="2882"/>
                      <a:pt x="1394" y="3120"/>
                      <a:pt x="1632" y="3370"/>
                    </a:cubicBezTo>
                    <a:cubicBezTo>
                      <a:pt x="1608" y="2763"/>
                      <a:pt x="1572" y="2180"/>
                      <a:pt x="1561" y="1644"/>
                    </a:cubicBezTo>
                    <a:cubicBezTo>
                      <a:pt x="1561" y="1525"/>
                      <a:pt x="1561" y="1418"/>
                      <a:pt x="1561" y="1310"/>
                    </a:cubicBezTo>
                    <a:cubicBezTo>
                      <a:pt x="1346" y="1132"/>
                      <a:pt x="1168" y="906"/>
                      <a:pt x="989" y="715"/>
                    </a:cubicBezTo>
                    <a:cubicBezTo>
                      <a:pt x="763" y="489"/>
                      <a:pt x="525" y="275"/>
                      <a:pt x="275" y="72"/>
                    </a:cubicBezTo>
                    <a:cubicBezTo>
                      <a:pt x="251" y="48"/>
                      <a:pt x="239" y="25"/>
                      <a:pt x="23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9" name="Google Shape;409;p19"/>
              <p:cNvSpPr/>
              <p:nvPr/>
            </p:nvSpPr>
            <p:spPr>
              <a:xfrm>
                <a:off x="4070976" y="1319624"/>
                <a:ext cx="43428" cy="81988"/>
              </a:xfrm>
              <a:custGeom>
                <a:rect b="b" l="l" r="r" t="t"/>
                <a:pathLst>
                  <a:path extrusionOk="0" h="3621" w="1918">
                    <a:moveTo>
                      <a:pt x="167" y="1"/>
                    </a:moveTo>
                    <a:cubicBezTo>
                      <a:pt x="96" y="596"/>
                      <a:pt x="36" y="1191"/>
                      <a:pt x="0" y="1786"/>
                    </a:cubicBezTo>
                    <a:cubicBezTo>
                      <a:pt x="655" y="2358"/>
                      <a:pt x="1310" y="2977"/>
                      <a:pt x="1905" y="3620"/>
                    </a:cubicBezTo>
                    <a:cubicBezTo>
                      <a:pt x="1917" y="2953"/>
                      <a:pt x="1894" y="2287"/>
                      <a:pt x="1870" y="1632"/>
                    </a:cubicBezTo>
                    <a:cubicBezTo>
                      <a:pt x="1822" y="1632"/>
                      <a:pt x="1786" y="1620"/>
                      <a:pt x="1751" y="1584"/>
                    </a:cubicBezTo>
                    <a:cubicBezTo>
                      <a:pt x="1417" y="1322"/>
                      <a:pt x="1143" y="1001"/>
                      <a:pt x="846" y="691"/>
                    </a:cubicBezTo>
                    <a:cubicBezTo>
                      <a:pt x="620" y="465"/>
                      <a:pt x="393" y="239"/>
                      <a:pt x="167"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0" name="Google Shape;410;p19"/>
              <p:cNvSpPr/>
              <p:nvPr/>
            </p:nvSpPr>
            <p:spPr>
              <a:xfrm>
                <a:off x="4069369" y="1369776"/>
                <a:ext cx="44221" cy="78456"/>
              </a:xfrm>
              <a:custGeom>
                <a:rect b="b" l="l" r="r" t="t"/>
                <a:pathLst>
                  <a:path extrusionOk="0" h="3465" w="1953">
                    <a:moveTo>
                      <a:pt x="48" y="0"/>
                    </a:moveTo>
                    <a:cubicBezTo>
                      <a:pt x="12" y="488"/>
                      <a:pt x="0" y="976"/>
                      <a:pt x="0" y="1465"/>
                    </a:cubicBezTo>
                    <a:cubicBezTo>
                      <a:pt x="0" y="1500"/>
                      <a:pt x="0" y="1548"/>
                      <a:pt x="0" y="1584"/>
                    </a:cubicBezTo>
                    <a:cubicBezTo>
                      <a:pt x="0" y="1596"/>
                      <a:pt x="12" y="1596"/>
                      <a:pt x="12" y="1596"/>
                    </a:cubicBezTo>
                    <a:cubicBezTo>
                      <a:pt x="381" y="1929"/>
                      <a:pt x="679" y="2334"/>
                      <a:pt x="1024" y="2691"/>
                    </a:cubicBezTo>
                    <a:cubicBezTo>
                      <a:pt x="1274" y="2953"/>
                      <a:pt x="1548" y="3203"/>
                      <a:pt x="1798" y="3465"/>
                    </a:cubicBezTo>
                    <a:cubicBezTo>
                      <a:pt x="1881" y="2977"/>
                      <a:pt x="1929" y="2477"/>
                      <a:pt x="1953" y="1977"/>
                    </a:cubicBezTo>
                    <a:cubicBezTo>
                      <a:pt x="1274" y="1405"/>
                      <a:pt x="619" y="714"/>
                      <a:pt x="48"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1" name="Google Shape;411;p19"/>
              <p:cNvSpPr/>
              <p:nvPr/>
            </p:nvSpPr>
            <p:spPr>
              <a:xfrm>
                <a:off x="4070161" y="1418026"/>
                <a:ext cx="37768" cy="77392"/>
              </a:xfrm>
              <a:custGeom>
                <a:rect b="b" l="l" r="r" t="t"/>
                <a:pathLst>
                  <a:path extrusionOk="0" h="3418" w="1668">
                    <a:moveTo>
                      <a:pt x="1" y="0"/>
                    </a:moveTo>
                    <a:lnTo>
                      <a:pt x="1" y="0"/>
                    </a:lnTo>
                    <a:cubicBezTo>
                      <a:pt x="48" y="691"/>
                      <a:pt x="144" y="1500"/>
                      <a:pt x="13" y="2203"/>
                    </a:cubicBezTo>
                    <a:cubicBezTo>
                      <a:pt x="406" y="2536"/>
                      <a:pt x="858" y="2953"/>
                      <a:pt x="1120" y="3417"/>
                    </a:cubicBezTo>
                    <a:cubicBezTo>
                      <a:pt x="1370" y="2929"/>
                      <a:pt x="1549" y="2382"/>
                      <a:pt x="1668" y="1822"/>
                    </a:cubicBezTo>
                    <a:cubicBezTo>
                      <a:pt x="1322" y="1536"/>
                      <a:pt x="1013" y="1179"/>
                      <a:pt x="703" y="834"/>
                    </a:cubicBezTo>
                    <a:cubicBezTo>
                      <a:pt x="465" y="572"/>
                      <a:pt x="215" y="298"/>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2" name="Google Shape;412;p19"/>
              <p:cNvSpPr/>
              <p:nvPr/>
            </p:nvSpPr>
            <p:spPr>
              <a:xfrm>
                <a:off x="4047791" y="1476510"/>
                <a:ext cx="42070" cy="49632"/>
              </a:xfrm>
              <a:custGeom>
                <a:rect b="b" l="l" r="r" t="t"/>
                <a:pathLst>
                  <a:path extrusionOk="0" h="2192" w="1858">
                    <a:moveTo>
                      <a:pt x="905" y="1"/>
                    </a:moveTo>
                    <a:cubicBezTo>
                      <a:pt x="810" y="299"/>
                      <a:pt x="643" y="572"/>
                      <a:pt x="405" y="775"/>
                    </a:cubicBezTo>
                    <a:cubicBezTo>
                      <a:pt x="286" y="870"/>
                      <a:pt x="155" y="953"/>
                      <a:pt x="1" y="1037"/>
                    </a:cubicBezTo>
                    <a:cubicBezTo>
                      <a:pt x="132" y="1168"/>
                      <a:pt x="262" y="1299"/>
                      <a:pt x="393" y="1442"/>
                    </a:cubicBezTo>
                    <a:cubicBezTo>
                      <a:pt x="584" y="1644"/>
                      <a:pt x="846" y="1846"/>
                      <a:pt x="965" y="2108"/>
                    </a:cubicBezTo>
                    <a:cubicBezTo>
                      <a:pt x="977" y="2132"/>
                      <a:pt x="977" y="2168"/>
                      <a:pt x="977" y="2192"/>
                    </a:cubicBezTo>
                    <a:cubicBezTo>
                      <a:pt x="1310" y="1965"/>
                      <a:pt x="1596" y="1680"/>
                      <a:pt x="1822" y="1323"/>
                    </a:cubicBezTo>
                    <a:cubicBezTo>
                      <a:pt x="1834" y="1311"/>
                      <a:pt x="1846" y="1299"/>
                      <a:pt x="1858" y="1275"/>
                    </a:cubicBezTo>
                    <a:cubicBezTo>
                      <a:pt x="1667" y="1049"/>
                      <a:pt x="1548" y="787"/>
                      <a:pt x="1370" y="549"/>
                    </a:cubicBezTo>
                    <a:cubicBezTo>
                      <a:pt x="1227" y="346"/>
                      <a:pt x="1072" y="168"/>
                      <a:pt x="905"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3" name="Google Shape;413;p19"/>
              <p:cNvSpPr/>
              <p:nvPr/>
            </p:nvSpPr>
            <p:spPr>
              <a:xfrm>
                <a:off x="4000877" y="1503204"/>
                <a:ext cx="63105" cy="39126"/>
              </a:xfrm>
              <a:custGeom>
                <a:rect b="b" l="l" r="r" t="t"/>
                <a:pathLst>
                  <a:path extrusionOk="0" h="1728" w="2787">
                    <a:moveTo>
                      <a:pt x="1751" y="1"/>
                    </a:moveTo>
                    <a:cubicBezTo>
                      <a:pt x="1251" y="179"/>
                      <a:pt x="632" y="263"/>
                      <a:pt x="1" y="310"/>
                    </a:cubicBezTo>
                    <a:cubicBezTo>
                      <a:pt x="251" y="596"/>
                      <a:pt x="501" y="882"/>
                      <a:pt x="775" y="1156"/>
                    </a:cubicBezTo>
                    <a:cubicBezTo>
                      <a:pt x="965" y="1346"/>
                      <a:pt x="1203" y="1525"/>
                      <a:pt x="1406" y="1727"/>
                    </a:cubicBezTo>
                    <a:cubicBezTo>
                      <a:pt x="1906" y="1608"/>
                      <a:pt x="2370" y="1429"/>
                      <a:pt x="2787" y="1191"/>
                    </a:cubicBezTo>
                    <a:lnTo>
                      <a:pt x="2775" y="1191"/>
                    </a:lnTo>
                    <a:cubicBezTo>
                      <a:pt x="2537" y="1037"/>
                      <a:pt x="2358" y="763"/>
                      <a:pt x="2192" y="536"/>
                    </a:cubicBezTo>
                    <a:cubicBezTo>
                      <a:pt x="2037" y="358"/>
                      <a:pt x="1894" y="179"/>
                      <a:pt x="175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4" name="Google Shape;414;p19"/>
              <p:cNvSpPr/>
              <p:nvPr/>
            </p:nvSpPr>
            <p:spPr>
              <a:xfrm>
                <a:off x="3959374" y="1510495"/>
                <a:ext cx="63648" cy="37496"/>
              </a:xfrm>
              <a:custGeom>
                <a:rect b="b" l="l" r="r" t="t"/>
                <a:pathLst>
                  <a:path extrusionOk="0" h="1656" w="2811">
                    <a:moveTo>
                      <a:pt x="1667" y="0"/>
                    </a:moveTo>
                    <a:cubicBezTo>
                      <a:pt x="1339" y="14"/>
                      <a:pt x="1003" y="20"/>
                      <a:pt x="676" y="20"/>
                    </a:cubicBezTo>
                    <a:cubicBezTo>
                      <a:pt x="444" y="20"/>
                      <a:pt x="217" y="17"/>
                      <a:pt x="0" y="12"/>
                    </a:cubicBezTo>
                    <a:lnTo>
                      <a:pt x="0" y="12"/>
                    </a:lnTo>
                    <a:cubicBezTo>
                      <a:pt x="203" y="262"/>
                      <a:pt x="417" y="500"/>
                      <a:pt x="643" y="738"/>
                    </a:cubicBezTo>
                    <a:cubicBezTo>
                      <a:pt x="929" y="1036"/>
                      <a:pt x="1310" y="1286"/>
                      <a:pt x="1536" y="1631"/>
                    </a:cubicBezTo>
                    <a:cubicBezTo>
                      <a:pt x="1548" y="1631"/>
                      <a:pt x="1548" y="1643"/>
                      <a:pt x="1548" y="1655"/>
                    </a:cubicBezTo>
                    <a:cubicBezTo>
                      <a:pt x="1977" y="1631"/>
                      <a:pt x="2405" y="1584"/>
                      <a:pt x="2810" y="1500"/>
                    </a:cubicBezTo>
                    <a:cubicBezTo>
                      <a:pt x="2643" y="1334"/>
                      <a:pt x="2501" y="1155"/>
                      <a:pt x="2358" y="988"/>
                    </a:cubicBezTo>
                    <a:cubicBezTo>
                      <a:pt x="2120" y="703"/>
                      <a:pt x="1881" y="417"/>
                      <a:pt x="1667" y="107"/>
                    </a:cubicBezTo>
                    <a:cubicBezTo>
                      <a:pt x="1631" y="72"/>
                      <a:pt x="1643" y="24"/>
                      <a:pt x="16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19"/>
              <p:cNvSpPr/>
              <p:nvPr/>
            </p:nvSpPr>
            <p:spPr>
              <a:xfrm>
                <a:off x="3911645" y="1510359"/>
                <a:ext cx="69309" cy="38266"/>
              </a:xfrm>
              <a:custGeom>
                <a:rect b="b" l="l" r="r" t="t"/>
                <a:pathLst>
                  <a:path extrusionOk="0" h="1690" w="3061">
                    <a:moveTo>
                      <a:pt x="1100" y="1"/>
                    </a:moveTo>
                    <a:cubicBezTo>
                      <a:pt x="1002" y="1"/>
                      <a:pt x="910" y="2"/>
                      <a:pt x="822" y="6"/>
                    </a:cubicBezTo>
                    <a:cubicBezTo>
                      <a:pt x="549" y="6"/>
                      <a:pt x="275" y="18"/>
                      <a:pt x="1" y="18"/>
                    </a:cubicBezTo>
                    <a:cubicBezTo>
                      <a:pt x="203" y="185"/>
                      <a:pt x="406" y="351"/>
                      <a:pt x="608" y="530"/>
                    </a:cubicBezTo>
                    <a:cubicBezTo>
                      <a:pt x="882" y="792"/>
                      <a:pt x="1263" y="1090"/>
                      <a:pt x="1418" y="1459"/>
                    </a:cubicBezTo>
                    <a:cubicBezTo>
                      <a:pt x="1442" y="1530"/>
                      <a:pt x="1430" y="1613"/>
                      <a:pt x="1370" y="1673"/>
                    </a:cubicBezTo>
                    <a:cubicBezTo>
                      <a:pt x="1757" y="1681"/>
                      <a:pt x="2157" y="1690"/>
                      <a:pt x="2559" y="1690"/>
                    </a:cubicBezTo>
                    <a:cubicBezTo>
                      <a:pt x="2726" y="1690"/>
                      <a:pt x="2893" y="1688"/>
                      <a:pt x="3061" y="1685"/>
                    </a:cubicBezTo>
                    <a:cubicBezTo>
                      <a:pt x="2823" y="1471"/>
                      <a:pt x="2608" y="1209"/>
                      <a:pt x="2430" y="971"/>
                    </a:cubicBezTo>
                    <a:cubicBezTo>
                      <a:pt x="2168" y="673"/>
                      <a:pt x="1954" y="340"/>
                      <a:pt x="1739" y="6"/>
                    </a:cubicBezTo>
                    <a:cubicBezTo>
                      <a:pt x="1509" y="6"/>
                      <a:pt x="1295" y="1"/>
                      <a:pt x="110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19"/>
              <p:cNvSpPr/>
              <p:nvPr/>
            </p:nvSpPr>
            <p:spPr>
              <a:xfrm>
                <a:off x="3855584" y="1511016"/>
                <a:ext cx="81966" cy="36975"/>
              </a:xfrm>
              <a:custGeom>
                <a:rect b="b" l="l" r="r" t="t"/>
                <a:pathLst>
                  <a:path extrusionOk="0" h="1633" w="3620">
                    <a:moveTo>
                      <a:pt x="1929" y="1"/>
                    </a:moveTo>
                    <a:cubicBezTo>
                      <a:pt x="1274" y="13"/>
                      <a:pt x="643" y="25"/>
                      <a:pt x="0" y="25"/>
                    </a:cubicBezTo>
                    <a:cubicBezTo>
                      <a:pt x="536" y="513"/>
                      <a:pt x="1072" y="1037"/>
                      <a:pt x="1524" y="1584"/>
                    </a:cubicBezTo>
                    <a:lnTo>
                      <a:pt x="1858" y="1584"/>
                    </a:lnTo>
                    <a:cubicBezTo>
                      <a:pt x="2382" y="1584"/>
                      <a:pt x="2977" y="1608"/>
                      <a:pt x="3620" y="1632"/>
                    </a:cubicBezTo>
                    <a:cubicBezTo>
                      <a:pt x="3334" y="1418"/>
                      <a:pt x="3108" y="1084"/>
                      <a:pt x="2846" y="822"/>
                    </a:cubicBezTo>
                    <a:cubicBezTo>
                      <a:pt x="2560" y="525"/>
                      <a:pt x="2251" y="251"/>
                      <a:pt x="192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19"/>
              <p:cNvSpPr/>
              <p:nvPr/>
            </p:nvSpPr>
            <p:spPr>
              <a:xfrm>
                <a:off x="3796285" y="1511559"/>
                <a:ext cx="80879" cy="35617"/>
              </a:xfrm>
              <a:custGeom>
                <a:rect b="b" l="l" r="r" t="t"/>
                <a:pathLst>
                  <a:path extrusionOk="0" h="1573" w="3572">
                    <a:moveTo>
                      <a:pt x="2131" y="1"/>
                    </a:moveTo>
                    <a:cubicBezTo>
                      <a:pt x="1417" y="1"/>
                      <a:pt x="702" y="1"/>
                      <a:pt x="0" y="13"/>
                    </a:cubicBezTo>
                    <a:cubicBezTo>
                      <a:pt x="500" y="548"/>
                      <a:pt x="1012" y="1060"/>
                      <a:pt x="1560" y="1572"/>
                    </a:cubicBezTo>
                    <a:cubicBezTo>
                      <a:pt x="2226" y="1572"/>
                      <a:pt x="2905" y="1572"/>
                      <a:pt x="3572" y="1560"/>
                    </a:cubicBezTo>
                    <a:cubicBezTo>
                      <a:pt x="3072" y="1060"/>
                      <a:pt x="2596" y="525"/>
                      <a:pt x="213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8" name="Google Shape;418;p19"/>
              <p:cNvSpPr/>
              <p:nvPr/>
            </p:nvSpPr>
            <p:spPr>
              <a:xfrm>
                <a:off x="3743710" y="1511831"/>
                <a:ext cx="76034" cy="35617"/>
              </a:xfrm>
              <a:custGeom>
                <a:rect b="b" l="l" r="r" t="t"/>
                <a:pathLst>
                  <a:path extrusionOk="0" h="1573" w="3358">
                    <a:moveTo>
                      <a:pt x="1108" y="1"/>
                    </a:moveTo>
                    <a:cubicBezTo>
                      <a:pt x="738" y="1"/>
                      <a:pt x="369" y="13"/>
                      <a:pt x="0" y="13"/>
                    </a:cubicBezTo>
                    <a:cubicBezTo>
                      <a:pt x="560" y="560"/>
                      <a:pt x="1155" y="1048"/>
                      <a:pt x="1739" y="1572"/>
                    </a:cubicBezTo>
                    <a:cubicBezTo>
                      <a:pt x="2274" y="1560"/>
                      <a:pt x="2822" y="1560"/>
                      <a:pt x="3358" y="1560"/>
                    </a:cubicBezTo>
                    <a:cubicBezTo>
                      <a:pt x="2858" y="1084"/>
                      <a:pt x="2382" y="548"/>
                      <a:pt x="1953"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9" name="Google Shape;419;p19"/>
              <p:cNvSpPr/>
              <p:nvPr/>
            </p:nvSpPr>
            <p:spPr>
              <a:xfrm>
                <a:off x="3690592" y="1512103"/>
                <a:ext cx="78207" cy="35345"/>
              </a:xfrm>
              <a:custGeom>
                <a:rect b="b" l="l" r="r" t="t"/>
                <a:pathLst>
                  <a:path extrusionOk="0" h="1561" w="3454">
                    <a:moveTo>
                      <a:pt x="1989" y="1"/>
                    </a:moveTo>
                    <a:cubicBezTo>
                      <a:pt x="1322" y="12"/>
                      <a:pt x="656" y="12"/>
                      <a:pt x="1" y="12"/>
                    </a:cubicBezTo>
                    <a:cubicBezTo>
                      <a:pt x="644" y="501"/>
                      <a:pt x="1299" y="977"/>
                      <a:pt x="1882" y="1525"/>
                    </a:cubicBezTo>
                    <a:cubicBezTo>
                      <a:pt x="1894" y="1536"/>
                      <a:pt x="1906" y="1548"/>
                      <a:pt x="1906" y="1560"/>
                    </a:cubicBezTo>
                    <a:lnTo>
                      <a:pt x="3454" y="1560"/>
                    </a:lnTo>
                    <a:cubicBezTo>
                      <a:pt x="2918" y="1096"/>
                      <a:pt x="2430" y="536"/>
                      <a:pt x="198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0" name="Google Shape;420;p19"/>
              <p:cNvSpPr/>
              <p:nvPr/>
            </p:nvSpPr>
            <p:spPr>
              <a:xfrm>
                <a:off x="3633987" y="1512374"/>
                <a:ext cx="90072" cy="35073"/>
              </a:xfrm>
              <a:custGeom>
                <a:rect b="b" l="l" r="r" t="t"/>
                <a:pathLst>
                  <a:path extrusionOk="0" h="1549" w="3978">
                    <a:moveTo>
                      <a:pt x="2120" y="0"/>
                    </a:moveTo>
                    <a:cubicBezTo>
                      <a:pt x="1405" y="12"/>
                      <a:pt x="703" y="12"/>
                      <a:pt x="0" y="24"/>
                    </a:cubicBezTo>
                    <a:cubicBezTo>
                      <a:pt x="608" y="489"/>
                      <a:pt x="1179" y="989"/>
                      <a:pt x="1703" y="1548"/>
                    </a:cubicBezTo>
                    <a:lnTo>
                      <a:pt x="3977" y="1548"/>
                    </a:lnTo>
                    <a:cubicBezTo>
                      <a:pt x="3334" y="1072"/>
                      <a:pt x="2727" y="524"/>
                      <a:pt x="212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1" name="Google Shape;421;p19"/>
              <p:cNvSpPr/>
              <p:nvPr/>
            </p:nvSpPr>
            <p:spPr>
              <a:xfrm>
                <a:off x="3584922" y="1512918"/>
                <a:ext cx="76305" cy="34802"/>
              </a:xfrm>
              <a:custGeom>
                <a:rect b="b" l="l" r="r" t="t"/>
                <a:pathLst>
                  <a:path extrusionOk="0" h="1537" w="3370">
                    <a:moveTo>
                      <a:pt x="1727" y="0"/>
                    </a:moveTo>
                    <a:cubicBezTo>
                      <a:pt x="1155" y="0"/>
                      <a:pt x="572" y="0"/>
                      <a:pt x="1" y="12"/>
                    </a:cubicBezTo>
                    <a:cubicBezTo>
                      <a:pt x="215" y="274"/>
                      <a:pt x="441" y="512"/>
                      <a:pt x="691" y="750"/>
                    </a:cubicBezTo>
                    <a:cubicBezTo>
                      <a:pt x="953" y="1000"/>
                      <a:pt x="1334" y="1215"/>
                      <a:pt x="1536" y="1512"/>
                    </a:cubicBezTo>
                    <a:cubicBezTo>
                      <a:pt x="1536" y="1524"/>
                      <a:pt x="1536" y="1524"/>
                      <a:pt x="1548" y="1536"/>
                    </a:cubicBezTo>
                    <a:lnTo>
                      <a:pt x="3370" y="1536"/>
                    </a:lnTo>
                    <a:cubicBezTo>
                      <a:pt x="2846" y="989"/>
                      <a:pt x="2310" y="477"/>
                      <a:pt x="172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2" name="Google Shape;422;p19"/>
              <p:cNvSpPr/>
              <p:nvPr/>
            </p:nvSpPr>
            <p:spPr>
              <a:xfrm>
                <a:off x="3527502" y="1513190"/>
                <a:ext cx="79543" cy="34802"/>
              </a:xfrm>
              <a:custGeom>
                <a:rect b="b" l="l" r="r" t="t"/>
                <a:pathLst>
                  <a:path extrusionOk="0" h="1537" w="3513">
                    <a:moveTo>
                      <a:pt x="2167" y="0"/>
                    </a:moveTo>
                    <a:cubicBezTo>
                      <a:pt x="1441" y="0"/>
                      <a:pt x="727" y="12"/>
                      <a:pt x="0" y="12"/>
                    </a:cubicBezTo>
                    <a:cubicBezTo>
                      <a:pt x="596" y="488"/>
                      <a:pt x="1191" y="988"/>
                      <a:pt x="1727" y="1536"/>
                    </a:cubicBezTo>
                    <a:cubicBezTo>
                      <a:pt x="2322" y="1536"/>
                      <a:pt x="2918" y="1524"/>
                      <a:pt x="3513" y="1524"/>
                    </a:cubicBezTo>
                    <a:cubicBezTo>
                      <a:pt x="3334" y="1369"/>
                      <a:pt x="3168" y="1191"/>
                      <a:pt x="3025" y="1024"/>
                    </a:cubicBezTo>
                    <a:cubicBezTo>
                      <a:pt x="2727" y="726"/>
                      <a:pt x="2465" y="393"/>
                      <a:pt x="2203" y="60"/>
                    </a:cubicBezTo>
                    <a:cubicBezTo>
                      <a:pt x="2179" y="36"/>
                      <a:pt x="2179" y="24"/>
                      <a:pt x="21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3" name="Google Shape;423;p19"/>
              <p:cNvSpPr/>
              <p:nvPr/>
            </p:nvSpPr>
            <p:spPr>
              <a:xfrm>
                <a:off x="3466845" y="1513461"/>
                <a:ext cx="88985" cy="34530"/>
              </a:xfrm>
              <a:custGeom>
                <a:rect b="b" l="l" r="r" t="t"/>
                <a:pathLst>
                  <a:path extrusionOk="0" h="1525" w="3930">
                    <a:moveTo>
                      <a:pt x="2251" y="0"/>
                    </a:moveTo>
                    <a:cubicBezTo>
                      <a:pt x="1501" y="12"/>
                      <a:pt x="751" y="12"/>
                      <a:pt x="1" y="24"/>
                    </a:cubicBezTo>
                    <a:cubicBezTo>
                      <a:pt x="620" y="476"/>
                      <a:pt x="1227" y="988"/>
                      <a:pt x="1787" y="1524"/>
                    </a:cubicBezTo>
                    <a:lnTo>
                      <a:pt x="3930" y="1524"/>
                    </a:lnTo>
                    <a:cubicBezTo>
                      <a:pt x="3346" y="1048"/>
                      <a:pt x="2787" y="524"/>
                      <a:pt x="2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19"/>
              <p:cNvSpPr/>
              <p:nvPr/>
            </p:nvSpPr>
            <p:spPr>
              <a:xfrm>
                <a:off x="3418051" y="1513982"/>
                <a:ext cx="77120" cy="34258"/>
              </a:xfrm>
              <a:custGeom>
                <a:rect b="b" l="l" r="r" t="t"/>
                <a:pathLst>
                  <a:path extrusionOk="0" h="1513" w="3406">
                    <a:moveTo>
                      <a:pt x="1656" y="1"/>
                    </a:moveTo>
                    <a:cubicBezTo>
                      <a:pt x="1144" y="1"/>
                      <a:pt x="632" y="1"/>
                      <a:pt x="120" y="13"/>
                    </a:cubicBezTo>
                    <a:lnTo>
                      <a:pt x="1" y="13"/>
                    </a:lnTo>
                    <a:cubicBezTo>
                      <a:pt x="346" y="275"/>
                      <a:pt x="691" y="537"/>
                      <a:pt x="1036" y="799"/>
                    </a:cubicBezTo>
                    <a:cubicBezTo>
                      <a:pt x="1322" y="1025"/>
                      <a:pt x="1656" y="1239"/>
                      <a:pt x="1917" y="1513"/>
                    </a:cubicBezTo>
                    <a:cubicBezTo>
                      <a:pt x="2406" y="1513"/>
                      <a:pt x="2906" y="1501"/>
                      <a:pt x="3406" y="1501"/>
                    </a:cubicBezTo>
                    <a:cubicBezTo>
                      <a:pt x="2822" y="1001"/>
                      <a:pt x="2227" y="501"/>
                      <a:pt x="165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19"/>
              <p:cNvSpPr/>
              <p:nvPr/>
            </p:nvSpPr>
            <p:spPr>
              <a:xfrm>
                <a:off x="2915016" y="1089153"/>
                <a:ext cx="1212891" cy="474360"/>
              </a:xfrm>
              <a:custGeom>
                <a:rect b="b" l="l" r="r" t="t"/>
                <a:pathLst>
                  <a:path extrusionOk="0" h="20950" w="53567">
                    <a:moveTo>
                      <a:pt x="51340" y="2440"/>
                    </a:moveTo>
                    <a:cubicBezTo>
                      <a:pt x="51995" y="2988"/>
                      <a:pt x="52471" y="3655"/>
                      <a:pt x="52698" y="4488"/>
                    </a:cubicBezTo>
                    <a:cubicBezTo>
                      <a:pt x="52412" y="4226"/>
                      <a:pt x="52102" y="3988"/>
                      <a:pt x="51781" y="3774"/>
                    </a:cubicBezTo>
                    <a:cubicBezTo>
                      <a:pt x="51709" y="3310"/>
                      <a:pt x="51566" y="2857"/>
                      <a:pt x="51340" y="2440"/>
                    </a:cubicBezTo>
                    <a:close/>
                    <a:moveTo>
                      <a:pt x="51840" y="4262"/>
                    </a:moveTo>
                    <a:cubicBezTo>
                      <a:pt x="52197" y="4560"/>
                      <a:pt x="52519" y="4893"/>
                      <a:pt x="52840" y="5227"/>
                    </a:cubicBezTo>
                    <a:cubicBezTo>
                      <a:pt x="52852" y="5381"/>
                      <a:pt x="52864" y="5524"/>
                      <a:pt x="52864" y="5691"/>
                    </a:cubicBezTo>
                    <a:cubicBezTo>
                      <a:pt x="52864" y="6000"/>
                      <a:pt x="52852" y="6310"/>
                      <a:pt x="52852" y="6620"/>
                    </a:cubicBezTo>
                    <a:cubicBezTo>
                      <a:pt x="52543" y="6310"/>
                      <a:pt x="52162" y="6048"/>
                      <a:pt x="51805" y="5822"/>
                    </a:cubicBezTo>
                    <a:cubicBezTo>
                      <a:pt x="51852" y="5310"/>
                      <a:pt x="51876" y="4786"/>
                      <a:pt x="51840" y="4262"/>
                    </a:cubicBezTo>
                    <a:close/>
                    <a:moveTo>
                      <a:pt x="51757" y="6155"/>
                    </a:moveTo>
                    <a:cubicBezTo>
                      <a:pt x="51912" y="6262"/>
                      <a:pt x="52055" y="6381"/>
                      <a:pt x="52186" y="6501"/>
                    </a:cubicBezTo>
                    <a:cubicBezTo>
                      <a:pt x="52412" y="6691"/>
                      <a:pt x="52614" y="6917"/>
                      <a:pt x="52840" y="7108"/>
                    </a:cubicBezTo>
                    <a:cubicBezTo>
                      <a:pt x="52829" y="7667"/>
                      <a:pt x="52829" y="8215"/>
                      <a:pt x="52817" y="8775"/>
                    </a:cubicBezTo>
                    <a:cubicBezTo>
                      <a:pt x="52698" y="8656"/>
                      <a:pt x="52555" y="8548"/>
                      <a:pt x="52436" y="8441"/>
                    </a:cubicBezTo>
                    <a:cubicBezTo>
                      <a:pt x="52197" y="8239"/>
                      <a:pt x="51947" y="8048"/>
                      <a:pt x="51686" y="7870"/>
                    </a:cubicBezTo>
                    <a:cubicBezTo>
                      <a:pt x="51669" y="7859"/>
                      <a:pt x="51652" y="7854"/>
                      <a:pt x="51635" y="7854"/>
                    </a:cubicBezTo>
                    <a:cubicBezTo>
                      <a:pt x="51575" y="7854"/>
                      <a:pt x="51516" y="7910"/>
                      <a:pt x="51507" y="7965"/>
                    </a:cubicBezTo>
                    <a:cubicBezTo>
                      <a:pt x="51590" y="7382"/>
                      <a:pt x="51674" y="6786"/>
                      <a:pt x="51757" y="6191"/>
                    </a:cubicBezTo>
                    <a:cubicBezTo>
                      <a:pt x="51757" y="6179"/>
                      <a:pt x="51757" y="6167"/>
                      <a:pt x="51757" y="6155"/>
                    </a:cubicBezTo>
                    <a:close/>
                    <a:moveTo>
                      <a:pt x="51507" y="7989"/>
                    </a:moveTo>
                    <a:cubicBezTo>
                      <a:pt x="51507" y="8013"/>
                      <a:pt x="51519" y="8036"/>
                      <a:pt x="51543" y="8060"/>
                    </a:cubicBezTo>
                    <a:cubicBezTo>
                      <a:pt x="51793" y="8263"/>
                      <a:pt x="52031" y="8477"/>
                      <a:pt x="52257" y="8703"/>
                    </a:cubicBezTo>
                    <a:cubicBezTo>
                      <a:pt x="52436" y="8894"/>
                      <a:pt x="52614" y="9120"/>
                      <a:pt x="52829" y="9298"/>
                    </a:cubicBezTo>
                    <a:cubicBezTo>
                      <a:pt x="52829" y="9406"/>
                      <a:pt x="52829" y="9513"/>
                      <a:pt x="52829" y="9632"/>
                    </a:cubicBezTo>
                    <a:cubicBezTo>
                      <a:pt x="52840" y="10168"/>
                      <a:pt x="52876" y="10751"/>
                      <a:pt x="52900" y="11358"/>
                    </a:cubicBezTo>
                    <a:cubicBezTo>
                      <a:pt x="52662" y="11108"/>
                      <a:pt x="52388" y="10870"/>
                      <a:pt x="52138" y="10632"/>
                    </a:cubicBezTo>
                    <a:cubicBezTo>
                      <a:pt x="51852" y="10370"/>
                      <a:pt x="51566" y="10084"/>
                      <a:pt x="51269" y="9834"/>
                    </a:cubicBezTo>
                    <a:cubicBezTo>
                      <a:pt x="51340" y="9215"/>
                      <a:pt x="51424" y="8596"/>
                      <a:pt x="51507" y="7989"/>
                    </a:cubicBezTo>
                    <a:close/>
                    <a:moveTo>
                      <a:pt x="51221" y="10180"/>
                    </a:moveTo>
                    <a:cubicBezTo>
                      <a:pt x="51447" y="10418"/>
                      <a:pt x="51674" y="10644"/>
                      <a:pt x="51900" y="10870"/>
                    </a:cubicBezTo>
                    <a:cubicBezTo>
                      <a:pt x="52197" y="11180"/>
                      <a:pt x="52471" y="11501"/>
                      <a:pt x="52805" y="11763"/>
                    </a:cubicBezTo>
                    <a:cubicBezTo>
                      <a:pt x="52840" y="11799"/>
                      <a:pt x="52876" y="11811"/>
                      <a:pt x="52924" y="11811"/>
                    </a:cubicBezTo>
                    <a:cubicBezTo>
                      <a:pt x="52948" y="12466"/>
                      <a:pt x="52971" y="13132"/>
                      <a:pt x="52959" y="13799"/>
                    </a:cubicBezTo>
                    <a:cubicBezTo>
                      <a:pt x="52364" y="13156"/>
                      <a:pt x="51709" y="12537"/>
                      <a:pt x="51054" y="11965"/>
                    </a:cubicBezTo>
                    <a:cubicBezTo>
                      <a:pt x="51090" y="11370"/>
                      <a:pt x="51150" y="10775"/>
                      <a:pt x="51221" y="10180"/>
                    </a:cubicBezTo>
                    <a:close/>
                    <a:moveTo>
                      <a:pt x="51031" y="12394"/>
                    </a:moveTo>
                    <a:cubicBezTo>
                      <a:pt x="51602" y="13108"/>
                      <a:pt x="52257" y="13799"/>
                      <a:pt x="52936" y="14371"/>
                    </a:cubicBezTo>
                    <a:cubicBezTo>
                      <a:pt x="52912" y="14871"/>
                      <a:pt x="52864" y="15371"/>
                      <a:pt x="52781" y="15859"/>
                    </a:cubicBezTo>
                    <a:cubicBezTo>
                      <a:pt x="52531" y="15597"/>
                      <a:pt x="52257" y="15347"/>
                      <a:pt x="52007" y="15085"/>
                    </a:cubicBezTo>
                    <a:cubicBezTo>
                      <a:pt x="51662" y="14728"/>
                      <a:pt x="51364" y="14323"/>
                      <a:pt x="50995" y="13990"/>
                    </a:cubicBezTo>
                    <a:cubicBezTo>
                      <a:pt x="50995" y="13990"/>
                      <a:pt x="50983" y="13990"/>
                      <a:pt x="50983" y="13978"/>
                    </a:cubicBezTo>
                    <a:cubicBezTo>
                      <a:pt x="50983" y="13942"/>
                      <a:pt x="50983" y="13894"/>
                      <a:pt x="50983" y="13859"/>
                    </a:cubicBezTo>
                    <a:cubicBezTo>
                      <a:pt x="50983" y="13370"/>
                      <a:pt x="50995" y="12882"/>
                      <a:pt x="51031" y="12394"/>
                    </a:cubicBezTo>
                    <a:close/>
                    <a:moveTo>
                      <a:pt x="51019" y="14525"/>
                    </a:moveTo>
                    <a:lnTo>
                      <a:pt x="51019" y="14525"/>
                    </a:lnTo>
                    <a:cubicBezTo>
                      <a:pt x="51233" y="14823"/>
                      <a:pt x="51483" y="15097"/>
                      <a:pt x="51721" y="15359"/>
                    </a:cubicBezTo>
                    <a:cubicBezTo>
                      <a:pt x="52031" y="15704"/>
                      <a:pt x="52340" y="16061"/>
                      <a:pt x="52686" y="16347"/>
                    </a:cubicBezTo>
                    <a:cubicBezTo>
                      <a:pt x="52567" y="16907"/>
                      <a:pt x="52388" y="17454"/>
                      <a:pt x="52138" y="17942"/>
                    </a:cubicBezTo>
                    <a:cubicBezTo>
                      <a:pt x="51876" y="17478"/>
                      <a:pt x="51424" y="17061"/>
                      <a:pt x="51031" y="16728"/>
                    </a:cubicBezTo>
                    <a:cubicBezTo>
                      <a:pt x="51162" y="16025"/>
                      <a:pt x="51066" y="15216"/>
                      <a:pt x="51019" y="14525"/>
                    </a:cubicBezTo>
                    <a:close/>
                    <a:moveTo>
                      <a:pt x="27465" y="821"/>
                    </a:moveTo>
                    <a:cubicBezTo>
                      <a:pt x="30824" y="821"/>
                      <a:pt x="34184" y="875"/>
                      <a:pt x="37541" y="940"/>
                    </a:cubicBezTo>
                    <a:cubicBezTo>
                      <a:pt x="39529" y="976"/>
                      <a:pt x="41529" y="1012"/>
                      <a:pt x="43530" y="1071"/>
                    </a:cubicBezTo>
                    <a:cubicBezTo>
                      <a:pt x="43749" y="1079"/>
                      <a:pt x="43984" y="1081"/>
                      <a:pt x="44230" y="1081"/>
                    </a:cubicBezTo>
                    <a:cubicBezTo>
                      <a:pt x="44621" y="1081"/>
                      <a:pt x="45040" y="1075"/>
                      <a:pt x="45470" y="1075"/>
                    </a:cubicBezTo>
                    <a:cubicBezTo>
                      <a:pt x="46956" y="1075"/>
                      <a:pt x="48578" y="1143"/>
                      <a:pt x="49661" y="1750"/>
                    </a:cubicBezTo>
                    <a:cubicBezTo>
                      <a:pt x="52078" y="3107"/>
                      <a:pt x="50900" y="6489"/>
                      <a:pt x="50614" y="8584"/>
                    </a:cubicBezTo>
                    <a:cubicBezTo>
                      <a:pt x="50376" y="10334"/>
                      <a:pt x="50281" y="12096"/>
                      <a:pt x="50281" y="13859"/>
                    </a:cubicBezTo>
                    <a:cubicBezTo>
                      <a:pt x="50281" y="14287"/>
                      <a:pt x="50281" y="14716"/>
                      <a:pt x="50292" y="15156"/>
                    </a:cubicBezTo>
                    <a:cubicBezTo>
                      <a:pt x="50328" y="16311"/>
                      <a:pt x="50519" y="16049"/>
                      <a:pt x="49459" y="16954"/>
                    </a:cubicBezTo>
                    <a:cubicBezTo>
                      <a:pt x="48530" y="17740"/>
                      <a:pt x="48435" y="17728"/>
                      <a:pt x="47328" y="17823"/>
                    </a:cubicBezTo>
                    <a:cubicBezTo>
                      <a:pt x="46911" y="17859"/>
                      <a:pt x="46506" y="17883"/>
                      <a:pt x="46090" y="17907"/>
                    </a:cubicBezTo>
                    <a:cubicBezTo>
                      <a:pt x="44185" y="18002"/>
                      <a:pt x="42280" y="17990"/>
                      <a:pt x="40375" y="18014"/>
                    </a:cubicBezTo>
                    <a:cubicBezTo>
                      <a:pt x="36374" y="18038"/>
                      <a:pt x="32362" y="18050"/>
                      <a:pt x="28349" y="18085"/>
                    </a:cubicBezTo>
                    <a:cubicBezTo>
                      <a:pt x="23920" y="18109"/>
                      <a:pt x="19491" y="18145"/>
                      <a:pt x="15062" y="18157"/>
                    </a:cubicBezTo>
                    <a:cubicBezTo>
                      <a:pt x="14548" y="18159"/>
                      <a:pt x="14034" y="18161"/>
                      <a:pt x="13521" y="18161"/>
                    </a:cubicBezTo>
                    <a:cubicBezTo>
                      <a:pt x="11749" y="18161"/>
                      <a:pt x="9979" y="18143"/>
                      <a:pt x="8216" y="18097"/>
                    </a:cubicBezTo>
                    <a:cubicBezTo>
                      <a:pt x="8058" y="18094"/>
                      <a:pt x="7879" y="18093"/>
                      <a:pt x="7682" y="18093"/>
                    </a:cubicBezTo>
                    <a:cubicBezTo>
                      <a:pt x="7522" y="18093"/>
                      <a:pt x="7351" y="18093"/>
                      <a:pt x="7170" y="18093"/>
                    </a:cubicBezTo>
                    <a:cubicBezTo>
                      <a:pt x="4644" y="18093"/>
                      <a:pt x="357" y="17988"/>
                      <a:pt x="953" y="14835"/>
                    </a:cubicBezTo>
                    <a:cubicBezTo>
                      <a:pt x="977" y="14716"/>
                      <a:pt x="917" y="14621"/>
                      <a:pt x="834" y="14573"/>
                    </a:cubicBezTo>
                    <a:cubicBezTo>
                      <a:pt x="846" y="12835"/>
                      <a:pt x="810" y="11108"/>
                      <a:pt x="870" y="9370"/>
                    </a:cubicBezTo>
                    <a:cubicBezTo>
                      <a:pt x="941" y="7405"/>
                      <a:pt x="810" y="4822"/>
                      <a:pt x="2406" y="3381"/>
                    </a:cubicBezTo>
                    <a:cubicBezTo>
                      <a:pt x="3763" y="2155"/>
                      <a:pt x="5835" y="1988"/>
                      <a:pt x="7561" y="1774"/>
                    </a:cubicBezTo>
                    <a:cubicBezTo>
                      <a:pt x="9549" y="1548"/>
                      <a:pt x="11550" y="1381"/>
                      <a:pt x="13538" y="1250"/>
                    </a:cubicBezTo>
                    <a:cubicBezTo>
                      <a:pt x="18175" y="925"/>
                      <a:pt x="22819" y="821"/>
                      <a:pt x="27465" y="821"/>
                    </a:cubicBezTo>
                    <a:close/>
                    <a:moveTo>
                      <a:pt x="50935" y="17109"/>
                    </a:moveTo>
                    <a:cubicBezTo>
                      <a:pt x="51102" y="17276"/>
                      <a:pt x="51257" y="17454"/>
                      <a:pt x="51400" y="17657"/>
                    </a:cubicBezTo>
                    <a:cubicBezTo>
                      <a:pt x="51578" y="17895"/>
                      <a:pt x="51697" y="18157"/>
                      <a:pt x="51888" y="18383"/>
                    </a:cubicBezTo>
                    <a:cubicBezTo>
                      <a:pt x="51876" y="18407"/>
                      <a:pt x="51864" y="18419"/>
                      <a:pt x="51852" y="18431"/>
                    </a:cubicBezTo>
                    <a:cubicBezTo>
                      <a:pt x="51626" y="18788"/>
                      <a:pt x="51340" y="19073"/>
                      <a:pt x="51007" y="19300"/>
                    </a:cubicBezTo>
                    <a:cubicBezTo>
                      <a:pt x="51007" y="19276"/>
                      <a:pt x="51007" y="19240"/>
                      <a:pt x="50995" y="19216"/>
                    </a:cubicBezTo>
                    <a:cubicBezTo>
                      <a:pt x="50876" y="18954"/>
                      <a:pt x="50614" y="18752"/>
                      <a:pt x="50423" y="18550"/>
                    </a:cubicBezTo>
                    <a:cubicBezTo>
                      <a:pt x="50292" y="18407"/>
                      <a:pt x="50162" y="18276"/>
                      <a:pt x="50031" y="18145"/>
                    </a:cubicBezTo>
                    <a:cubicBezTo>
                      <a:pt x="50185" y="18061"/>
                      <a:pt x="50316" y="17978"/>
                      <a:pt x="50435" y="17883"/>
                    </a:cubicBezTo>
                    <a:cubicBezTo>
                      <a:pt x="50673" y="17680"/>
                      <a:pt x="50840" y="17407"/>
                      <a:pt x="50935" y="17109"/>
                    </a:cubicBezTo>
                    <a:close/>
                    <a:moveTo>
                      <a:pt x="49709" y="18288"/>
                    </a:moveTo>
                    <a:cubicBezTo>
                      <a:pt x="49852" y="18466"/>
                      <a:pt x="49995" y="18645"/>
                      <a:pt x="50150" y="18823"/>
                    </a:cubicBezTo>
                    <a:cubicBezTo>
                      <a:pt x="50316" y="19050"/>
                      <a:pt x="50495" y="19324"/>
                      <a:pt x="50733" y="19478"/>
                    </a:cubicBezTo>
                    <a:lnTo>
                      <a:pt x="50745" y="19478"/>
                    </a:lnTo>
                    <a:cubicBezTo>
                      <a:pt x="50328" y="19716"/>
                      <a:pt x="49864" y="19895"/>
                      <a:pt x="49364" y="20014"/>
                    </a:cubicBezTo>
                    <a:cubicBezTo>
                      <a:pt x="49161" y="19812"/>
                      <a:pt x="48923" y="19633"/>
                      <a:pt x="48733" y="19443"/>
                    </a:cubicBezTo>
                    <a:cubicBezTo>
                      <a:pt x="48459" y="19169"/>
                      <a:pt x="48209" y="18883"/>
                      <a:pt x="47959" y="18597"/>
                    </a:cubicBezTo>
                    <a:cubicBezTo>
                      <a:pt x="48590" y="18550"/>
                      <a:pt x="49209" y="18466"/>
                      <a:pt x="49709" y="18288"/>
                    </a:cubicBezTo>
                    <a:close/>
                    <a:moveTo>
                      <a:pt x="1905" y="17800"/>
                    </a:moveTo>
                    <a:cubicBezTo>
                      <a:pt x="2370" y="18050"/>
                      <a:pt x="2929" y="18228"/>
                      <a:pt x="3501" y="18359"/>
                    </a:cubicBezTo>
                    <a:cubicBezTo>
                      <a:pt x="3953" y="18681"/>
                      <a:pt x="4394" y="19014"/>
                      <a:pt x="4823" y="19359"/>
                    </a:cubicBezTo>
                    <a:cubicBezTo>
                      <a:pt x="5132" y="19609"/>
                      <a:pt x="5418" y="19907"/>
                      <a:pt x="5727" y="20157"/>
                    </a:cubicBezTo>
                    <a:cubicBezTo>
                      <a:pt x="5073" y="20038"/>
                      <a:pt x="4418" y="19859"/>
                      <a:pt x="3822" y="19538"/>
                    </a:cubicBezTo>
                    <a:cubicBezTo>
                      <a:pt x="3037" y="19109"/>
                      <a:pt x="2429" y="18490"/>
                      <a:pt x="1905" y="17800"/>
                    </a:cubicBezTo>
                    <a:close/>
                    <a:moveTo>
                      <a:pt x="41053" y="18657"/>
                    </a:moveTo>
                    <a:cubicBezTo>
                      <a:pt x="41518" y="19181"/>
                      <a:pt x="41994" y="19716"/>
                      <a:pt x="42494" y="20216"/>
                    </a:cubicBezTo>
                    <a:cubicBezTo>
                      <a:pt x="41827" y="20228"/>
                      <a:pt x="41148" y="20228"/>
                      <a:pt x="40482" y="20228"/>
                    </a:cubicBezTo>
                    <a:cubicBezTo>
                      <a:pt x="39934" y="19716"/>
                      <a:pt x="39422" y="19204"/>
                      <a:pt x="38922" y="18669"/>
                    </a:cubicBezTo>
                    <a:cubicBezTo>
                      <a:pt x="39624" y="18669"/>
                      <a:pt x="40339" y="18669"/>
                      <a:pt x="41053" y="18657"/>
                    </a:cubicBezTo>
                    <a:close/>
                    <a:moveTo>
                      <a:pt x="33874" y="18692"/>
                    </a:moveTo>
                    <a:cubicBezTo>
                      <a:pt x="34481" y="19216"/>
                      <a:pt x="35088" y="19764"/>
                      <a:pt x="35731" y="20240"/>
                    </a:cubicBezTo>
                    <a:lnTo>
                      <a:pt x="33457" y="20240"/>
                    </a:lnTo>
                    <a:cubicBezTo>
                      <a:pt x="32933" y="19681"/>
                      <a:pt x="32362" y="19181"/>
                      <a:pt x="31754" y="18716"/>
                    </a:cubicBezTo>
                    <a:cubicBezTo>
                      <a:pt x="32457" y="18704"/>
                      <a:pt x="33159" y="18704"/>
                      <a:pt x="33874" y="18692"/>
                    </a:cubicBezTo>
                    <a:close/>
                    <a:moveTo>
                      <a:pt x="36243" y="18681"/>
                    </a:moveTo>
                    <a:cubicBezTo>
                      <a:pt x="36684" y="19216"/>
                      <a:pt x="37172" y="19776"/>
                      <a:pt x="37708" y="20240"/>
                    </a:cubicBezTo>
                    <a:lnTo>
                      <a:pt x="36160" y="20240"/>
                    </a:lnTo>
                    <a:cubicBezTo>
                      <a:pt x="36160" y="20228"/>
                      <a:pt x="36148" y="20216"/>
                      <a:pt x="36136" y="20205"/>
                    </a:cubicBezTo>
                    <a:cubicBezTo>
                      <a:pt x="35553" y="19657"/>
                      <a:pt x="34898" y="19181"/>
                      <a:pt x="34255" y="18692"/>
                    </a:cubicBezTo>
                    <a:cubicBezTo>
                      <a:pt x="34910" y="18692"/>
                      <a:pt x="35576" y="18692"/>
                      <a:pt x="36243" y="18681"/>
                    </a:cubicBezTo>
                    <a:close/>
                    <a:moveTo>
                      <a:pt x="38553" y="18669"/>
                    </a:moveTo>
                    <a:cubicBezTo>
                      <a:pt x="38982" y="19216"/>
                      <a:pt x="39458" y="19752"/>
                      <a:pt x="39958" y="20228"/>
                    </a:cubicBezTo>
                    <a:cubicBezTo>
                      <a:pt x="39422" y="20228"/>
                      <a:pt x="38874" y="20228"/>
                      <a:pt x="38339" y="20240"/>
                    </a:cubicBezTo>
                    <a:cubicBezTo>
                      <a:pt x="37755" y="19716"/>
                      <a:pt x="37160" y="19228"/>
                      <a:pt x="36600" y="18681"/>
                    </a:cubicBezTo>
                    <a:cubicBezTo>
                      <a:pt x="36969" y="18681"/>
                      <a:pt x="37338" y="18669"/>
                      <a:pt x="37708" y="18669"/>
                    </a:cubicBezTo>
                    <a:close/>
                    <a:moveTo>
                      <a:pt x="31314" y="18716"/>
                    </a:moveTo>
                    <a:cubicBezTo>
                      <a:pt x="31897" y="19193"/>
                      <a:pt x="32433" y="19705"/>
                      <a:pt x="32957" y="20252"/>
                    </a:cubicBezTo>
                    <a:lnTo>
                      <a:pt x="31135" y="20252"/>
                    </a:lnTo>
                    <a:cubicBezTo>
                      <a:pt x="31123" y="20240"/>
                      <a:pt x="31123" y="20240"/>
                      <a:pt x="31123" y="20228"/>
                    </a:cubicBezTo>
                    <a:cubicBezTo>
                      <a:pt x="30921" y="19931"/>
                      <a:pt x="30540" y="19716"/>
                      <a:pt x="30278" y="19466"/>
                    </a:cubicBezTo>
                    <a:cubicBezTo>
                      <a:pt x="30028" y="19228"/>
                      <a:pt x="29802" y="18990"/>
                      <a:pt x="29588" y="18728"/>
                    </a:cubicBezTo>
                    <a:cubicBezTo>
                      <a:pt x="30159" y="18716"/>
                      <a:pt x="30742" y="18716"/>
                      <a:pt x="31314" y="18716"/>
                    </a:cubicBezTo>
                    <a:close/>
                    <a:moveTo>
                      <a:pt x="26623" y="18740"/>
                    </a:moveTo>
                    <a:cubicBezTo>
                      <a:pt x="27159" y="19264"/>
                      <a:pt x="27718" y="19788"/>
                      <a:pt x="28302" y="20264"/>
                    </a:cubicBezTo>
                    <a:lnTo>
                      <a:pt x="26159" y="20264"/>
                    </a:lnTo>
                    <a:cubicBezTo>
                      <a:pt x="25599" y="19728"/>
                      <a:pt x="24992" y="19216"/>
                      <a:pt x="24373" y="18764"/>
                    </a:cubicBezTo>
                    <a:cubicBezTo>
                      <a:pt x="25123" y="18752"/>
                      <a:pt x="25873" y="18752"/>
                      <a:pt x="26623" y="18740"/>
                    </a:cubicBezTo>
                    <a:close/>
                    <a:moveTo>
                      <a:pt x="29218" y="18728"/>
                    </a:moveTo>
                    <a:cubicBezTo>
                      <a:pt x="29230" y="18752"/>
                      <a:pt x="29230" y="18764"/>
                      <a:pt x="29254" y="18788"/>
                    </a:cubicBezTo>
                    <a:cubicBezTo>
                      <a:pt x="29516" y="19121"/>
                      <a:pt x="29778" y="19454"/>
                      <a:pt x="30076" y="19752"/>
                    </a:cubicBezTo>
                    <a:cubicBezTo>
                      <a:pt x="30219" y="19919"/>
                      <a:pt x="30385" y="20097"/>
                      <a:pt x="30564" y="20252"/>
                    </a:cubicBezTo>
                    <a:cubicBezTo>
                      <a:pt x="29969" y="20252"/>
                      <a:pt x="29373" y="20264"/>
                      <a:pt x="28778" y="20264"/>
                    </a:cubicBezTo>
                    <a:cubicBezTo>
                      <a:pt x="28242" y="19716"/>
                      <a:pt x="27647" y="19216"/>
                      <a:pt x="27051" y="18740"/>
                    </a:cubicBezTo>
                    <a:cubicBezTo>
                      <a:pt x="27778" y="18740"/>
                      <a:pt x="28492" y="18728"/>
                      <a:pt x="29218" y="18728"/>
                    </a:cubicBezTo>
                    <a:close/>
                    <a:moveTo>
                      <a:pt x="43470" y="18633"/>
                    </a:moveTo>
                    <a:cubicBezTo>
                      <a:pt x="43792" y="18883"/>
                      <a:pt x="44101" y="19157"/>
                      <a:pt x="44387" y="19454"/>
                    </a:cubicBezTo>
                    <a:cubicBezTo>
                      <a:pt x="44649" y="19716"/>
                      <a:pt x="44875" y="20050"/>
                      <a:pt x="45161" y="20264"/>
                    </a:cubicBezTo>
                    <a:cubicBezTo>
                      <a:pt x="44518" y="20240"/>
                      <a:pt x="43923" y="20216"/>
                      <a:pt x="43399" y="20216"/>
                    </a:cubicBezTo>
                    <a:lnTo>
                      <a:pt x="43065" y="20216"/>
                    </a:lnTo>
                    <a:cubicBezTo>
                      <a:pt x="42613" y="19669"/>
                      <a:pt x="42077" y="19145"/>
                      <a:pt x="41529" y="18657"/>
                    </a:cubicBezTo>
                    <a:cubicBezTo>
                      <a:pt x="42184" y="18657"/>
                      <a:pt x="42815" y="18645"/>
                      <a:pt x="43470" y="18633"/>
                    </a:cubicBezTo>
                    <a:close/>
                    <a:moveTo>
                      <a:pt x="47792" y="18609"/>
                    </a:moveTo>
                    <a:lnTo>
                      <a:pt x="47792" y="18609"/>
                    </a:lnTo>
                    <a:cubicBezTo>
                      <a:pt x="47768" y="18633"/>
                      <a:pt x="47756" y="18681"/>
                      <a:pt x="47792" y="18716"/>
                    </a:cubicBezTo>
                    <a:cubicBezTo>
                      <a:pt x="48006" y="19026"/>
                      <a:pt x="48245" y="19312"/>
                      <a:pt x="48483" y="19597"/>
                    </a:cubicBezTo>
                    <a:cubicBezTo>
                      <a:pt x="48626" y="19764"/>
                      <a:pt x="48768" y="19943"/>
                      <a:pt x="48935" y="20109"/>
                    </a:cubicBezTo>
                    <a:cubicBezTo>
                      <a:pt x="48530" y="20193"/>
                      <a:pt x="48102" y="20240"/>
                      <a:pt x="47673" y="20264"/>
                    </a:cubicBezTo>
                    <a:cubicBezTo>
                      <a:pt x="47673" y="20252"/>
                      <a:pt x="47673" y="20240"/>
                      <a:pt x="47661" y="20240"/>
                    </a:cubicBezTo>
                    <a:cubicBezTo>
                      <a:pt x="47435" y="19895"/>
                      <a:pt x="47054" y="19645"/>
                      <a:pt x="46768" y="19347"/>
                    </a:cubicBezTo>
                    <a:cubicBezTo>
                      <a:pt x="46542" y="19109"/>
                      <a:pt x="46328" y="18871"/>
                      <a:pt x="46125" y="18621"/>
                    </a:cubicBezTo>
                    <a:lnTo>
                      <a:pt x="46125" y="18621"/>
                    </a:lnTo>
                    <a:cubicBezTo>
                      <a:pt x="46342" y="18626"/>
                      <a:pt x="46569" y="18629"/>
                      <a:pt x="46801" y="18629"/>
                    </a:cubicBezTo>
                    <a:cubicBezTo>
                      <a:pt x="47128" y="18629"/>
                      <a:pt x="47464" y="18623"/>
                      <a:pt x="47792" y="18609"/>
                    </a:cubicBezTo>
                    <a:close/>
                    <a:moveTo>
                      <a:pt x="23873" y="18764"/>
                    </a:moveTo>
                    <a:cubicBezTo>
                      <a:pt x="24444" y="19264"/>
                      <a:pt x="25039" y="19764"/>
                      <a:pt x="25623" y="20264"/>
                    </a:cubicBezTo>
                    <a:cubicBezTo>
                      <a:pt x="25123" y="20264"/>
                      <a:pt x="24623" y="20276"/>
                      <a:pt x="24134" y="20276"/>
                    </a:cubicBezTo>
                    <a:cubicBezTo>
                      <a:pt x="23873" y="20002"/>
                      <a:pt x="23539" y="19788"/>
                      <a:pt x="23253" y="19562"/>
                    </a:cubicBezTo>
                    <a:cubicBezTo>
                      <a:pt x="22908" y="19300"/>
                      <a:pt x="22563" y="19038"/>
                      <a:pt x="22218" y="18776"/>
                    </a:cubicBezTo>
                    <a:lnTo>
                      <a:pt x="22337" y="18776"/>
                    </a:lnTo>
                    <a:cubicBezTo>
                      <a:pt x="22849" y="18764"/>
                      <a:pt x="23361" y="18764"/>
                      <a:pt x="23873" y="18764"/>
                    </a:cubicBezTo>
                    <a:close/>
                    <a:moveTo>
                      <a:pt x="17574" y="18800"/>
                    </a:moveTo>
                    <a:cubicBezTo>
                      <a:pt x="17955" y="19085"/>
                      <a:pt x="18324" y="19395"/>
                      <a:pt x="18681" y="19716"/>
                    </a:cubicBezTo>
                    <a:cubicBezTo>
                      <a:pt x="18884" y="19895"/>
                      <a:pt x="19074" y="20097"/>
                      <a:pt x="19265" y="20288"/>
                    </a:cubicBezTo>
                    <a:lnTo>
                      <a:pt x="17741" y="20288"/>
                    </a:lnTo>
                    <a:cubicBezTo>
                      <a:pt x="17122" y="19824"/>
                      <a:pt x="16491" y="19395"/>
                      <a:pt x="15919" y="18847"/>
                    </a:cubicBezTo>
                    <a:cubicBezTo>
                      <a:pt x="15895" y="18835"/>
                      <a:pt x="15883" y="18823"/>
                      <a:pt x="15872" y="18812"/>
                    </a:cubicBezTo>
                    <a:cubicBezTo>
                      <a:pt x="16443" y="18812"/>
                      <a:pt x="17003" y="18812"/>
                      <a:pt x="17574" y="18800"/>
                    </a:cubicBezTo>
                    <a:close/>
                    <a:moveTo>
                      <a:pt x="21932" y="18776"/>
                    </a:moveTo>
                    <a:cubicBezTo>
                      <a:pt x="21884" y="18835"/>
                      <a:pt x="21884" y="18931"/>
                      <a:pt x="21944" y="18978"/>
                    </a:cubicBezTo>
                    <a:cubicBezTo>
                      <a:pt x="22313" y="19264"/>
                      <a:pt x="22670" y="19562"/>
                      <a:pt x="23039" y="19847"/>
                    </a:cubicBezTo>
                    <a:cubicBezTo>
                      <a:pt x="23218" y="19978"/>
                      <a:pt x="23384" y="20133"/>
                      <a:pt x="23563" y="20276"/>
                    </a:cubicBezTo>
                    <a:lnTo>
                      <a:pt x="21979" y="20276"/>
                    </a:lnTo>
                    <a:cubicBezTo>
                      <a:pt x="21741" y="20097"/>
                      <a:pt x="21467" y="19931"/>
                      <a:pt x="21229" y="19752"/>
                    </a:cubicBezTo>
                    <a:cubicBezTo>
                      <a:pt x="20848" y="19466"/>
                      <a:pt x="20467" y="19157"/>
                      <a:pt x="20098" y="18847"/>
                    </a:cubicBezTo>
                    <a:cubicBezTo>
                      <a:pt x="20074" y="18835"/>
                      <a:pt x="20051" y="18823"/>
                      <a:pt x="20027" y="18823"/>
                    </a:cubicBezTo>
                    <a:cubicBezTo>
                      <a:pt x="19943" y="18823"/>
                      <a:pt x="19872" y="18931"/>
                      <a:pt x="19955" y="19002"/>
                    </a:cubicBezTo>
                    <a:cubicBezTo>
                      <a:pt x="20301" y="19312"/>
                      <a:pt x="20658" y="19609"/>
                      <a:pt x="21027" y="19895"/>
                    </a:cubicBezTo>
                    <a:cubicBezTo>
                      <a:pt x="21182" y="20014"/>
                      <a:pt x="21336" y="20157"/>
                      <a:pt x="21491" y="20276"/>
                    </a:cubicBezTo>
                    <a:cubicBezTo>
                      <a:pt x="20908" y="20288"/>
                      <a:pt x="20313" y="20288"/>
                      <a:pt x="19729" y="20288"/>
                    </a:cubicBezTo>
                    <a:cubicBezTo>
                      <a:pt x="19265" y="19693"/>
                      <a:pt x="18586" y="19216"/>
                      <a:pt x="17943" y="18800"/>
                    </a:cubicBezTo>
                    <a:cubicBezTo>
                      <a:pt x="18634" y="18800"/>
                      <a:pt x="19336" y="18788"/>
                      <a:pt x="20027" y="18788"/>
                    </a:cubicBezTo>
                    <a:cubicBezTo>
                      <a:pt x="20670" y="18788"/>
                      <a:pt x="21301" y="18776"/>
                      <a:pt x="21932" y="18776"/>
                    </a:cubicBezTo>
                    <a:close/>
                    <a:moveTo>
                      <a:pt x="45117" y="18604"/>
                    </a:moveTo>
                    <a:cubicBezTo>
                      <a:pt x="45312" y="18604"/>
                      <a:pt x="45526" y="18609"/>
                      <a:pt x="45756" y="18609"/>
                    </a:cubicBezTo>
                    <a:cubicBezTo>
                      <a:pt x="45971" y="18943"/>
                      <a:pt x="46185" y="19276"/>
                      <a:pt x="46447" y="19574"/>
                    </a:cubicBezTo>
                    <a:cubicBezTo>
                      <a:pt x="46625" y="19812"/>
                      <a:pt x="46840" y="20074"/>
                      <a:pt x="47078" y="20288"/>
                    </a:cubicBezTo>
                    <a:cubicBezTo>
                      <a:pt x="46910" y="20291"/>
                      <a:pt x="46743" y="20293"/>
                      <a:pt x="46576" y="20293"/>
                    </a:cubicBezTo>
                    <a:cubicBezTo>
                      <a:pt x="46174" y="20293"/>
                      <a:pt x="45774" y="20284"/>
                      <a:pt x="45387" y="20276"/>
                    </a:cubicBezTo>
                    <a:cubicBezTo>
                      <a:pt x="45447" y="20216"/>
                      <a:pt x="45459" y="20133"/>
                      <a:pt x="45435" y="20062"/>
                    </a:cubicBezTo>
                    <a:cubicBezTo>
                      <a:pt x="45280" y="19693"/>
                      <a:pt x="44899" y="19395"/>
                      <a:pt x="44625" y="19133"/>
                    </a:cubicBezTo>
                    <a:cubicBezTo>
                      <a:pt x="44423" y="18954"/>
                      <a:pt x="44220" y="18788"/>
                      <a:pt x="44018" y="18621"/>
                    </a:cubicBezTo>
                    <a:cubicBezTo>
                      <a:pt x="44292" y="18621"/>
                      <a:pt x="44566" y="18609"/>
                      <a:pt x="44839" y="18609"/>
                    </a:cubicBezTo>
                    <a:cubicBezTo>
                      <a:pt x="44927" y="18605"/>
                      <a:pt x="45019" y="18604"/>
                      <a:pt x="45117" y="18604"/>
                    </a:cubicBezTo>
                    <a:close/>
                    <a:moveTo>
                      <a:pt x="15776" y="18812"/>
                    </a:moveTo>
                    <a:cubicBezTo>
                      <a:pt x="15693" y="18847"/>
                      <a:pt x="15633" y="18954"/>
                      <a:pt x="15717" y="19038"/>
                    </a:cubicBezTo>
                    <a:cubicBezTo>
                      <a:pt x="16157" y="19466"/>
                      <a:pt x="16622" y="19919"/>
                      <a:pt x="17110" y="20288"/>
                    </a:cubicBezTo>
                    <a:lnTo>
                      <a:pt x="16610" y="20288"/>
                    </a:lnTo>
                    <a:cubicBezTo>
                      <a:pt x="16181" y="20300"/>
                      <a:pt x="15741" y="20300"/>
                      <a:pt x="15300" y="20300"/>
                    </a:cubicBezTo>
                    <a:cubicBezTo>
                      <a:pt x="14705" y="19776"/>
                      <a:pt x="14038" y="19312"/>
                      <a:pt x="13419" y="18823"/>
                    </a:cubicBezTo>
                    <a:cubicBezTo>
                      <a:pt x="14205" y="18823"/>
                      <a:pt x="14990" y="18812"/>
                      <a:pt x="15776" y="18812"/>
                    </a:cubicBezTo>
                    <a:close/>
                    <a:moveTo>
                      <a:pt x="4168" y="18478"/>
                    </a:moveTo>
                    <a:cubicBezTo>
                      <a:pt x="4775" y="18573"/>
                      <a:pt x="5394" y="18621"/>
                      <a:pt x="5977" y="18657"/>
                    </a:cubicBezTo>
                    <a:cubicBezTo>
                      <a:pt x="6251" y="18954"/>
                      <a:pt x="6525" y="19240"/>
                      <a:pt x="6823" y="19514"/>
                    </a:cubicBezTo>
                    <a:cubicBezTo>
                      <a:pt x="7120" y="19788"/>
                      <a:pt x="7430" y="20133"/>
                      <a:pt x="7799" y="20312"/>
                    </a:cubicBezTo>
                    <a:cubicBezTo>
                      <a:pt x="7823" y="20324"/>
                      <a:pt x="7834" y="20324"/>
                      <a:pt x="7858" y="20324"/>
                    </a:cubicBezTo>
                    <a:lnTo>
                      <a:pt x="7858" y="20324"/>
                    </a:lnTo>
                    <a:cubicBezTo>
                      <a:pt x="7334" y="20324"/>
                      <a:pt x="6799" y="20300"/>
                      <a:pt x="6287" y="20240"/>
                    </a:cubicBezTo>
                    <a:cubicBezTo>
                      <a:pt x="6275" y="20228"/>
                      <a:pt x="6275" y="20228"/>
                      <a:pt x="6275" y="20216"/>
                    </a:cubicBezTo>
                    <a:cubicBezTo>
                      <a:pt x="5751" y="19526"/>
                      <a:pt x="4953" y="18966"/>
                      <a:pt x="4168" y="18478"/>
                    </a:cubicBezTo>
                    <a:close/>
                    <a:moveTo>
                      <a:pt x="10990" y="18812"/>
                    </a:moveTo>
                    <a:cubicBezTo>
                      <a:pt x="11692" y="18812"/>
                      <a:pt x="12395" y="18823"/>
                      <a:pt x="13109" y="18823"/>
                    </a:cubicBezTo>
                    <a:cubicBezTo>
                      <a:pt x="13085" y="18859"/>
                      <a:pt x="13085" y="18919"/>
                      <a:pt x="13145" y="18966"/>
                    </a:cubicBezTo>
                    <a:cubicBezTo>
                      <a:pt x="13681" y="19395"/>
                      <a:pt x="14205" y="19871"/>
                      <a:pt x="14752" y="20312"/>
                    </a:cubicBezTo>
                    <a:cubicBezTo>
                      <a:pt x="14121" y="20312"/>
                      <a:pt x="13478" y="20324"/>
                      <a:pt x="12847" y="20324"/>
                    </a:cubicBezTo>
                    <a:cubicBezTo>
                      <a:pt x="12502" y="20038"/>
                      <a:pt x="12109" y="19812"/>
                      <a:pt x="11764" y="19538"/>
                    </a:cubicBezTo>
                    <a:cubicBezTo>
                      <a:pt x="11490" y="19312"/>
                      <a:pt x="11240" y="19062"/>
                      <a:pt x="10990" y="18812"/>
                    </a:cubicBezTo>
                    <a:close/>
                    <a:moveTo>
                      <a:pt x="6335" y="18681"/>
                    </a:moveTo>
                    <a:lnTo>
                      <a:pt x="6335" y="18681"/>
                    </a:lnTo>
                    <a:cubicBezTo>
                      <a:pt x="6656" y="18692"/>
                      <a:pt x="6966" y="18704"/>
                      <a:pt x="7239" y="18716"/>
                    </a:cubicBezTo>
                    <a:cubicBezTo>
                      <a:pt x="7525" y="18728"/>
                      <a:pt x="7823" y="18740"/>
                      <a:pt x="8109" y="18740"/>
                    </a:cubicBezTo>
                    <a:cubicBezTo>
                      <a:pt x="8954" y="18764"/>
                      <a:pt x="9811" y="18788"/>
                      <a:pt x="10657" y="18800"/>
                    </a:cubicBezTo>
                    <a:cubicBezTo>
                      <a:pt x="10978" y="19133"/>
                      <a:pt x="11300" y="19466"/>
                      <a:pt x="11645" y="19764"/>
                    </a:cubicBezTo>
                    <a:cubicBezTo>
                      <a:pt x="11847" y="19955"/>
                      <a:pt x="12062" y="20145"/>
                      <a:pt x="12276" y="20324"/>
                    </a:cubicBezTo>
                    <a:cubicBezTo>
                      <a:pt x="11585" y="20336"/>
                      <a:pt x="10883" y="20347"/>
                      <a:pt x="10192" y="20347"/>
                    </a:cubicBezTo>
                    <a:cubicBezTo>
                      <a:pt x="9537" y="19824"/>
                      <a:pt x="8823" y="19371"/>
                      <a:pt x="8156" y="18859"/>
                    </a:cubicBezTo>
                    <a:cubicBezTo>
                      <a:pt x="8132" y="18859"/>
                      <a:pt x="8121" y="18847"/>
                      <a:pt x="8109" y="18847"/>
                    </a:cubicBezTo>
                    <a:cubicBezTo>
                      <a:pt x="8037" y="18847"/>
                      <a:pt x="8001" y="18954"/>
                      <a:pt x="8073" y="19002"/>
                    </a:cubicBezTo>
                    <a:cubicBezTo>
                      <a:pt x="8633" y="19443"/>
                      <a:pt x="9180" y="19907"/>
                      <a:pt x="9752" y="20347"/>
                    </a:cubicBezTo>
                    <a:cubicBezTo>
                      <a:pt x="9180" y="20336"/>
                      <a:pt x="8609" y="20336"/>
                      <a:pt x="8025" y="20336"/>
                    </a:cubicBezTo>
                    <a:cubicBezTo>
                      <a:pt x="7966" y="20336"/>
                      <a:pt x="7918" y="20336"/>
                      <a:pt x="7859" y="20324"/>
                    </a:cubicBezTo>
                    <a:cubicBezTo>
                      <a:pt x="7942" y="20324"/>
                      <a:pt x="7990" y="20216"/>
                      <a:pt x="7930" y="20145"/>
                    </a:cubicBezTo>
                    <a:cubicBezTo>
                      <a:pt x="7668" y="19812"/>
                      <a:pt x="7287" y="19550"/>
                      <a:pt x="6966" y="19264"/>
                    </a:cubicBezTo>
                    <a:cubicBezTo>
                      <a:pt x="6751" y="19073"/>
                      <a:pt x="6549" y="18871"/>
                      <a:pt x="6335" y="18681"/>
                    </a:cubicBezTo>
                    <a:close/>
                    <a:moveTo>
                      <a:pt x="30460" y="0"/>
                    </a:moveTo>
                    <a:cubicBezTo>
                      <a:pt x="25688" y="0"/>
                      <a:pt x="20917" y="125"/>
                      <a:pt x="16193" y="369"/>
                    </a:cubicBezTo>
                    <a:cubicBezTo>
                      <a:pt x="13312" y="524"/>
                      <a:pt x="10430" y="750"/>
                      <a:pt x="7561" y="1071"/>
                    </a:cubicBezTo>
                    <a:cubicBezTo>
                      <a:pt x="5787" y="1274"/>
                      <a:pt x="3822" y="1464"/>
                      <a:pt x="2322" y="2548"/>
                    </a:cubicBezTo>
                    <a:cubicBezTo>
                      <a:pt x="893" y="3572"/>
                      <a:pt x="465" y="5155"/>
                      <a:pt x="298" y="6846"/>
                    </a:cubicBezTo>
                    <a:cubicBezTo>
                      <a:pt x="36" y="9656"/>
                      <a:pt x="0" y="12549"/>
                      <a:pt x="322" y="15347"/>
                    </a:cubicBezTo>
                    <a:cubicBezTo>
                      <a:pt x="322" y="15418"/>
                      <a:pt x="358" y="15478"/>
                      <a:pt x="405" y="15525"/>
                    </a:cubicBezTo>
                    <a:cubicBezTo>
                      <a:pt x="429" y="16204"/>
                      <a:pt x="655" y="16728"/>
                      <a:pt x="1024" y="17133"/>
                    </a:cubicBezTo>
                    <a:cubicBezTo>
                      <a:pt x="1763" y="18431"/>
                      <a:pt x="2667" y="19597"/>
                      <a:pt x="4096" y="20216"/>
                    </a:cubicBezTo>
                    <a:cubicBezTo>
                      <a:pt x="5418" y="20779"/>
                      <a:pt x="6909" y="20880"/>
                      <a:pt x="8387" y="20880"/>
                    </a:cubicBezTo>
                    <a:cubicBezTo>
                      <a:pt x="9226" y="20880"/>
                      <a:pt x="10061" y="20848"/>
                      <a:pt x="10859" y="20848"/>
                    </a:cubicBezTo>
                    <a:cubicBezTo>
                      <a:pt x="16729" y="20848"/>
                      <a:pt x="22610" y="20836"/>
                      <a:pt x="28480" y="20812"/>
                    </a:cubicBezTo>
                    <a:cubicBezTo>
                      <a:pt x="30147" y="20812"/>
                      <a:pt x="31814" y="20812"/>
                      <a:pt x="33481" y="20800"/>
                    </a:cubicBezTo>
                    <a:cubicBezTo>
                      <a:pt x="33505" y="20836"/>
                      <a:pt x="33528" y="20859"/>
                      <a:pt x="33564" y="20895"/>
                    </a:cubicBezTo>
                    <a:cubicBezTo>
                      <a:pt x="33599" y="20934"/>
                      <a:pt x="33639" y="20950"/>
                      <a:pt x="33677" y="20950"/>
                    </a:cubicBezTo>
                    <a:cubicBezTo>
                      <a:pt x="33758" y="20950"/>
                      <a:pt x="33834" y="20880"/>
                      <a:pt x="33850" y="20800"/>
                    </a:cubicBezTo>
                    <a:cubicBezTo>
                      <a:pt x="37934" y="20788"/>
                      <a:pt x="42018" y="20776"/>
                      <a:pt x="46113" y="20776"/>
                    </a:cubicBezTo>
                    <a:cubicBezTo>
                      <a:pt x="46403" y="20778"/>
                      <a:pt x="46701" y="20782"/>
                      <a:pt x="47003" y="20782"/>
                    </a:cubicBezTo>
                    <a:cubicBezTo>
                      <a:pt x="48575" y="20782"/>
                      <a:pt x="50260" y="20680"/>
                      <a:pt x="51519" y="19681"/>
                    </a:cubicBezTo>
                    <a:cubicBezTo>
                      <a:pt x="53007" y="18490"/>
                      <a:pt x="53257" y="16323"/>
                      <a:pt x="53400" y="14549"/>
                    </a:cubicBezTo>
                    <a:cubicBezTo>
                      <a:pt x="53519" y="13025"/>
                      <a:pt x="53460" y="11489"/>
                      <a:pt x="53412" y="9953"/>
                    </a:cubicBezTo>
                    <a:cubicBezTo>
                      <a:pt x="53364" y="8310"/>
                      <a:pt x="53567" y="6679"/>
                      <a:pt x="53555" y="5036"/>
                    </a:cubicBezTo>
                    <a:cubicBezTo>
                      <a:pt x="53531" y="3119"/>
                      <a:pt x="51757" y="1821"/>
                      <a:pt x="50138" y="1167"/>
                    </a:cubicBezTo>
                    <a:cubicBezTo>
                      <a:pt x="50114" y="1143"/>
                      <a:pt x="50078" y="1143"/>
                      <a:pt x="50054" y="1143"/>
                    </a:cubicBezTo>
                    <a:cubicBezTo>
                      <a:pt x="48911" y="524"/>
                      <a:pt x="47435" y="536"/>
                      <a:pt x="46185" y="464"/>
                    </a:cubicBezTo>
                    <a:cubicBezTo>
                      <a:pt x="40979" y="152"/>
                      <a:pt x="35718" y="0"/>
                      <a:pt x="30460"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19"/>
              <p:cNvSpPr/>
              <p:nvPr/>
            </p:nvSpPr>
            <p:spPr>
              <a:xfrm>
                <a:off x="2923099" y="1107719"/>
                <a:ext cx="1171115" cy="392644"/>
              </a:xfrm>
              <a:custGeom>
                <a:rect b="b" l="l" r="r" t="t"/>
                <a:pathLst>
                  <a:path extrusionOk="0" h="17341" w="51722">
                    <a:moveTo>
                      <a:pt x="27108" y="1"/>
                    </a:moveTo>
                    <a:cubicBezTo>
                      <a:pt x="22462" y="1"/>
                      <a:pt x="17818" y="105"/>
                      <a:pt x="13181" y="430"/>
                    </a:cubicBezTo>
                    <a:cubicBezTo>
                      <a:pt x="11193" y="561"/>
                      <a:pt x="9192" y="728"/>
                      <a:pt x="7204" y="954"/>
                    </a:cubicBezTo>
                    <a:cubicBezTo>
                      <a:pt x="5478" y="1168"/>
                      <a:pt x="3406" y="1335"/>
                      <a:pt x="2049" y="2561"/>
                    </a:cubicBezTo>
                    <a:cubicBezTo>
                      <a:pt x="453" y="4002"/>
                      <a:pt x="584" y="6585"/>
                      <a:pt x="513" y="8550"/>
                    </a:cubicBezTo>
                    <a:cubicBezTo>
                      <a:pt x="453" y="10288"/>
                      <a:pt x="489" y="12015"/>
                      <a:pt x="477" y="13753"/>
                    </a:cubicBezTo>
                    <a:cubicBezTo>
                      <a:pt x="560" y="13801"/>
                      <a:pt x="620" y="13896"/>
                      <a:pt x="596" y="14015"/>
                    </a:cubicBezTo>
                    <a:cubicBezTo>
                      <a:pt x="0" y="17168"/>
                      <a:pt x="4287" y="17273"/>
                      <a:pt x="6813" y="17273"/>
                    </a:cubicBezTo>
                    <a:cubicBezTo>
                      <a:pt x="6994" y="17273"/>
                      <a:pt x="7165" y="17273"/>
                      <a:pt x="7325" y="17273"/>
                    </a:cubicBezTo>
                    <a:cubicBezTo>
                      <a:pt x="7522" y="17273"/>
                      <a:pt x="7701" y="17274"/>
                      <a:pt x="7859" y="17277"/>
                    </a:cubicBezTo>
                    <a:cubicBezTo>
                      <a:pt x="9622" y="17323"/>
                      <a:pt x="11392" y="17341"/>
                      <a:pt x="13164" y="17341"/>
                    </a:cubicBezTo>
                    <a:cubicBezTo>
                      <a:pt x="13677" y="17341"/>
                      <a:pt x="14191" y="17339"/>
                      <a:pt x="14705" y="17337"/>
                    </a:cubicBezTo>
                    <a:cubicBezTo>
                      <a:pt x="19134" y="17325"/>
                      <a:pt x="23563" y="17289"/>
                      <a:pt x="27992" y="17265"/>
                    </a:cubicBezTo>
                    <a:cubicBezTo>
                      <a:pt x="32005" y="17230"/>
                      <a:pt x="36017" y="17218"/>
                      <a:pt x="40029" y="17194"/>
                    </a:cubicBezTo>
                    <a:cubicBezTo>
                      <a:pt x="41923" y="17170"/>
                      <a:pt x="43828" y="17182"/>
                      <a:pt x="45733" y="17087"/>
                    </a:cubicBezTo>
                    <a:cubicBezTo>
                      <a:pt x="46149" y="17063"/>
                      <a:pt x="46554" y="17039"/>
                      <a:pt x="46971" y="17003"/>
                    </a:cubicBezTo>
                    <a:cubicBezTo>
                      <a:pt x="48078" y="16908"/>
                      <a:pt x="48173" y="16920"/>
                      <a:pt x="49102" y="16134"/>
                    </a:cubicBezTo>
                    <a:cubicBezTo>
                      <a:pt x="50162" y="15229"/>
                      <a:pt x="49971" y="15491"/>
                      <a:pt x="49935" y="14336"/>
                    </a:cubicBezTo>
                    <a:cubicBezTo>
                      <a:pt x="49924" y="13896"/>
                      <a:pt x="49924" y="13467"/>
                      <a:pt x="49924" y="13039"/>
                    </a:cubicBezTo>
                    <a:cubicBezTo>
                      <a:pt x="49924" y="11276"/>
                      <a:pt x="50019" y="9514"/>
                      <a:pt x="50257" y="7764"/>
                    </a:cubicBezTo>
                    <a:cubicBezTo>
                      <a:pt x="50543" y="5669"/>
                      <a:pt x="51721" y="2287"/>
                      <a:pt x="49304" y="930"/>
                    </a:cubicBezTo>
                    <a:cubicBezTo>
                      <a:pt x="48221" y="323"/>
                      <a:pt x="46599" y="255"/>
                      <a:pt x="45113" y="255"/>
                    </a:cubicBezTo>
                    <a:cubicBezTo>
                      <a:pt x="44683" y="255"/>
                      <a:pt x="44264" y="261"/>
                      <a:pt x="43873" y="261"/>
                    </a:cubicBezTo>
                    <a:cubicBezTo>
                      <a:pt x="43627" y="261"/>
                      <a:pt x="43392" y="259"/>
                      <a:pt x="43173" y="251"/>
                    </a:cubicBezTo>
                    <a:cubicBezTo>
                      <a:pt x="41172" y="192"/>
                      <a:pt x="39172" y="156"/>
                      <a:pt x="37184" y="120"/>
                    </a:cubicBezTo>
                    <a:cubicBezTo>
                      <a:pt x="33827" y="55"/>
                      <a:pt x="30467" y="1"/>
                      <a:pt x="27108" y="1"/>
                    </a:cubicBezTo>
                    <a:close/>
                  </a:path>
                </a:pathLst>
              </a:custGeom>
              <a:solidFill>
                <a:srgbClr val="F4F4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Cada instrumento debe identificarse con un código alfanumérico o número de tag (tag number) que contenga el número de identificación del lazo</a:t>
                </a:r>
                <a:endParaRPr b="0" i="0" sz="2000" u="none" cap="none" strike="noStrike">
                  <a:solidFill>
                    <a:srgbClr val="000000"/>
                  </a:solidFill>
                  <a:latin typeface="Times New Roman"/>
                  <a:ea typeface="Times New Roman"/>
                  <a:cs typeface="Times New Roman"/>
                  <a:sym typeface="Times New Roman"/>
                </a:endParaRPr>
              </a:p>
            </p:txBody>
          </p:sp>
          <p:sp>
            <p:nvSpPr>
              <p:cNvPr id="427" name="Google Shape;427;p19"/>
              <p:cNvSpPr/>
              <p:nvPr/>
            </p:nvSpPr>
            <p:spPr>
              <a:xfrm>
                <a:off x="3368443" y="1514254"/>
                <a:ext cx="80087" cy="33986"/>
              </a:xfrm>
              <a:custGeom>
                <a:rect b="b" l="l" r="r" t="t"/>
                <a:pathLst>
                  <a:path extrusionOk="0" h="1501" w="3537">
                    <a:moveTo>
                      <a:pt x="1906" y="1"/>
                    </a:moveTo>
                    <a:cubicBezTo>
                      <a:pt x="1275" y="1"/>
                      <a:pt x="644" y="13"/>
                      <a:pt x="1" y="13"/>
                    </a:cubicBezTo>
                    <a:lnTo>
                      <a:pt x="1" y="48"/>
                    </a:lnTo>
                    <a:cubicBezTo>
                      <a:pt x="25" y="48"/>
                      <a:pt x="48" y="60"/>
                      <a:pt x="72" y="72"/>
                    </a:cubicBezTo>
                    <a:cubicBezTo>
                      <a:pt x="441" y="382"/>
                      <a:pt x="822" y="691"/>
                      <a:pt x="1203" y="977"/>
                    </a:cubicBezTo>
                    <a:cubicBezTo>
                      <a:pt x="1441" y="1156"/>
                      <a:pt x="1715" y="1322"/>
                      <a:pt x="1953" y="1501"/>
                    </a:cubicBezTo>
                    <a:lnTo>
                      <a:pt x="3537" y="1501"/>
                    </a:lnTo>
                    <a:cubicBezTo>
                      <a:pt x="3358" y="1358"/>
                      <a:pt x="3192" y="1203"/>
                      <a:pt x="3013" y="1072"/>
                    </a:cubicBezTo>
                    <a:cubicBezTo>
                      <a:pt x="2644" y="787"/>
                      <a:pt x="2287" y="489"/>
                      <a:pt x="1918" y="203"/>
                    </a:cubicBezTo>
                    <a:cubicBezTo>
                      <a:pt x="1858" y="156"/>
                      <a:pt x="1858" y="60"/>
                      <a:pt x="190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 name="Google Shape;428;p19"/>
              <p:cNvSpPr/>
              <p:nvPr/>
            </p:nvSpPr>
            <p:spPr>
              <a:xfrm>
                <a:off x="3321280" y="1514525"/>
                <a:ext cx="80358" cy="33986"/>
              </a:xfrm>
              <a:custGeom>
                <a:rect b="b" l="l" r="r" t="t"/>
                <a:pathLst>
                  <a:path extrusionOk="0" h="1501" w="3549">
                    <a:moveTo>
                      <a:pt x="2084" y="1"/>
                    </a:moveTo>
                    <a:cubicBezTo>
                      <a:pt x="1393" y="1"/>
                      <a:pt x="691" y="13"/>
                      <a:pt x="0" y="13"/>
                    </a:cubicBezTo>
                    <a:cubicBezTo>
                      <a:pt x="643" y="429"/>
                      <a:pt x="1322" y="906"/>
                      <a:pt x="1786" y="1501"/>
                    </a:cubicBezTo>
                    <a:cubicBezTo>
                      <a:pt x="2370" y="1501"/>
                      <a:pt x="2965" y="1501"/>
                      <a:pt x="3548" y="1489"/>
                    </a:cubicBezTo>
                    <a:cubicBezTo>
                      <a:pt x="3393" y="1370"/>
                      <a:pt x="3239" y="1227"/>
                      <a:pt x="3084" y="1108"/>
                    </a:cubicBezTo>
                    <a:cubicBezTo>
                      <a:pt x="2715" y="822"/>
                      <a:pt x="2358" y="525"/>
                      <a:pt x="2012" y="215"/>
                    </a:cubicBezTo>
                    <a:cubicBezTo>
                      <a:pt x="1929" y="144"/>
                      <a:pt x="2000" y="36"/>
                      <a:pt x="2084" y="36"/>
                    </a:cubicBezTo>
                    <a:lnTo>
                      <a:pt x="2084" y="1"/>
                    </a:ln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 name="Google Shape;429;p19"/>
              <p:cNvSpPr/>
              <p:nvPr/>
            </p:nvSpPr>
            <p:spPr>
              <a:xfrm>
                <a:off x="3274366" y="1514797"/>
                <a:ext cx="76849" cy="33715"/>
              </a:xfrm>
              <a:custGeom>
                <a:rect b="b" l="l" r="r" t="t"/>
                <a:pathLst>
                  <a:path extrusionOk="0" h="1489" w="3394">
                    <a:moveTo>
                      <a:pt x="1691" y="1"/>
                    </a:moveTo>
                    <a:cubicBezTo>
                      <a:pt x="1132" y="13"/>
                      <a:pt x="560" y="13"/>
                      <a:pt x="1" y="13"/>
                    </a:cubicBezTo>
                    <a:cubicBezTo>
                      <a:pt x="12" y="24"/>
                      <a:pt x="24" y="36"/>
                      <a:pt x="48" y="48"/>
                    </a:cubicBezTo>
                    <a:cubicBezTo>
                      <a:pt x="620" y="596"/>
                      <a:pt x="1239" y="1025"/>
                      <a:pt x="1870" y="1489"/>
                    </a:cubicBezTo>
                    <a:lnTo>
                      <a:pt x="3394" y="1489"/>
                    </a:lnTo>
                    <a:cubicBezTo>
                      <a:pt x="3203" y="1298"/>
                      <a:pt x="3013" y="1096"/>
                      <a:pt x="2810" y="917"/>
                    </a:cubicBezTo>
                    <a:cubicBezTo>
                      <a:pt x="2453" y="596"/>
                      <a:pt x="2084" y="286"/>
                      <a:pt x="169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 name="Google Shape;430;p19"/>
              <p:cNvSpPr/>
              <p:nvPr/>
            </p:nvSpPr>
            <p:spPr>
              <a:xfrm>
                <a:off x="3218825" y="1515069"/>
                <a:ext cx="83868" cy="33715"/>
              </a:xfrm>
              <a:custGeom>
                <a:rect b="b" l="l" r="r" t="t"/>
                <a:pathLst>
                  <a:path extrusionOk="0" h="1489" w="3704">
                    <a:moveTo>
                      <a:pt x="2358" y="1"/>
                    </a:moveTo>
                    <a:cubicBezTo>
                      <a:pt x="1572" y="1"/>
                      <a:pt x="787" y="12"/>
                      <a:pt x="1" y="12"/>
                    </a:cubicBezTo>
                    <a:cubicBezTo>
                      <a:pt x="620" y="501"/>
                      <a:pt x="1287" y="965"/>
                      <a:pt x="1882" y="1489"/>
                    </a:cubicBezTo>
                    <a:cubicBezTo>
                      <a:pt x="2323" y="1489"/>
                      <a:pt x="2763" y="1489"/>
                      <a:pt x="3192" y="1477"/>
                    </a:cubicBezTo>
                    <a:lnTo>
                      <a:pt x="3704" y="1477"/>
                    </a:lnTo>
                    <a:cubicBezTo>
                      <a:pt x="3204" y="1108"/>
                      <a:pt x="2739" y="655"/>
                      <a:pt x="2299" y="227"/>
                    </a:cubicBezTo>
                    <a:cubicBezTo>
                      <a:pt x="2215" y="143"/>
                      <a:pt x="2275" y="36"/>
                      <a:pt x="2358"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19"/>
              <p:cNvSpPr/>
              <p:nvPr/>
            </p:nvSpPr>
            <p:spPr>
              <a:xfrm>
                <a:off x="3163828" y="1515069"/>
                <a:ext cx="85226" cy="34258"/>
              </a:xfrm>
              <a:custGeom>
                <a:rect b="b" l="l" r="r" t="t"/>
                <a:pathLst>
                  <a:path extrusionOk="0" h="1513" w="3764">
                    <a:moveTo>
                      <a:pt x="1" y="1"/>
                    </a:moveTo>
                    <a:cubicBezTo>
                      <a:pt x="251" y="251"/>
                      <a:pt x="501" y="501"/>
                      <a:pt x="787" y="727"/>
                    </a:cubicBezTo>
                    <a:cubicBezTo>
                      <a:pt x="1120" y="1001"/>
                      <a:pt x="1513" y="1227"/>
                      <a:pt x="1858" y="1513"/>
                    </a:cubicBezTo>
                    <a:cubicBezTo>
                      <a:pt x="2489" y="1513"/>
                      <a:pt x="3132" y="1501"/>
                      <a:pt x="3763" y="1501"/>
                    </a:cubicBezTo>
                    <a:cubicBezTo>
                      <a:pt x="3216" y="1060"/>
                      <a:pt x="2692" y="584"/>
                      <a:pt x="2156" y="155"/>
                    </a:cubicBezTo>
                    <a:cubicBezTo>
                      <a:pt x="2096" y="108"/>
                      <a:pt x="2096" y="48"/>
                      <a:pt x="2120" y="12"/>
                    </a:cubicBezTo>
                    <a:cubicBezTo>
                      <a:pt x="1406" y="12"/>
                      <a:pt x="703" y="1"/>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19"/>
              <p:cNvSpPr/>
              <p:nvPr/>
            </p:nvSpPr>
            <p:spPr>
              <a:xfrm>
                <a:off x="3098597" y="1513461"/>
                <a:ext cx="94374" cy="36409"/>
              </a:xfrm>
              <a:custGeom>
                <a:rect b="b" l="l" r="r" t="t"/>
                <a:pathLst>
                  <a:path extrusionOk="0" h="1608" w="4168">
                    <a:moveTo>
                      <a:pt x="1" y="0"/>
                    </a:moveTo>
                    <a:lnTo>
                      <a:pt x="1" y="107"/>
                    </a:lnTo>
                    <a:cubicBezTo>
                      <a:pt x="13" y="107"/>
                      <a:pt x="24" y="119"/>
                      <a:pt x="48" y="119"/>
                    </a:cubicBezTo>
                    <a:cubicBezTo>
                      <a:pt x="715" y="619"/>
                      <a:pt x="1429" y="1084"/>
                      <a:pt x="2084" y="1607"/>
                    </a:cubicBezTo>
                    <a:cubicBezTo>
                      <a:pt x="2775" y="1607"/>
                      <a:pt x="3477" y="1596"/>
                      <a:pt x="4168" y="1584"/>
                    </a:cubicBezTo>
                    <a:cubicBezTo>
                      <a:pt x="3954" y="1405"/>
                      <a:pt x="3739" y="1215"/>
                      <a:pt x="3537" y="1024"/>
                    </a:cubicBezTo>
                    <a:cubicBezTo>
                      <a:pt x="3192" y="726"/>
                      <a:pt x="2870" y="405"/>
                      <a:pt x="2549" y="60"/>
                    </a:cubicBezTo>
                    <a:cubicBezTo>
                      <a:pt x="1703" y="48"/>
                      <a:pt x="846" y="24"/>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19"/>
              <p:cNvSpPr/>
              <p:nvPr/>
            </p:nvSpPr>
            <p:spPr>
              <a:xfrm>
                <a:off x="3058430" y="1512103"/>
                <a:ext cx="77392" cy="37768"/>
              </a:xfrm>
              <a:custGeom>
                <a:rect b="b" l="l" r="r" t="t"/>
                <a:pathLst>
                  <a:path extrusionOk="0" h="1668" w="3418">
                    <a:moveTo>
                      <a:pt x="1" y="1"/>
                    </a:moveTo>
                    <a:lnTo>
                      <a:pt x="1" y="1"/>
                    </a:lnTo>
                    <a:cubicBezTo>
                      <a:pt x="215" y="191"/>
                      <a:pt x="417" y="393"/>
                      <a:pt x="632" y="584"/>
                    </a:cubicBezTo>
                    <a:cubicBezTo>
                      <a:pt x="953" y="870"/>
                      <a:pt x="1334" y="1132"/>
                      <a:pt x="1596" y="1465"/>
                    </a:cubicBezTo>
                    <a:cubicBezTo>
                      <a:pt x="1656" y="1536"/>
                      <a:pt x="1608" y="1644"/>
                      <a:pt x="1525" y="1644"/>
                    </a:cubicBezTo>
                    <a:cubicBezTo>
                      <a:pt x="1584" y="1656"/>
                      <a:pt x="1632" y="1656"/>
                      <a:pt x="1691" y="1656"/>
                    </a:cubicBezTo>
                    <a:cubicBezTo>
                      <a:pt x="2275" y="1656"/>
                      <a:pt x="2846" y="1656"/>
                      <a:pt x="3418" y="1667"/>
                    </a:cubicBezTo>
                    <a:cubicBezTo>
                      <a:pt x="2846" y="1227"/>
                      <a:pt x="2299" y="763"/>
                      <a:pt x="1739" y="322"/>
                    </a:cubicBezTo>
                    <a:cubicBezTo>
                      <a:pt x="1667" y="274"/>
                      <a:pt x="1703" y="167"/>
                      <a:pt x="1775" y="167"/>
                    </a:cubicBezTo>
                    <a:lnTo>
                      <a:pt x="1775" y="60"/>
                    </a:lnTo>
                    <a:cubicBezTo>
                      <a:pt x="1489" y="60"/>
                      <a:pt x="1191" y="48"/>
                      <a:pt x="905" y="36"/>
                    </a:cubicBezTo>
                    <a:cubicBezTo>
                      <a:pt x="632" y="24"/>
                      <a:pt x="322" y="12"/>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 name="Google Shape;434;p19"/>
              <p:cNvSpPr/>
              <p:nvPr/>
            </p:nvSpPr>
            <p:spPr>
              <a:xfrm>
                <a:off x="3009365" y="1507529"/>
                <a:ext cx="83596" cy="41798"/>
              </a:xfrm>
              <a:custGeom>
                <a:rect b="b" l="l" r="r" t="t"/>
                <a:pathLst>
                  <a:path extrusionOk="0" h="1846" w="3692">
                    <a:moveTo>
                      <a:pt x="1" y="0"/>
                    </a:moveTo>
                    <a:lnTo>
                      <a:pt x="1" y="0"/>
                    </a:lnTo>
                    <a:cubicBezTo>
                      <a:pt x="786" y="488"/>
                      <a:pt x="1584" y="1048"/>
                      <a:pt x="2108" y="1738"/>
                    </a:cubicBezTo>
                    <a:cubicBezTo>
                      <a:pt x="2108" y="1750"/>
                      <a:pt x="2108" y="1750"/>
                      <a:pt x="2120" y="1762"/>
                    </a:cubicBezTo>
                    <a:cubicBezTo>
                      <a:pt x="2632" y="1810"/>
                      <a:pt x="3167" y="1846"/>
                      <a:pt x="3690" y="1846"/>
                    </a:cubicBezTo>
                    <a:lnTo>
                      <a:pt x="3690" y="1846"/>
                    </a:lnTo>
                    <a:cubicBezTo>
                      <a:pt x="3667" y="1846"/>
                      <a:pt x="3655" y="1845"/>
                      <a:pt x="3632" y="1834"/>
                    </a:cubicBezTo>
                    <a:cubicBezTo>
                      <a:pt x="3263" y="1655"/>
                      <a:pt x="2953" y="1310"/>
                      <a:pt x="2656" y="1036"/>
                    </a:cubicBezTo>
                    <a:cubicBezTo>
                      <a:pt x="2358" y="762"/>
                      <a:pt x="2084" y="476"/>
                      <a:pt x="1810" y="179"/>
                    </a:cubicBezTo>
                    <a:cubicBezTo>
                      <a:pt x="1227" y="143"/>
                      <a:pt x="608" y="95"/>
                      <a:pt x="1" y="0"/>
                    </a:cubicBezTo>
                    <a:close/>
                    <a:moveTo>
                      <a:pt x="3690" y="1846"/>
                    </a:moveTo>
                    <a:cubicBezTo>
                      <a:pt x="3691" y="1846"/>
                      <a:pt x="3691" y="1846"/>
                      <a:pt x="3692" y="1846"/>
                    </a:cubicBezTo>
                    <a:cubicBezTo>
                      <a:pt x="3691" y="1846"/>
                      <a:pt x="3691" y="1846"/>
                      <a:pt x="3690" y="1846"/>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5" name="Google Shape;435;p19"/>
              <p:cNvSpPr/>
              <p:nvPr/>
            </p:nvSpPr>
            <p:spPr>
              <a:xfrm>
                <a:off x="2958149" y="1492155"/>
                <a:ext cx="86562" cy="53391"/>
              </a:xfrm>
              <a:custGeom>
                <a:rect b="b" l="l" r="r" t="t"/>
                <a:pathLst>
                  <a:path extrusionOk="0" h="2358" w="3823">
                    <a:moveTo>
                      <a:pt x="0" y="1"/>
                    </a:moveTo>
                    <a:lnTo>
                      <a:pt x="0" y="1"/>
                    </a:lnTo>
                    <a:cubicBezTo>
                      <a:pt x="524" y="691"/>
                      <a:pt x="1132" y="1310"/>
                      <a:pt x="1917" y="1739"/>
                    </a:cubicBezTo>
                    <a:cubicBezTo>
                      <a:pt x="2513" y="2060"/>
                      <a:pt x="3168" y="2239"/>
                      <a:pt x="3822" y="2358"/>
                    </a:cubicBezTo>
                    <a:cubicBezTo>
                      <a:pt x="3513" y="2108"/>
                      <a:pt x="3227" y="1810"/>
                      <a:pt x="2918" y="1560"/>
                    </a:cubicBezTo>
                    <a:cubicBezTo>
                      <a:pt x="2489" y="1215"/>
                      <a:pt x="2048" y="882"/>
                      <a:pt x="1596" y="560"/>
                    </a:cubicBezTo>
                    <a:cubicBezTo>
                      <a:pt x="1024" y="429"/>
                      <a:pt x="465" y="251"/>
                      <a:pt x="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436" name="Google Shape;436;p19"/>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Resumen norma ISA 5.1-1984 (r1992)</a:t>
            </a:r>
            <a:endParaRPr/>
          </a:p>
        </p:txBody>
      </p:sp>
      <p:grpSp>
        <p:nvGrpSpPr>
          <p:cNvPr id="437" name="Google Shape;437;p19"/>
          <p:cNvGrpSpPr/>
          <p:nvPr/>
        </p:nvGrpSpPr>
        <p:grpSpPr>
          <a:xfrm>
            <a:off x="1931719" y="2343818"/>
            <a:ext cx="4552946" cy="2706842"/>
            <a:chOff x="1931719" y="2343818"/>
            <a:chExt cx="4552946" cy="2706842"/>
          </a:xfrm>
        </p:grpSpPr>
        <p:sp>
          <p:nvSpPr>
            <p:cNvPr id="438" name="Google Shape;438;p19"/>
            <p:cNvSpPr/>
            <p:nvPr/>
          </p:nvSpPr>
          <p:spPr>
            <a:xfrm>
              <a:off x="4344078" y="2961427"/>
              <a:ext cx="2140587" cy="2089233"/>
            </a:xfrm>
            <a:custGeom>
              <a:rect b="b" l="l" r="r" t="t"/>
              <a:pathLst>
                <a:path extrusionOk="0" h="29912" w="22080">
                  <a:moveTo>
                    <a:pt x="10278" y="1"/>
                  </a:moveTo>
                  <a:cubicBezTo>
                    <a:pt x="6932" y="1"/>
                    <a:pt x="3620" y="324"/>
                    <a:pt x="315" y="987"/>
                  </a:cubicBezTo>
                  <a:cubicBezTo>
                    <a:pt x="0" y="1045"/>
                    <a:pt x="61" y="1548"/>
                    <a:pt x="365" y="1548"/>
                  </a:cubicBezTo>
                  <a:cubicBezTo>
                    <a:pt x="372" y="1548"/>
                    <a:pt x="379" y="1547"/>
                    <a:pt x="386" y="1547"/>
                  </a:cubicBezTo>
                  <a:cubicBezTo>
                    <a:pt x="3232" y="1367"/>
                    <a:pt x="6091" y="1262"/>
                    <a:pt x="8944" y="1262"/>
                  </a:cubicBezTo>
                  <a:cubicBezTo>
                    <a:pt x="9874" y="1262"/>
                    <a:pt x="10804" y="1273"/>
                    <a:pt x="11733" y="1297"/>
                  </a:cubicBezTo>
                  <a:cubicBezTo>
                    <a:pt x="13638" y="1344"/>
                    <a:pt x="15531" y="1463"/>
                    <a:pt x="17412" y="1666"/>
                  </a:cubicBezTo>
                  <a:cubicBezTo>
                    <a:pt x="18591" y="1797"/>
                    <a:pt x="19996" y="1892"/>
                    <a:pt x="20317" y="3249"/>
                  </a:cubicBezTo>
                  <a:cubicBezTo>
                    <a:pt x="20531" y="4190"/>
                    <a:pt x="20353" y="5393"/>
                    <a:pt x="20353" y="6345"/>
                  </a:cubicBezTo>
                  <a:cubicBezTo>
                    <a:pt x="20412" y="13977"/>
                    <a:pt x="20412" y="21633"/>
                    <a:pt x="20698" y="29265"/>
                  </a:cubicBezTo>
                  <a:cubicBezTo>
                    <a:pt x="20716" y="29695"/>
                    <a:pt x="21058" y="29912"/>
                    <a:pt x="21394" y="29912"/>
                  </a:cubicBezTo>
                  <a:cubicBezTo>
                    <a:pt x="21727" y="29912"/>
                    <a:pt x="22055" y="29698"/>
                    <a:pt x="22055" y="29265"/>
                  </a:cubicBezTo>
                  <a:cubicBezTo>
                    <a:pt x="22079" y="24764"/>
                    <a:pt x="21912" y="20275"/>
                    <a:pt x="21841" y="15775"/>
                  </a:cubicBezTo>
                  <a:cubicBezTo>
                    <a:pt x="21793" y="13536"/>
                    <a:pt x="21758" y="11286"/>
                    <a:pt x="21722" y="9036"/>
                  </a:cubicBezTo>
                  <a:cubicBezTo>
                    <a:pt x="21674" y="7036"/>
                    <a:pt x="21924" y="4738"/>
                    <a:pt x="21496" y="2773"/>
                  </a:cubicBezTo>
                  <a:cubicBezTo>
                    <a:pt x="21246" y="1583"/>
                    <a:pt x="20388" y="975"/>
                    <a:pt x="19234" y="701"/>
                  </a:cubicBezTo>
                  <a:cubicBezTo>
                    <a:pt x="17364" y="261"/>
                    <a:pt x="15316" y="201"/>
                    <a:pt x="13411" y="94"/>
                  </a:cubicBezTo>
                  <a:cubicBezTo>
                    <a:pt x="12363" y="32"/>
                    <a:pt x="11319" y="1"/>
                    <a:pt x="10278" y="1"/>
                  </a:cubicBezTo>
                  <a:close/>
                </a:path>
              </a:pathLst>
            </a:custGeom>
            <a:solidFill>
              <a:srgbClr val="A8D0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9" name="Google Shape;439;p19"/>
            <p:cNvGrpSpPr/>
            <p:nvPr/>
          </p:nvGrpSpPr>
          <p:grpSpPr>
            <a:xfrm>
              <a:off x="1931719" y="2343818"/>
              <a:ext cx="3899871" cy="1257807"/>
              <a:chOff x="2915016" y="1089153"/>
              <a:chExt cx="1212891" cy="474360"/>
            </a:xfrm>
          </p:grpSpPr>
          <p:sp>
            <p:nvSpPr>
              <p:cNvPr id="440" name="Google Shape;440;p19"/>
              <p:cNvSpPr/>
              <p:nvPr/>
            </p:nvSpPr>
            <p:spPr>
              <a:xfrm>
                <a:off x="4077452" y="1144399"/>
                <a:ext cx="30749" cy="46394"/>
              </a:xfrm>
              <a:custGeom>
                <a:rect b="b" l="l" r="r" t="t"/>
                <a:pathLst>
                  <a:path extrusionOk="0" h="2049" w="1358">
                    <a:moveTo>
                      <a:pt x="0" y="0"/>
                    </a:moveTo>
                    <a:lnTo>
                      <a:pt x="0" y="0"/>
                    </a:lnTo>
                    <a:cubicBezTo>
                      <a:pt x="226" y="417"/>
                      <a:pt x="369" y="870"/>
                      <a:pt x="441" y="1334"/>
                    </a:cubicBezTo>
                    <a:cubicBezTo>
                      <a:pt x="762" y="1548"/>
                      <a:pt x="1072" y="1786"/>
                      <a:pt x="1358" y="2048"/>
                    </a:cubicBezTo>
                    <a:cubicBezTo>
                      <a:pt x="1131" y="1215"/>
                      <a:pt x="655" y="548"/>
                      <a:pt x="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1" name="Google Shape;441;p19"/>
              <p:cNvSpPr/>
              <p:nvPr/>
            </p:nvSpPr>
            <p:spPr>
              <a:xfrm>
                <a:off x="4087958" y="1185652"/>
                <a:ext cx="24024" cy="53391"/>
              </a:xfrm>
              <a:custGeom>
                <a:rect b="b" l="l" r="r" t="t"/>
                <a:pathLst>
                  <a:path extrusionOk="0" h="2358" w="1061">
                    <a:moveTo>
                      <a:pt x="36" y="0"/>
                    </a:moveTo>
                    <a:lnTo>
                      <a:pt x="36" y="0"/>
                    </a:lnTo>
                    <a:cubicBezTo>
                      <a:pt x="72" y="524"/>
                      <a:pt x="48" y="1048"/>
                      <a:pt x="1" y="1560"/>
                    </a:cubicBezTo>
                    <a:cubicBezTo>
                      <a:pt x="358" y="1786"/>
                      <a:pt x="739" y="2048"/>
                      <a:pt x="1048" y="2358"/>
                    </a:cubicBezTo>
                    <a:cubicBezTo>
                      <a:pt x="1048" y="2048"/>
                      <a:pt x="1060" y="1738"/>
                      <a:pt x="1060" y="1429"/>
                    </a:cubicBezTo>
                    <a:cubicBezTo>
                      <a:pt x="1060" y="1262"/>
                      <a:pt x="1048" y="1119"/>
                      <a:pt x="1036" y="965"/>
                    </a:cubicBezTo>
                    <a:cubicBezTo>
                      <a:pt x="715" y="631"/>
                      <a:pt x="393" y="298"/>
                      <a:pt x="36"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2" name="Google Shape;442;p19"/>
              <p:cNvSpPr/>
              <p:nvPr/>
            </p:nvSpPr>
            <p:spPr>
              <a:xfrm>
                <a:off x="4081211" y="1228514"/>
                <a:ext cx="30228" cy="59323"/>
              </a:xfrm>
              <a:custGeom>
                <a:rect b="b" l="l" r="r" t="t"/>
                <a:pathLst>
                  <a:path extrusionOk="0" h="2620" w="1335">
                    <a:moveTo>
                      <a:pt x="251" y="0"/>
                    </a:moveTo>
                    <a:cubicBezTo>
                      <a:pt x="251" y="12"/>
                      <a:pt x="251" y="24"/>
                      <a:pt x="251" y="36"/>
                    </a:cubicBezTo>
                    <a:cubicBezTo>
                      <a:pt x="168" y="631"/>
                      <a:pt x="84" y="1227"/>
                      <a:pt x="1" y="1822"/>
                    </a:cubicBezTo>
                    <a:cubicBezTo>
                      <a:pt x="10" y="1757"/>
                      <a:pt x="70" y="1699"/>
                      <a:pt x="130" y="1699"/>
                    </a:cubicBezTo>
                    <a:cubicBezTo>
                      <a:pt x="147" y="1699"/>
                      <a:pt x="164" y="1704"/>
                      <a:pt x="180" y="1715"/>
                    </a:cubicBezTo>
                    <a:cubicBezTo>
                      <a:pt x="441" y="1893"/>
                      <a:pt x="691" y="2084"/>
                      <a:pt x="930" y="2286"/>
                    </a:cubicBezTo>
                    <a:cubicBezTo>
                      <a:pt x="1049" y="2393"/>
                      <a:pt x="1192" y="2501"/>
                      <a:pt x="1311" y="2620"/>
                    </a:cubicBezTo>
                    <a:cubicBezTo>
                      <a:pt x="1323" y="2060"/>
                      <a:pt x="1323" y="1512"/>
                      <a:pt x="1334" y="953"/>
                    </a:cubicBezTo>
                    <a:cubicBezTo>
                      <a:pt x="1108" y="762"/>
                      <a:pt x="906" y="536"/>
                      <a:pt x="680" y="346"/>
                    </a:cubicBezTo>
                    <a:cubicBezTo>
                      <a:pt x="549" y="226"/>
                      <a:pt x="406" y="107"/>
                      <a:pt x="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3" name="Google Shape;443;p19"/>
              <p:cNvSpPr/>
              <p:nvPr/>
            </p:nvSpPr>
            <p:spPr>
              <a:xfrm>
                <a:off x="4075822" y="1270016"/>
                <a:ext cx="36953" cy="76328"/>
              </a:xfrm>
              <a:custGeom>
                <a:rect b="b" l="l" r="r" t="t"/>
                <a:pathLst>
                  <a:path extrusionOk="0" h="3371" w="1632">
                    <a:moveTo>
                      <a:pt x="239" y="1"/>
                    </a:moveTo>
                    <a:cubicBezTo>
                      <a:pt x="156" y="608"/>
                      <a:pt x="72" y="1227"/>
                      <a:pt x="1" y="1846"/>
                    </a:cubicBezTo>
                    <a:cubicBezTo>
                      <a:pt x="298" y="2096"/>
                      <a:pt x="584" y="2382"/>
                      <a:pt x="870" y="2644"/>
                    </a:cubicBezTo>
                    <a:cubicBezTo>
                      <a:pt x="1120" y="2882"/>
                      <a:pt x="1394" y="3120"/>
                      <a:pt x="1632" y="3370"/>
                    </a:cubicBezTo>
                    <a:cubicBezTo>
                      <a:pt x="1608" y="2763"/>
                      <a:pt x="1572" y="2180"/>
                      <a:pt x="1561" y="1644"/>
                    </a:cubicBezTo>
                    <a:cubicBezTo>
                      <a:pt x="1561" y="1525"/>
                      <a:pt x="1561" y="1418"/>
                      <a:pt x="1561" y="1310"/>
                    </a:cubicBezTo>
                    <a:cubicBezTo>
                      <a:pt x="1346" y="1132"/>
                      <a:pt x="1168" y="906"/>
                      <a:pt x="989" y="715"/>
                    </a:cubicBezTo>
                    <a:cubicBezTo>
                      <a:pt x="763" y="489"/>
                      <a:pt x="525" y="275"/>
                      <a:pt x="275" y="72"/>
                    </a:cubicBezTo>
                    <a:cubicBezTo>
                      <a:pt x="251" y="48"/>
                      <a:pt x="239" y="25"/>
                      <a:pt x="23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4" name="Google Shape;444;p19"/>
              <p:cNvSpPr/>
              <p:nvPr/>
            </p:nvSpPr>
            <p:spPr>
              <a:xfrm>
                <a:off x="4070976" y="1319624"/>
                <a:ext cx="43428" cy="81988"/>
              </a:xfrm>
              <a:custGeom>
                <a:rect b="b" l="l" r="r" t="t"/>
                <a:pathLst>
                  <a:path extrusionOk="0" h="3621" w="1918">
                    <a:moveTo>
                      <a:pt x="167" y="1"/>
                    </a:moveTo>
                    <a:cubicBezTo>
                      <a:pt x="96" y="596"/>
                      <a:pt x="36" y="1191"/>
                      <a:pt x="0" y="1786"/>
                    </a:cubicBezTo>
                    <a:cubicBezTo>
                      <a:pt x="655" y="2358"/>
                      <a:pt x="1310" y="2977"/>
                      <a:pt x="1905" y="3620"/>
                    </a:cubicBezTo>
                    <a:cubicBezTo>
                      <a:pt x="1917" y="2953"/>
                      <a:pt x="1894" y="2287"/>
                      <a:pt x="1870" y="1632"/>
                    </a:cubicBezTo>
                    <a:cubicBezTo>
                      <a:pt x="1822" y="1632"/>
                      <a:pt x="1786" y="1620"/>
                      <a:pt x="1751" y="1584"/>
                    </a:cubicBezTo>
                    <a:cubicBezTo>
                      <a:pt x="1417" y="1322"/>
                      <a:pt x="1143" y="1001"/>
                      <a:pt x="846" y="691"/>
                    </a:cubicBezTo>
                    <a:cubicBezTo>
                      <a:pt x="620" y="465"/>
                      <a:pt x="393" y="239"/>
                      <a:pt x="167"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5" name="Google Shape;445;p19"/>
              <p:cNvSpPr/>
              <p:nvPr/>
            </p:nvSpPr>
            <p:spPr>
              <a:xfrm>
                <a:off x="4069369" y="1369776"/>
                <a:ext cx="44221" cy="78456"/>
              </a:xfrm>
              <a:custGeom>
                <a:rect b="b" l="l" r="r" t="t"/>
                <a:pathLst>
                  <a:path extrusionOk="0" h="3465" w="1953">
                    <a:moveTo>
                      <a:pt x="48" y="0"/>
                    </a:moveTo>
                    <a:cubicBezTo>
                      <a:pt x="12" y="488"/>
                      <a:pt x="0" y="976"/>
                      <a:pt x="0" y="1465"/>
                    </a:cubicBezTo>
                    <a:cubicBezTo>
                      <a:pt x="0" y="1500"/>
                      <a:pt x="0" y="1548"/>
                      <a:pt x="0" y="1584"/>
                    </a:cubicBezTo>
                    <a:cubicBezTo>
                      <a:pt x="0" y="1596"/>
                      <a:pt x="12" y="1596"/>
                      <a:pt x="12" y="1596"/>
                    </a:cubicBezTo>
                    <a:cubicBezTo>
                      <a:pt x="381" y="1929"/>
                      <a:pt x="679" y="2334"/>
                      <a:pt x="1024" y="2691"/>
                    </a:cubicBezTo>
                    <a:cubicBezTo>
                      <a:pt x="1274" y="2953"/>
                      <a:pt x="1548" y="3203"/>
                      <a:pt x="1798" y="3465"/>
                    </a:cubicBezTo>
                    <a:cubicBezTo>
                      <a:pt x="1881" y="2977"/>
                      <a:pt x="1929" y="2477"/>
                      <a:pt x="1953" y="1977"/>
                    </a:cubicBezTo>
                    <a:cubicBezTo>
                      <a:pt x="1274" y="1405"/>
                      <a:pt x="619" y="714"/>
                      <a:pt x="48"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6" name="Google Shape;446;p19"/>
              <p:cNvSpPr/>
              <p:nvPr/>
            </p:nvSpPr>
            <p:spPr>
              <a:xfrm>
                <a:off x="4070161" y="1418026"/>
                <a:ext cx="37768" cy="77392"/>
              </a:xfrm>
              <a:custGeom>
                <a:rect b="b" l="l" r="r" t="t"/>
                <a:pathLst>
                  <a:path extrusionOk="0" h="3418" w="1668">
                    <a:moveTo>
                      <a:pt x="1" y="0"/>
                    </a:moveTo>
                    <a:lnTo>
                      <a:pt x="1" y="0"/>
                    </a:lnTo>
                    <a:cubicBezTo>
                      <a:pt x="48" y="691"/>
                      <a:pt x="144" y="1500"/>
                      <a:pt x="13" y="2203"/>
                    </a:cubicBezTo>
                    <a:cubicBezTo>
                      <a:pt x="406" y="2536"/>
                      <a:pt x="858" y="2953"/>
                      <a:pt x="1120" y="3417"/>
                    </a:cubicBezTo>
                    <a:cubicBezTo>
                      <a:pt x="1370" y="2929"/>
                      <a:pt x="1549" y="2382"/>
                      <a:pt x="1668" y="1822"/>
                    </a:cubicBezTo>
                    <a:cubicBezTo>
                      <a:pt x="1322" y="1536"/>
                      <a:pt x="1013" y="1179"/>
                      <a:pt x="703" y="834"/>
                    </a:cubicBezTo>
                    <a:cubicBezTo>
                      <a:pt x="465" y="572"/>
                      <a:pt x="215" y="298"/>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7" name="Google Shape;447;p19"/>
              <p:cNvSpPr/>
              <p:nvPr/>
            </p:nvSpPr>
            <p:spPr>
              <a:xfrm>
                <a:off x="4047791" y="1476510"/>
                <a:ext cx="42070" cy="49632"/>
              </a:xfrm>
              <a:custGeom>
                <a:rect b="b" l="l" r="r" t="t"/>
                <a:pathLst>
                  <a:path extrusionOk="0" h="2192" w="1858">
                    <a:moveTo>
                      <a:pt x="905" y="1"/>
                    </a:moveTo>
                    <a:cubicBezTo>
                      <a:pt x="810" y="299"/>
                      <a:pt x="643" y="572"/>
                      <a:pt x="405" y="775"/>
                    </a:cubicBezTo>
                    <a:cubicBezTo>
                      <a:pt x="286" y="870"/>
                      <a:pt x="155" y="953"/>
                      <a:pt x="1" y="1037"/>
                    </a:cubicBezTo>
                    <a:cubicBezTo>
                      <a:pt x="132" y="1168"/>
                      <a:pt x="262" y="1299"/>
                      <a:pt x="393" y="1442"/>
                    </a:cubicBezTo>
                    <a:cubicBezTo>
                      <a:pt x="584" y="1644"/>
                      <a:pt x="846" y="1846"/>
                      <a:pt x="965" y="2108"/>
                    </a:cubicBezTo>
                    <a:cubicBezTo>
                      <a:pt x="977" y="2132"/>
                      <a:pt x="977" y="2168"/>
                      <a:pt x="977" y="2192"/>
                    </a:cubicBezTo>
                    <a:cubicBezTo>
                      <a:pt x="1310" y="1965"/>
                      <a:pt x="1596" y="1680"/>
                      <a:pt x="1822" y="1323"/>
                    </a:cubicBezTo>
                    <a:cubicBezTo>
                      <a:pt x="1834" y="1311"/>
                      <a:pt x="1846" y="1299"/>
                      <a:pt x="1858" y="1275"/>
                    </a:cubicBezTo>
                    <a:cubicBezTo>
                      <a:pt x="1667" y="1049"/>
                      <a:pt x="1548" y="787"/>
                      <a:pt x="1370" y="549"/>
                    </a:cubicBezTo>
                    <a:cubicBezTo>
                      <a:pt x="1227" y="346"/>
                      <a:pt x="1072" y="168"/>
                      <a:pt x="905"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8" name="Google Shape;448;p19"/>
              <p:cNvSpPr/>
              <p:nvPr/>
            </p:nvSpPr>
            <p:spPr>
              <a:xfrm>
                <a:off x="4000877" y="1503204"/>
                <a:ext cx="63105" cy="39126"/>
              </a:xfrm>
              <a:custGeom>
                <a:rect b="b" l="l" r="r" t="t"/>
                <a:pathLst>
                  <a:path extrusionOk="0" h="1728" w="2787">
                    <a:moveTo>
                      <a:pt x="1751" y="1"/>
                    </a:moveTo>
                    <a:cubicBezTo>
                      <a:pt x="1251" y="179"/>
                      <a:pt x="632" y="263"/>
                      <a:pt x="1" y="310"/>
                    </a:cubicBezTo>
                    <a:cubicBezTo>
                      <a:pt x="251" y="596"/>
                      <a:pt x="501" y="882"/>
                      <a:pt x="775" y="1156"/>
                    </a:cubicBezTo>
                    <a:cubicBezTo>
                      <a:pt x="965" y="1346"/>
                      <a:pt x="1203" y="1525"/>
                      <a:pt x="1406" y="1727"/>
                    </a:cubicBezTo>
                    <a:cubicBezTo>
                      <a:pt x="1906" y="1608"/>
                      <a:pt x="2370" y="1429"/>
                      <a:pt x="2787" y="1191"/>
                    </a:cubicBezTo>
                    <a:lnTo>
                      <a:pt x="2775" y="1191"/>
                    </a:lnTo>
                    <a:cubicBezTo>
                      <a:pt x="2537" y="1037"/>
                      <a:pt x="2358" y="763"/>
                      <a:pt x="2192" y="536"/>
                    </a:cubicBezTo>
                    <a:cubicBezTo>
                      <a:pt x="2037" y="358"/>
                      <a:pt x="1894" y="179"/>
                      <a:pt x="175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49" name="Google Shape;449;p19"/>
              <p:cNvSpPr/>
              <p:nvPr/>
            </p:nvSpPr>
            <p:spPr>
              <a:xfrm>
                <a:off x="3959374" y="1510495"/>
                <a:ext cx="63648" cy="37496"/>
              </a:xfrm>
              <a:custGeom>
                <a:rect b="b" l="l" r="r" t="t"/>
                <a:pathLst>
                  <a:path extrusionOk="0" h="1656" w="2811">
                    <a:moveTo>
                      <a:pt x="1667" y="0"/>
                    </a:moveTo>
                    <a:cubicBezTo>
                      <a:pt x="1339" y="14"/>
                      <a:pt x="1003" y="20"/>
                      <a:pt x="676" y="20"/>
                    </a:cubicBezTo>
                    <a:cubicBezTo>
                      <a:pt x="444" y="20"/>
                      <a:pt x="217" y="17"/>
                      <a:pt x="0" y="12"/>
                    </a:cubicBezTo>
                    <a:lnTo>
                      <a:pt x="0" y="12"/>
                    </a:lnTo>
                    <a:cubicBezTo>
                      <a:pt x="203" y="262"/>
                      <a:pt x="417" y="500"/>
                      <a:pt x="643" y="738"/>
                    </a:cubicBezTo>
                    <a:cubicBezTo>
                      <a:pt x="929" y="1036"/>
                      <a:pt x="1310" y="1286"/>
                      <a:pt x="1536" y="1631"/>
                    </a:cubicBezTo>
                    <a:cubicBezTo>
                      <a:pt x="1548" y="1631"/>
                      <a:pt x="1548" y="1643"/>
                      <a:pt x="1548" y="1655"/>
                    </a:cubicBezTo>
                    <a:cubicBezTo>
                      <a:pt x="1977" y="1631"/>
                      <a:pt x="2405" y="1584"/>
                      <a:pt x="2810" y="1500"/>
                    </a:cubicBezTo>
                    <a:cubicBezTo>
                      <a:pt x="2643" y="1334"/>
                      <a:pt x="2501" y="1155"/>
                      <a:pt x="2358" y="988"/>
                    </a:cubicBezTo>
                    <a:cubicBezTo>
                      <a:pt x="2120" y="703"/>
                      <a:pt x="1881" y="417"/>
                      <a:pt x="1667" y="107"/>
                    </a:cubicBezTo>
                    <a:cubicBezTo>
                      <a:pt x="1631" y="72"/>
                      <a:pt x="1643" y="24"/>
                      <a:pt x="16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0" name="Google Shape;450;p19"/>
              <p:cNvSpPr/>
              <p:nvPr/>
            </p:nvSpPr>
            <p:spPr>
              <a:xfrm>
                <a:off x="3911645" y="1510359"/>
                <a:ext cx="69309" cy="38266"/>
              </a:xfrm>
              <a:custGeom>
                <a:rect b="b" l="l" r="r" t="t"/>
                <a:pathLst>
                  <a:path extrusionOk="0" h="1690" w="3061">
                    <a:moveTo>
                      <a:pt x="1100" y="1"/>
                    </a:moveTo>
                    <a:cubicBezTo>
                      <a:pt x="1002" y="1"/>
                      <a:pt x="910" y="2"/>
                      <a:pt x="822" y="6"/>
                    </a:cubicBezTo>
                    <a:cubicBezTo>
                      <a:pt x="549" y="6"/>
                      <a:pt x="275" y="18"/>
                      <a:pt x="1" y="18"/>
                    </a:cubicBezTo>
                    <a:cubicBezTo>
                      <a:pt x="203" y="185"/>
                      <a:pt x="406" y="351"/>
                      <a:pt x="608" y="530"/>
                    </a:cubicBezTo>
                    <a:cubicBezTo>
                      <a:pt x="882" y="792"/>
                      <a:pt x="1263" y="1090"/>
                      <a:pt x="1418" y="1459"/>
                    </a:cubicBezTo>
                    <a:cubicBezTo>
                      <a:pt x="1442" y="1530"/>
                      <a:pt x="1430" y="1613"/>
                      <a:pt x="1370" y="1673"/>
                    </a:cubicBezTo>
                    <a:cubicBezTo>
                      <a:pt x="1757" y="1681"/>
                      <a:pt x="2157" y="1690"/>
                      <a:pt x="2559" y="1690"/>
                    </a:cubicBezTo>
                    <a:cubicBezTo>
                      <a:pt x="2726" y="1690"/>
                      <a:pt x="2893" y="1688"/>
                      <a:pt x="3061" y="1685"/>
                    </a:cubicBezTo>
                    <a:cubicBezTo>
                      <a:pt x="2823" y="1471"/>
                      <a:pt x="2608" y="1209"/>
                      <a:pt x="2430" y="971"/>
                    </a:cubicBezTo>
                    <a:cubicBezTo>
                      <a:pt x="2168" y="673"/>
                      <a:pt x="1954" y="340"/>
                      <a:pt x="1739" y="6"/>
                    </a:cubicBezTo>
                    <a:cubicBezTo>
                      <a:pt x="1509" y="6"/>
                      <a:pt x="1295" y="1"/>
                      <a:pt x="110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1" name="Google Shape;451;p19"/>
              <p:cNvSpPr/>
              <p:nvPr/>
            </p:nvSpPr>
            <p:spPr>
              <a:xfrm>
                <a:off x="3855584" y="1511016"/>
                <a:ext cx="81966" cy="36975"/>
              </a:xfrm>
              <a:custGeom>
                <a:rect b="b" l="l" r="r" t="t"/>
                <a:pathLst>
                  <a:path extrusionOk="0" h="1633" w="3620">
                    <a:moveTo>
                      <a:pt x="1929" y="1"/>
                    </a:moveTo>
                    <a:cubicBezTo>
                      <a:pt x="1274" y="13"/>
                      <a:pt x="643" y="25"/>
                      <a:pt x="0" y="25"/>
                    </a:cubicBezTo>
                    <a:cubicBezTo>
                      <a:pt x="536" y="513"/>
                      <a:pt x="1072" y="1037"/>
                      <a:pt x="1524" y="1584"/>
                    </a:cubicBezTo>
                    <a:lnTo>
                      <a:pt x="1858" y="1584"/>
                    </a:lnTo>
                    <a:cubicBezTo>
                      <a:pt x="2382" y="1584"/>
                      <a:pt x="2977" y="1608"/>
                      <a:pt x="3620" y="1632"/>
                    </a:cubicBezTo>
                    <a:cubicBezTo>
                      <a:pt x="3334" y="1418"/>
                      <a:pt x="3108" y="1084"/>
                      <a:pt x="2846" y="822"/>
                    </a:cubicBezTo>
                    <a:cubicBezTo>
                      <a:pt x="2560" y="525"/>
                      <a:pt x="2251" y="251"/>
                      <a:pt x="192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2" name="Google Shape;452;p19"/>
              <p:cNvSpPr/>
              <p:nvPr/>
            </p:nvSpPr>
            <p:spPr>
              <a:xfrm>
                <a:off x="3796285" y="1511559"/>
                <a:ext cx="80879" cy="35617"/>
              </a:xfrm>
              <a:custGeom>
                <a:rect b="b" l="l" r="r" t="t"/>
                <a:pathLst>
                  <a:path extrusionOk="0" h="1573" w="3572">
                    <a:moveTo>
                      <a:pt x="2131" y="1"/>
                    </a:moveTo>
                    <a:cubicBezTo>
                      <a:pt x="1417" y="1"/>
                      <a:pt x="702" y="1"/>
                      <a:pt x="0" y="13"/>
                    </a:cubicBezTo>
                    <a:cubicBezTo>
                      <a:pt x="500" y="548"/>
                      <a:pt x="1012" y="1060"/>
                      <a:pt x="1560" y="1572"/>
                    </a:cubicBezTo>
                    <a:cubicBezTo>
                      <a:pt x="2226" y="1572"/>
                      <a:pt x="2905" y="1572"/>
                      <a:pt x="3572" y="1560"/>
                    </a:cubicBezTo>
                    <a:cubicBezTo>
                      <a:pt x="3072" y="1060"/>
                      <a:pt x="2596" y="525"/>
                      <a:pt x="213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 name="Google Shape;453;p19"/>
              <p:cNvSpPr/>
              <p:nvPr/>
            </p:nvSpPr>
            <p:spPr>
              <a:xfrm>
                <a:off x="3743710" y="1511831"/>
                <a:ext cx="76034" cy="35617"/>
              </a:xfrm>
              <a:custGeom>
                <a:rect b="b" l="l" r="r" t="t"/>
                <a:pathLst>
                  <a:path extrusionOk="0" h="1573" w="3358">
                    <a:moveTo>
                      <a:pt x="1108" y="1"/>
                    </a:moveTo>
                    <a:cubicBezTo>
                      <a:pt x="738" y="1"/>
                      <a:pt x="369" y="13"/>
                      <a:pt x="0" y="13"/>
                    </a:cubicBezTo>
                    <a:cubicBezTo>
                      <a:pt x="560" y="560"/>
                      <a:pt x="1155" y="1048"/>
                      <a:pt x="1739" y="1572"/>
                    </a:cubicBezTo>
                    <a:cubicBezTo>
                      <a:pt x="2274" y="1560"/>
                      <a:pt x="2822" y="1560"/>
                      <a:pt x="3358" y="1560"/>
                    </a:cubicBezTo>
                    <a:cubicBezTo>
                      <a:pt x="2858" y="1084"/>
                      <a:pt x="2382" y="548"/>
                      <a:pt x="1953"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 name="Google Shape;454;p19"/>
              <p:cNvSpPr/>
              <p:nvPr/>
            </p:nvSpPr>
            <p:spPr>
              <a:xfrm>
                <a:off x="3690592" y="1512103"/>
                <a:ext cx="78207" cy="35345"/>
              </a:xfrm>
              <a:custGeom>
                <a:rect b="b" l="l" r="r" t="t"/>
                <a:pathLst>
                  <a:path extrusionOk="0" h="1561" w="3454">
                    <a:moveTo>
                      <a:pt x="1989" y="1"/>
                    </a:moveTo>
                    <a:cubicBezTo>
                      <a:pt x="1322" y="12"/>
                      <a:pt x="656" y="12"/>
                      <a:pt x="1" y="12"/>
                    </a:cubicBezTo>
                    <a:cubicBezTo>
                      <a:pt x="644" y="501"/>
                      <a:pt x="1299" y="977"/>
                      <a:pt x="1882" y="1525"/>
                    </a:cubicBezTo>
                    <a:cubicBezTo>
                      <a:pt x="1894" y="1536"/>
                      <a:pt x="1906" y="1548"/>
                      <a:pt x="1906" y="1560"/>
                    </a:cubicBezTo>
                    <a:lnTo>
                      <a:pt x="3454" y="1560"/>
                    </a:lnTo>
                    <a:cubicBezTo>
                      <a:pt x="2918" y="1096"/>
                      <a:pt x="2430" y="536"/>
                      <a:pt x="198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5" name="Google Shape;455;p19"/>
              <p:cNvSpPr/>
              <p:nvPr/>
            </p:nvSpPr>
            <p:spPr>
              <a:xfrm>
                <a:off x="3633987" y="1512374"/>
                <a:ext cx="90072" cy="35073"/>
              </a:xfrm>
              <a:custGeom>
                <a:rect b="b" l="l" r="r" t="t"/>
                <a:pathLst>
                  <a:path extrusionOk="0" h="1549" w="3978">
                    <a:moveTo>
                      <a:pt x="2120" y="0"/>
                    </a:moveTo>
                    <a:cubicBezTo>
                      <a:pt x="1405" y="12"/>
                      <a:pt x="703" y="12"/>
                      <a:pt x="0" y="24"/>
                    </a:cubicBezTo>
                    <a:cubicBezTo>
                      <a:pt x="608" y="489"/>
                      <a:pt x="1179" y="989"/>
                      <a:pt x="1703" y="1548"/>
                    </a:cubicBezTo>
                    <a:lnTo>
                      <a:pt x="3977" y="1548"/>
                    </a:lnTo>
                    <a:cubicBezTo>
                      <a:pt x="3334" y="1072"/>
                      <a:pt x="2727" y="524"/>
                      <a:pt x="212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 name="Google Shape;456;p19"/>
              <p:cNvSpPr/>
              <p:nvPr/>
            </p:nvSpPr>
            <p:spPr>
              <a:xfrm>
                <a:off x="3584922" y="1512918"/>
                <a:ext cx="76305" cy="34802"/>
              </a:xfrm>
              <a:custGeom>
                <a:rect b="b" l="l" r="r" t="t"/>
                <a:pathLst>
                  <a:path extrusionOk="0" h="1537" w="3370">
                    <a:moveTo>
                      <a:pt x="1727" y="0"/>
                    </a:moveTo>
                    <a:cubicBezTo>
                      <a:pt x="1155" y="0"/>
                      <a:pt x="572" y="0"/>
                      <a:pt x="1" y="12"/>
                    </a:cubicBezTo>
                    <a:cubicBezTo>
                      <a:pt x="215" y="274"/>
                      <a:pt x="441" y="512"/>
                      <a:pt x="691" y="750"/>
                    </a:cubicBezTo>
                    <a:cubicBezTo>
                      <a:pt x="953" y="1000"/>
                      <a:pt x="1334" y="1215"/>
                      <a:pt x="1536" y="1512"/>
                    </a:cubicBezTo>
                    <a:cubicBezTo>
                      <a:pt x="1536" y="1524"/>
                      <a:pt x="1536" y="1524"/>
                      <a:pt x="1548" y="1536"/>
                    </a:cubicBezTo>
                    <a:lnTo>
                      <a:pt x="3370" y="1536"/>
                    </a:lnTo>
                    <a:cubicBezTo>
                      <a:pt x="2846" y="989"/>
                      <a:pt x="2310" y="477"/>
                      <a:pt x="172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7" name="Google Shape;457;p19"/>
              <p:cNvSpPr/>
              <p:nvPr/>
            </p:nvSpPr>
            <p:spPr>
              <a:xfrm>
                <a:off x="3527502" y="1513190"/>
                <a:ext cx="79543" cy="34802"/>
              </a:xfrm>
              <a:custGeom>
                <a:rect b="b" l="l" r="r" t="t"/>
                <a:pathLst>
                  <a:path extrusionOk="0" h="1537" w="3513">
                    <a:moveTo>
                      <a:pt x="2167" y="0"/>
                    </a:moveTo>
                    <a:cubicBezTo>
                      <a:pt x="1441" y="0"/>
                      <a:pt x="727" y="12"/>
                      <a:pt x="0" y="12"/>
                    </a:cubicBezTo>
                    <a:cubicBezTo>
                      <a:pt x="596" y="488"/>
                      <a:pt x="1191" y="988"/>
                      <a:pt x="1727" y="1536"/>
                    </a:cubicBezTo>
                    <a:cubicBezTo>
                      <a:pt x="2322" y="1536"/>
                      <a:pt x="2918" y="1524"/>
                      <a:pt x="3513" y="1524"/>
                    </a:cubicBezTo>
                    <a:cubicBezTo>
                      <a:pt x="3334" y="1369"/>
                      <a:pt x="3168" y="1191"/>
                      <a:pt x="3025" y="1024"/>
                    </a:cubicBezTo>
                    <a:cubicBezTo>
                      <a:pt x="2727" y="726"/>
                      <a:pt x="2465" y="393"/>
                      <a:pt x="2203" y="60"/>
                    </a:cubicBezTo>
                    <a:cubicBezTo>
                      <a:pt x="2179" y="36"/>
                      <a:pt x="2179" y="24"/>
                      <a:pt x="21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8" name="Google Shape;458;p19"/>
              <p:cNvSpPr/>
              <p:nvPr/>
            </p:nvSpPr>
            <p:spPr>
              <a:xfrm>
                <a:off x="3466845" y="1513461"/>
                <a:ext cx="88985" cy="34530"/>
              </a:xfrm>
              <a:custGeom>
                <a:rect b="b" l="l" r="r" t="t"/>
                <a:pathLst>
                  <a:path extrusionOk="0" h="1525" w="3930">
                    <a:moveTo>
                      <a:pt x="2251" y="0"/>
                    </a:moveTo>
                    <a:cubicBezTo>
                      <a:pt x="1501" y="12"/>
                      <a:pt x="751" y="12"/>
                      <a:pt x="1" y="24"/>
                    </a:cubicBezTo>
                    <a:cubicBezTo>
                      <a:pt x="620" y="476"/>
                      <a:pt x="1227" y="988"/>
                      <a:pt x="1787" y="1524"/>
                    </a:cubicBezTo>
                    <a:lnTo>
                      <a:pt x="3930" y="1524"/>
                    </a:lnTo>
                    <a:cubicBezTo>
                      <a:pt x="3346" y="1048"/>
                      <a:pt x="2787" y="524"/>
                      <a:pt x="2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9" name="Google Shape;459;p19"/>
              <p:cNvSpPr/>
              <p:nvPr/>
            </p:nvSpPr>
            <p:spPr>
              <a:xfrm>
                <a:off x="3418051" y="1513982"/>
                <a:ext cx="77120" cy="34258"/>
              </a:xfrm>
              <a:custGeom>
                <a:rect b="b" l="l" r="r" t="t"/>
                <a:pathLst>
                  <a:path extrusionOk="0" h="1513" w="3406">
                    <a:moveTo>
                      <a:pt x="1656" y="1"/>
                    </a:moveTo>
                    <a:cubicBezTo>
                      <a:pt x="1144" y="1"/>
                      <a:pt x="632" y="1"/>
                      <a:pt x="120" y="13"/>
                    </a:cubicBezTo>
                    <a:lnTo>
                      <a:pt x="1" y="13"/>
                    </a:lnTo>
                    <a:cubicBezTo>
                      <a:pt x="346" y="275"/>
                      <a:pt x="691" y="537"/>
                      <a:pt x="1036" y="799"/>
                    </a:cubicBezTo>
                    <a:cubicBezTo>
                      <a:pt x="1322" y="1025"/>
                      <a:pt x="1656" y="1239"/>
                      <a:pt x="1917" y="1513"/>
                    </a:cubicBezTo>
                    <a:cubicBezTo>
                      <a:pt x="2406" y="1513"/>
                      <a:pt x="2906" y="1501"/>
                      <a:pt x="3406" y="1501"/>
                    </a:cubicBezTo>
                    <a:cubicBezTo>
                      <a:pt x="2822" y="1001"/>
                      <a:pt x="2227" y="501"/>
                      <a:pt x="165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0" name="Google Shape;460;p19"/>
              <p:cNvSpPr/>
              <p:nvPr/>
            </p:nvSpPr>
            <p:spPr>
              <a:xfrm>
                <a:off x="2915016" y="1089153"/>
                <a:ext cx="1212891" cy="474360"/>
              </a:xfrm>
              <a:custGeom>
                <a:rect b="b" l="l" r="r" t="t"/>
                <a:pathLst>
                  <a:path extrusionOk="0" h="20950" w="53567">
                    <a:moveTo>
                      <a:pt x="51340" y="2440"/>
                    </a:moveTo>
                    <a:cubicBezTo>
                      <a:pt x="51995" y="2988"/>
                      <a:pt x="52471" y="3655"/>
                      <a:pt x="52698" y="4488"/>
                    </a:cubicBezTo>
                    <a:cubicBezTo>
                      <a:pt x="52412" y="4226"/>
                      <a:pt x="52102" y="3988"/>
                      <a:pt x="51781" y="3774"/>
                    </a:cubicBezTo>
                    <a:cubicBezTo>
                      <a:pt x="51709" y="3310"/>
                      <a:pt x="51566" y="2857"/>
                      <a:pt x="51340" y="2440"/>
                    </a:cubicBezTo>
                    <a:close/>
                    <a:moveTo>
                      <a:pt x="51840" y="4262"/>
                    </a:moveTo>
                    <a:cubicBezTo>
                      <a:pt x="52197" y="4560"/>
                      <a:pt x="52519" y="4893"/>
                      <a:pt x="52840" y="5227"/>
                    </a:cubicBezTo>
                    <a:cubicBezTo>
                      <a:pt x="52852" y="5381"/>
                      <a:pt x="52864" y="5524"/>
                      <a:pt x="52864" y="5691"/>
                    </a:cubicBezTo>
                    <a:cubicBezTo>
                      <a:pt x="52864" y="6000"/>
                      <a:pt x="52852" y="6310"/>
                      <a:pt x="52852" y="6620"/>
                    </a:cubicBezTo>
                    <a:cubicBezTo>
                      <a:pt x="52543" y="6310"/>
                      <a:pt x="52162" y="6048"/>
                      <a:pt x="51805" y="5822"/>
                    </a:cubicBezTo>
                    <a:cubicBezTo>
                      <a:pt x="51852" y="5310"/>
                      <a:pt x="51876" y="4786"/>
                      <a:pt x="51840" y="4262"/>
                    </a:cubicBezTo>
                    <a:close/>
                    <a:moveTo>
                      <a:pt x="51757" y="6155"/>
                    </a:moveTo>
                    <a:cubicBezTo>
                      <a:pt x="51912" y="6262"/>
                      <a:pt x="52055" y="6381"/>
                      <a:pt x="52186" y="6501"/>
                    </a:cubicBezTo>
                    <a:cubicBezTo>
                      <a:pt x="52412" y="6691"/>
                      <a:pt x="52614" y="6917"/>
                      <a:pt x="52840" y="7108"/>
                    </a:cubicBezTo>
                    <a:cubicBezTo>
                      <a:pt x="52829" y="7667"/>
                      <a:pt x="52829" y="8215"/>
                      <a:pt x="52817" y="8775"/>
                    </a:cubicBezTo>
                    <a:cubicBezTo>
                      <a:pt x="52698" y="8656"/>
                      <a:pt x="52555" y="8548"/>
                      <a:pt x="52436" y="8441"/>
                    </a:cubicBezTo>
                    <a:cubicBezTo>
                      <a:pt x="52197" y="8239"/>
                      <a:pt x="51947" y="8048"/>
                      <a:pt x="51686" y="7870"/>
                    </a:cubicBezTo>
                    <a:cubicBezTo>
                      <a:pt x="51669" y="7859"/>
                      <a:pt x="51652" y="7854"/>
                      <a:pt x="51635" y="7854"/>
                    </a:cubicBezTo>
                    <a:cubicBezTo>
                      <a:pt x="51575" y="7854"/>
                      <a:pt x="51516" y="7910"/>
                      <a:pt x="51507" y="7965"/>
                    </a:cubicBezTo>
                    <a:cubicBezTo>
                      <a:pt x="51590" y="7382"/>
                      <a:pt x="51674" y="6786"/>
                      <a:pt x="51757" y="6191"/>
                    </a:cubicBezTo>
                    <a:cubicBezTo>
                      <a:pt x="51757" y="6179"/>
                      <a:pt x="51757" y="6167"/>
                      <a:pt x="51757" y="6155"/>
                    </a:cubicBezTo>
                    <a:close/>
                    <a:moveTo>
                      <a:pt x="51507" y="7989"/>
                    </a:moveTo>
                    <a:cubicBezTo>
                      <a:pt x="51507" y="8013"/>
                      <a:pt x="51519" y="8036"/>
                      <a:pt x="51543" y="8060"/>
                    </a:cubicBezTo>
                    <a:cubicBezTo>
                      <a:pt x="51793" y="8263"/>
                      <a:pt x="52031" y="8477"/>
                      <a:pt x="52257" y="8703"/>
                    </a:cubicBezTo>
                    <a:cubicBezTo>
                      <a:pt x="52436" y="8894"/>
                      <a:pt x="52614" y="9120"/>
                      <a:pt x="52829" y="9298"/>
                    </a:cubicBezTo>
                    <a:cubicBezTo>
                      <a:pt x="52829" y="9406"/>
                      <a:pt x="52829" y="9513"/>
                      <a:pt x="52829" y="9632"/>
                    </a:cubicBezTo>
                    <a:cubicBezTo>
                      <a:pt x="52840" y="10168"/>
                      <a:pt x="52876" y="10751"/>
                      <a:pt x="52900" y="11358"/>
                    </a:cubicBezTo>
                    <a:cubicBezTo>
                      <a:pt x="52662" y="11108"/>
                      <a:pt x="52388" y="10870"/>
                      <a:pt x="52138" y="10632"/>
                    </a:cubicBezTo>
                    <a:cubicBezTo>
                      <a:pt x="51852" y="10370"/>
                      <a:pt x="51566" y="10084"/>
                      <a:pt x="51269" y="9834"/>
                    </a:cubicBezTo>
                    <a:cubicBezTo>
                      <a:pt x="51340" y="9215"/>
                      <a:pt x="51424" y="8596"/>
                      <a:pt x="51507" y="7989"/>
                    </a:cubicBezTo>
                    <a:close/>
                    <a:moveTo>
                      <a:pt x="51221" y="10180"/>
                    </a:moveTo>
                    <a:cubicBezTo>
                      <a:pt x="51447" y="10418"/>
                      <a:pt x="51674" y="10644"/>
                      <a:pt x="51900" y="10870"/>
                    </a:cubicBezTo>
                    <a:cubicBezTo>
                      <a:pt x="52197" y="11180"/>
                      <a:pt x="52471" y="11501"/>
                      <a:pt x="52805" y="11763"/>
                    </a:cubicBezTo>
                    <a:cubicBezTo>
                      <a:pt x="52840" y="11799"/>
                      <a:pt x="52876" y="11811"/>
                      <a:pt x="52924" y="11811"/>
                    </a:cubicBezTo>
                    <a:cubicBezTo>
                      <a:pt x="52948" y="12466"/>
                      <a:pt x="52971" y="13132"/>
                      <a:pt x="52959" y="13799"/>
                    </a:cubicBezTo>
                    <a:cubicBezTo>
                      <a:pt x="52364" y="13156"/>
                      <a:pt x="51709" y="12537"/>
                      <a:pt x="51054" y="11965"/>
                    </a:cubicBezTo>
                    <a:cubicBezTo>
                      <a:pt x="51090" y="11370"/>
                      <a:pt x="51150" y="10775"/>
                      <a:pt x="51221" y="10180"/>
                    </a:cubicBezTo>
                    <a:close/>
                    <a:moveTo>
                      <a:pt x="51031" y="12394"/>
                    </a:moveTo>
                    <a:cubicBezTo>
                      <a:pt x="51602" y="13108"/>
                      <a:pt x="52257" y="13799"/>
                      <a:pt x="52936" y="14371"/>
                    </a:cubicBezTo>
                    <a:cubicBezTo>
                      <a:pt x="52912" y="14871"/>
                      <a:pt x="52864" y="15371"/>
                      <a:pt x="52781" y="15859"/>
                    </a:cubicBezTo>
                    <a:cubicBezTo>
                      <a:pt x="52531" y="15597"/>
                      <a:pt x="52257" y="15347"/>
                      <a:pt x="52007" y="15085"/>
                    </a:cubicBezTo>
                    <a:cubicBezTo>
                      <a:pt x="51662" y="14728"/>
                      <a:pt x="51364" y="14323"/>
                      <a:pt x="50995" y="13990"/>
                    </a:cubicBezTo>
                    <a:cubicBezTo>
                      <a:pt x="50995" y="13990"/>
                      <a:pt x="50983" y="13990"/>
                      <a:pt x="50983" y="13978"/>
                    </a:cubicBezTo>
                    <a:cubicBezTo>
                      <a:pt x="50983" y="13942"/>
                      <a:pt x="50983" y="13894"/>
                      <a:pt x="50983" y="13859"/>
                    </a:cubicBezTo>
                    <a:cubicBezTo>
                      <a:pt x="50983" y="13370"/>
                      <a:pt x="50995" y="12882"/>
                      <a:pt x="51031" y="12394"/>
                    </a:cubicBezTo>
                    <a:close/>
                    <a:moveTo>
                      <a:pt x="51019" y="14525"/>
                    </a:moveTo>
                    <a:lnTo>
                      <a:pt x="51019" y="14525"/>
                    </a:lnTo>
                    <a:cubicBezTo>
                      <a:pt x="51233" y="14823"/>
                      <a:pt x="51483" y="15097"/>
                      <a:pt x="51721" y="15359"/>
                    </a:cubicBezTo>
                    <a:cubicBezTo>
                      <a:pt x="52031" y="15704"/>
                      <a:pt x="52340" y="16061"/>
                      <a:pt x="52686" y="16347"/>
                    </a:cubicBezTo>
                    <a:cubicBezTo>
                      <a:pt x="52567" y="16907"/>
                      <a:pt x="52388" y="17454"/>
                      <a:pt x="52138" y="17942"/>
                    </a:cubicBezTo>
                    <a:cubicBezTo>
                      <a:pt x="51876" y="17478"/>
                      <a:pt x="51424" y="17061"/>
                      <a:pt x="51031" y="16728"/>
                    </a:cubicBezTo>
                    <a:cubicBezTo>
                      <a:pt x="51162" y="16025"/>
                      <a:pt x="51066" y="15216"/>
                      <a:pt x="51019" y="14525"/>
                    </a:cubicBezTo>
                    <a:close/>
                    <a:moveTo>
                      <a:pt x="27465" y="821"/>
                    </a:moveTo>
                    <a:cubicBezTo>
                      <a:pt x="30824" y="821"/>
                      <a:pt x="34184" y="875"/>
                      <a:pt x="37541" y="940"/>
                    </a:cubicBezTo>
                    <a:cubicBezTo>
                      <a:pt x="39529" y="976"/>
                      <a:pt x="41529" y="1012"/>
                      <a:pt x="43530" y="1071"/>
                    </a:cubicBezTo>
                    <a:cubicBezTo>
                      <a:pt x="43749" y="1079"/>
                      <a:pt x="43984" y="1081"/>
                      <a:pt x="44230" y="1081"/>
                    </a:cubicBezTo>
                    <a:cubicBezTo>
                      <a:pt x="44621" y="1081"/>
                      <a:pt x="45040" y="1075"/>
                      <a:pt x="45470" y="1075"/>
                    </a:cubicBezTo>
                    <a:cubicBezTo>
                      <a:pt x="46956" y="1075"/>
                      <a:pt x="48578" y="1143"/>
                      <a:pt x="49661" y="1750"/>
                    </a:cubicBezTo>
                    <a:cubicBezTo>
                      <a:pt x="52078" y="3107"/>
                      <a:pt x="50900" y="6489"/>
                      <a:pt x="50614" y="8584"/>
                    </a:cubicBezTo>
                    <a:cubicBezTo>
                      <a:pt x="50376" y="10334"/>
                      <a:pt x="50281" y="12096"/>
                      <a:pt x="50281" y="13859"/>
                    </a:cubicBezTo>
                    <a:cubicBezTo>
                      <a:pt x="50281" y="14287"/>
                      <a:pt x="50281" y="14716"/>
                      <a:pt x="50292" y="15156"/>
                    </a:cubicBezTo>
                    <a:cubicBezTo>
                      <a:pt x="50328" y="16311"/>
                      <a:pt x="50519" y="16049"/>
                      <a:pt x="49459" y="16954"/>
                    </a:cubicBezTo>
                    <a:cubicBezTo>
                      <a:pt x="48530" y="17740"/>
                      <a:pt x="48435" y="17728"/>
                      <a:pt x="47328" y="17823"/>
                    </a:cubicBezTo>
                    <a:cubicBezTo>
                      <a:pt x="46911" y="17859"/>
                      <a:pt x="46506" y="17883"/>
                      <a:pt x="46090" y="17907"/>
                    </a:cubicBezTo>
                    <a:cubicBezTo>
                      <a:pt x="44185" y="18002"/>
                      <a:pt x="42280" y="17990"/>
                      <a:pt x="40375" y="18014"/>
                    </a:cubicBezTo>
                    <a:cubicBezTo>
                      <a:pt x="36374" y="18038"/>
                      <a:pt x="32362" y="18050"/>
                      <a:pt x="28349" y="18085"/>
                    </a:cubicBezTo>
                    <a:cubicBezTo>
                      <a:pt x="23920" y="18109"/>
                      <a:pt x="19491" y="18145"/>
                      <a:pt x="15062" y="18157"/>
                    </a:cubicBezTo>
                    <a:cubicBezTo>
                      <a:pt x="14548" y="18159"/>
                      <a:pt x="14034" y="18161"/>
                      <a:pt x="13521" y="18161"/>
                    </a:cubicBezTo>
                    <a:cubicBezTo>
                      <a:pt x="11749" y="18161"/>
                      <a:pt x="9979" y="18143"/>
                      <a:pt x="8216" y="18097"/>
                    </a:cubicBezTo>
                    <a:cubicBezTo>
                      <a:pt x="8058" y="18094"/>
                      <a:pt x="7879" y="18093"/>
                      <a:pt x="7682" y="18093"/>
                    </a:cubicBezTo>
                    <a:cubicBezTo>
                      <a:pt x="7522" y="18093"/>
                      <a:pt x="7351" y="18093"/>
                      <a:pt x="7170" y="18093"/>
                    </a:cubicBezTo>
                    <a:cubicBezTo>
                      <a:pt x="4644" y="18093"/>
                      <a:pt x="357" y="17988"/>
                      <a:pt x="953" y="14835"/>
                    </a:cubicBezTo>
                    <a:cubicBezTo>
                      <a:pt x="977" y="14716"/>
                      <a:pt x="917" y="14621"/>
                      <a:pt x="834" y="14573"/>
                    </a:cubicBezTo>
                    <a:cubicBezTo>
                      <a:pt x="846" y="12835"/>
                      <a:pt x="810" y="11108"/>
                      <a:pt x="870" y="9370"/>
                    </a:cubicBezTo>
                    <a:cubicBezTo>
                      <a:pt x="941" y="7405"/>
                      <a:pt x="810" y="4822"/>
                      <a:pt x="2406" y="3381"/>
                    </a:cubicBezTo>
                    <a:cubicBezTo>
                      <a:pt x="3763" y="2155"/>
                      <a:pt x="5835" y="1988"/>
                      <a:pt x="7561" y="1774"/>
                    </a:cubicBezTo>
                    <a:cubicBezTo>
                      <a:pt x="9549" y="1548"/>
                      <a:pt x="11550" y="1381"/>
                      <a:pt x="13538" y="1250"/>
                    </a:cubicBezTo>
                    <a:cubicBezTo>
                      <a:pt x="18175" y="925"/>
                      <a:pt x="22819" y="821"/>
                      <a:pt x="27465" y="821"/>
                    </a:cubicBezTo>
                    <a:close/>
                    <a:moveTo>
                      <a:pt x="50935" y="17109"/>
                    </a:moveTo>
                    <a:cubicBezTo>
                      <a:pt x="51102" y="17276"/>
                      <a:pt x="51257" y="17454"/>
                      <a:pt x="51400" y="17657"/>
                    </a:cubicBezTo>
                    <a:cubicBezTo>
                      <a:pt x="51578" y="17895"/>
                      <a:pt x="51697" y="18157"/>
                      <a:pt x="51888" y="18383"/>
                    </a:cubicBezTo>
                    <a:cubicBezTo>
                      <a:pt x="51876" y="18407"/>
                      <a:pt x="51864" y="18419"/>
                      <a:pt x="51852" y="18431"/>
                    </a:cubicBezTo>
                    <a:cubicBezTo>
                      <a:pt x="51626" y="18788"/>
                      <a:pt x="51340" y="19073"/>
                      <a:pt x="51007" y="19300"/>
                    </a:cubicBezTo>
                    <a:cubicBezTo>
                      <a:pt x="51007" y="19276"/>
                      <a:pt x="51007" y="19240"/>
                      <a:pt x="50995" y="19216"/>
                    </a:cubicBezTo>
                    <a:cubicBezTo>
                      <a:pt x="50876" y="18954"/>
                      <a:pt x="50614" y="18752"/>
                      <a:pt x="50423" y="18550"/>
                    </a:cubicBezTo>
                    <a:cubicBezTo>
                      <a:pt x="50292" y="18407"/>
                      <a:pt x="50162" y="18276"/>
                      <a:pt x="50031" y="18145"/>
                    </a:cubicBezTo>
                    <a:cubicBezTo>
                      <a:pt x="50185" y="18061"/>
                      <a:pt x="50316" y="17978"/>
                      <a:pt x="50435" y="17883"/>
                    </a:cubicBezTo>
                    <a:cubicBezTo>
                      <a:pt x="50673" y="17680"/>
                      <a:pt x="50840" y="17407"/>
                      <a:pt x="50935" y="17109"/>
                    </a:cubicBezTo>
                    <a:close/>
                    <a:moveTo>
                      <a:pt x="49709" y="18288"/>
                    </a:moveTo>
                    <a:cubicBezTo>
                      <a:pt x="49852" y="18466"/>
                      <a:pt x="49995" y="18645"/>
                      <a:pt x="50150" y="18823"/>
                    </a:cubicBezTo>
                    <a:cubicBezTo>
                      <a:pt x="50316" y="19050"/>
                      <a:pt x="50495" y="19324"/>
                      <a:pt x="50733" y="19478"/>
                    </a:cubicBezTo>
                    <a:lnTo>
                      <a:pt x="50745" y="19478"/>
                    </a:lnTo>
                    <a:cubicBezTo>
                      <a:pt x="50328" y="19716"/>
                      <a:pt x="49864" y="19895"/>
                      <a:pt x="49364" y="20014"/>
                    </a:cubicBezTo>
                    <a:cubicBezTo>
                      <a:pt x="49161" y="19812"/>
                      <a:pt x="48923" y="19633"/>
                      <a:pt x="48733" y="19443"/>
                    </a:cubicBezTo>
                    <a:cubicBezTo>
                      <a:pt x="48459" y="19169"/>
                      <a:pt x="48209" y="18883"/>
                      <a:pt x="47959" y="18597"/>
                    </a:cubicBezTo>
                    <a:cubicBezTo>
                      <a:pt x="48590" y="18550"/>
                      <a:pt x="49209" y="18466"/>
                      <a:pt x="49709" y="18288"/>
                    </a:cubicBezTo>
                    <a:close/>
                    <a:moveTo>
                      <a:pt x="1905" y="17800"/>
                    </a:moveTo>
                    <a:cubicBezTo>
                      <a:pt x="2370" y="18050"/>
                      <a:pt x="2929" y="18228"/>
                      <a:pt x="3501" y="18359"/>
                    </a:cubicBezTo>
                    <a:cubicBezTo>
                      <a:pt x="3953" y="18681"/>
                      <a:pt x="4394" y="19014"/>
                      <a:pt x="4823" y="19359"/>
                    </a:cubicBezTo>
                    <a:cubicBezTo>
                      <a:pt x="5132" y="19609"/>
                      <a:pt x="5418" y="19907"/>
                      <a:pt x="5727" y="20157"/>
                    </a:cubicBezTo>
                    <a:cubicBezTo>
                      <a:pt x="5073" y="20038"/>
                      <a:pt x="4418" y="19859"/>
                      <a:pt x="3822" y="19538"/>
                    </a:cubicBezTo>
                    <a:cubicBezTo>
                      <a:pt x="3037" y="19109"/>
                      <a:pt x="2429" y="18490"/>
                      <a:pt x="1905" y="17800"/>
                    </a:cubicBezTo>
                    <a:close/>
                    <a:moveTo>
                      <a:pt x="41053" y="18657"/>
                    </a:moveTo>
                    <a:cubicBezTo>
                      <a:pt x="41518" y="19181"/>
                      <a:pt x="41994" y="19716"/>
                      <a:pt x="42494" y="20216"/>
                    </a:cubicBezTo>
                    <a:cubicBezTo>
                      <a:pt x="41827" y="20228"/>
                      <a:pt x="41148" y="20228"/>
                      <a:pt x="40482" y="20228"/>
                    </a:cubicBezTo>
                    <a:cubicBezTo>
                      <a:pt x="39934" y="19716"/>
                      <a:pt x="39422" y="19204"/>
                      <a:pt x="38922" y="18669"/>
                    </a:cubicBezTo>
                    <a:cubicBezTo>
                      <a:pt x="39624" y="18669"/>
                      <a:pt x="40339" y="18669"/>
                      <a:pt x="41053" y="18657"/>
                    </a:cubicBezTo>
                    <a:close/>
                    <a:moveTo>
                      <a:pt x="33874" y="18692"/>
                    </a:moveTo>
                    <a:cubicBezTo>
                      <a:pt x="34481" y="19216"/>
                      <a:pt x="35088" y="19764"/>
                      <a:pt x="35731" y="20240"/>
                    </a:cubicBezTo>
                    <a:lnTo>
                      <a:pt x="33457" y="20240"/>
                    </a:lnTo>
                    <a:cubicBezTo>
                      <a:pt x="32933" y="19681"/>
                      <a:pt x="32362" y="19181"/>
                      <a:pt x="31754" y="18716"/>
                    </a:cubicBezTo>
                    <a:cubicBezTo>
                      <a:pt x="32457" y="18704"/>
                      <a:pt x="33159" y="18704"/>
                      <a:pt x="33874" y="18692"/>
                    </a:cubicBezTo>
                    <a:close/>
                    <a:moveTo>
                      <a:pt x="36243" y="18681"/>
                    </a:moveTo>
                    <a:cubicBezTo>
                      <a:pt x="36684" y="19216"/>
                      <a:pt x="37172" y="19776"/>
                      <a:pt x="37708" y="20240"/>
                    </a:cubicBezTo>
                    <a:lnTo>
                      <a:pt x="36160" y="20240"/>
                    </a:lnTo>
                    <a:cubicBezTo>
                      <a:pt x="36160" y="20228"/>
                      <a:pt x="36148" y="20216"/>
                      <a:pt x="36136" y="20205"/>
                    </a:cubicBezTo>
                    <a:cubicBezTo>
                      <a:pt x="35553" y="19657"/>
                      <a:pt x="34898" y="19181"/>
                      <a:pt x="34255" y="18692"/>
                    </a:cubicBezTo>
                    <a:cubicBezTo>
                      <a:pt x="34910" y="18692"/>
                      <a:pt x="35576" y="18692"/>
                      <a:pt x="36243" y="18681"/>
                    </a:cubicBezTo>
                    <a:close/>
                    <a:moveTo>
                      <a:pt x="38553" y="18669"/>
                    </a:moveTo>
                    <a:cubicBezTo>
                      <a:pt x="38982" y="19216"/>
                      <a:pt x="39458" y="19752"/>
                      <a:pt x="39958" y="20228"/>
                    </a:cubicBezTo>
                    <a:cubicBezTo>
                      <a:pt x="39422" y="20228"/>
                      <a:pt x="38874" y="20228"/>
                      <a:pt x="38339" y="20240"/>
                    </a:cubicBezTo>
                    <a:cubicBezTo>
                      <a:pt x="37755" y="19716"/>
                      <a:pt x="37160" y="19228"/>
                      <a:pt x="36600" y="18681"/>
                    </a:cubicBezTo>
                    <a:cubicBezTo>
                      <a:pt x="36969" y="18681"/>
                      <a:pt x="37338" y="18669"/>
                      <a:pt x="37708" y="18669"/>
                    </a:cubicBezTo>
                    <a:close/>
                    <a:moveTo>
                      <a:pt x="31314" y="18716"/>
                    </a:moveTo>
                    <a:cubicBezTo>
                      <a:pt x="31897" y="19193"/>
                      <a:pt x="32433" y="19705"/>
                      <a:pt x="32957" y="20252"/>
                    </a:cubicBezTo>
                    <a:lnTo>
                      <a:pt x="31135" y="20252"/>
                    </a:lnTo>
                    <a:cubicBezTo>
                      <a:pt x="31123" y="20240"/>
                      <a:pt x="31123" y="20240"/>
                      <a:pt x="31123" y="20228"/>
                    </a:cubicBezTo>
                    <a:cubicBezTo>
                      <a:pt x="30921" y="19931"/>
                      <a:pt x="30540" y="19716"/>
                      <a:pt x="30278" y="19466"/>
                    </a:cubicBezTo>
                    <a:cubicBezTo>
                      <a:pt x="30028" y="19228"/>
                      <a:pt x="29802" y="18990"/>
                      <a:pt x="29588" y="18728"/>
                    </a:cubicBezTo>
                    <a:cubicBezTo>
                      <a:pt x="30159" y="18716"/>
                      <a:pt x="30742" y="18716"/>
                      <a:pt x="31314" y="18716"/>
                    </a:cubicBezTo>
                    <a:close/>
                    <a:moveTo>
                      <a:pt x="26623" y="18740"/>
                    </a:moveTo>
                    <a:cubicBezTo>
                      <a:pt x="27159" y="19264"/>
                      <a:pt x="27718" y="19788"/>
                      <a:pt x="28302" y="20264"/>
                    </a:cubicBezTo>
                    <a:lnTo>
                      <a:pt x="26159" y="20264"/>
                    </a:lnTo>
                    <a:cubicBezTo>
                      <a:pt x="25599" y="19728"/>
                      <a:pt x="24992" y="19216"/>
                      <a:pt x="24373" y="18764"/>
                    </a:cubicBezTo>
                    <a:cubicBezTo>
                      <a:pt x="25123" y="18752"/>
                      <a:pt x="25873" y="18752"/>
                      <a:pt x="26623" y="18740"/>
                    </a:cubicBezTo>
                    <a:close/>
                    <a:moveTo>
                      <a:pt x="29218" y="18728"/>
                    </a:moveTo>
                    <a:cubicBezTo>
                      <a:pt x="29230" y="18752"/>
                      <a:pt x="29230" y="18764"/>
                      <a:pt x="29254" y="18788"/>
                    </a:cubicBezTo>
                    <a:cubicBezTo>
                      <a:pt x="29516" y="19121"/>
                      <a:pt x="29778" y="19454"/>
                      <a:pt x="30076" y="19752"/>
                    </a:cubicBezTo>
                    <a:cubicBezTo>
                      <a:pt x="30219" y="19919"/>
                      <a:pt x="30385" y="20097"/>
                      <a:pt x="30564" y="20252"/>
                    </a:cubicBezTo>
                    <a:cubicBezTo>
                      <a:pt x="29969" y="20252"/>
                      <a:pt x="29373" y="20264"/>
                      <a:pt x="28778" y="20264"/>
                    </a:cubicBezTo>
                    <a:cubicBezTo>
                      <a:pt x="28242" y="19716"/>
                      <a:pt x="27647" y="19216"/>
                      <a:pt x="27051" y="18740"/>
                    </a:cubicBezTo>
                    <a:cubicBezTo>
                      <a:pt x="27778" y="18740"/>
                      <a:pt x="28492" y="18728"/>
                      <a:pt x="29218" y="18728"/>
                    </a:cubicBezTo>
                    <a:close/>
                    <a:moveTo>
                      <a:pt x="43470" y="18633"/>
                    </a:moveTo>
                    <a:cubicBezTo>
                      <a:pt x="43792" y="18883"/>
                      <a:pt x="44101" y="19157"/>
                      <a:pt x="44387" y="19454"/>
                    </a:cubicBezTo>
                    <a:cubicBezTo>
                      <a:pt x="44649" y="19716"/>
                      <a:pt x="44875" y="20050"/>
                      <a:pt x="45161" y="20264"/>
                    </a:cubicBezTo>
                    <a:cubicBezTo>
                      <a:pt x="44518" y="20240"/>
                      <a:pt x="43923" y="20216"/>
                      <a:pt x="43399" y="20216"/>
                    </a:cubicBezTo>
                    <a:lnTo>
                      <a:pt x="43065" y="20216"/>
                    </a:lnTo>
                    <a:cubicBezTo>
                      <a:pt x="42613" y="19669"/>
                      <a:pt x="42077" y="19145"/>
                      <a:pt x="41529" y="18657"/>
                    </a:cubicBezTo>
                    <a:cubicBezTo>
                      <a:pt x="42184" y="18657"/>
                      <a:pt x="42815" y="18645"/>
                      <a:pt x="43470" y="18633"/>
                    </a:cubicBezTo>
                    <a:close/>
                    <a:moveTo>
                      <a:pt x="47792" y="18609"/>
                    </a:moveTo>
                    <a:lnTo>
                      <a:pt x="47792" y="18609"/>
                    </a:lnTo>
                    <a:cubicBezTo>
                      <a:pt x="47768" y="18633"/>
                      <a:pt x="47756" y="18681"/>
                      <a:pt x="47792" y="18716"/>
                    </a:cubicBezTo>
                    <a:cubicBezTo>
                      <a:pt x="48006" y="19026"/>
                      <a:pt x="48245" y="19312"/>
                      <a:pt x="48483" y="19597"/>
                    </a:cubicBezTo>
                    <a:cubicBezTo>
                      <a:pt x="48626" y="19764"/>
                      <a:pt x="48768" y="19943"/>
                      <a:pt x="48935" y="20109"/>
                    </a:cubicBezTo>
                    <a:cubicBezTo>
                      <a:pt x="48530" y="20193"/>
                      <a:pt x="48102" y="20240"/>
                      <a:pt x="47673" y="20264"/>
                    </a:cubicBezTo>
                    <a:cubicBezTo>
                      <a:pt x="47673" y="20252"/>
                      <a:pt x="47673" y="20240"/>
                      <a:pt x="47661" y="20240"/>
                    </a:cubicBezTo>
                    <a:cubicBezTo>
                      <a:pt x="47435" y="19895"/>
                      <a:pt x="47054" y="19645"/>
                      <a:pt x="46768" y="19347"/>
                    </a:cubicBezTo>
                    <a:cubicBezTo>
                      <a:pt x="46542" y="19109"/>
                      <a:pt x="46328" y="18871"/>
                      <a:pt x="46125" y="18621"/>
                    </a:cubicBezTo>
                    <a:lnTo>
                      <a:pt x="46125" y="18621"/>
                    </a:lnTo>
                    <a:cubicBezTo>
                      <a:pt x="46342" y="18626"/>
                      <a:pt x="46569" y="18629"/>
                      <a:pt x="46801" y="18629"/>
                    </a:cubicBezTo>
                    <a:cubicBezTo>
                      <a:pt x="47128" y="18629"/>
                      <a:pt x="47464" y="18623"/>
                      <a:pt x="47792" y="18609"/>
                    </a:cubicBezTo>
                    <a:close/>
                    <a:moveTo>
                      <a:pt x="23873" y="18764"/>
                    </a:moveTo>
                    <a:cubicBezTo>
                      <a:pt x="24444" y="19264"/>
                      <a:pt x="25039" y="19764"/>
                      <a:pt x="25623" y="20264"/>
                    </a:cubicBezTo>
                    <a:cubicBezTo>
                      <a:pt x="25123" y="20264"/>
                      <a:pt x="24623" y="20276"/>
                      <a:pt x="24134" y="20276"/>
                    </a:cubicBezTo>
                    <a:cubicBezTo>
                      <a:pt x="23873" y="20002"/>
                      <a:pt x="23539" y="19788"/>
                      <a:pt x="23253" y="19562"/>
                    </a:cubicBezTo>
                    <a:cubicBezTo>
                      <a:pt x="22908" y="19300"/>
                      <a:pt x="22563" y="19038"/>
                      <a:pt x="22218" y="18776"/>
                    </a:cubicBezTo>
                    <a:lnTo>
                      <a:pt x="22337" y="18776"/>
                    </a:lnTo>
                    <a:cubicBezTo>
                      <a:pt x="22849" y="18764"/>
                      <a:pt x="23361" y="18764"/>
                      <a:pt x="23873" y="18764"/>
                    </a:cubicBezTo>
                    <a:close/>
                    <a:moveTo>
                      <a:pt x="17574" y="18800"/>
                    </a:moveTo>
                    <a:cubicBezTo>
                      <a:pt x="17955" y="19085"/>
                      <a:pt x="18324" y="19395"/>
                      <a:pt x="18681" y="19716"/>
                    </a:cubicBezTo>
                    <a:cubicBezTo>
                      <a:pt x="18884" y="19895"/>
                      <a:pt x="19074" y="20097"/>
                      <a:pt x="19265" y="20288"/>
                    </a:cubicBezTo>
                    <a:lnTo>
                      <a:pt x="17741" y="20288"/>
                    </a:lnTo>
                    <a:cubicBezTo>
                      <a:pt x="17122" y="19824"/>
                      <a:pt x="16491" y="19395"/>
                      <a:pt x="15919" y="18847"/>
                    </a:cubicBezTo>
                    <a:cubicBezTo>
                      <a:pt x="15895" y="18835"/>
                      <a:pt x="15883" y="18823"/>
                      <a:pt x="15872" y="18812"/>
                    </a:cubicBezTo>
                    <a:cubicBezTo>
                      <a:pt x="16443" y="18812"/>
                      <a:pt x="17003" y="18812"/>
                      <a:pt x="17574" y="18800"/>
                    </a:cubicBezTo>
                    <a:close/>
                    <a:moveTo>
                      <a:pt x="21932" y="18776"/>
                    </a:moveTo>
                    <a:cubicBezTo>
                      <a:pt x="21884" y="18835"/>
                      <a:pt x="21884" y="18931"/>
                      <a:pt x="21944" y="18978"/>
                    </a:cubicBezTo>
                    <a:cubicBezTo>
                      <a:pt x="22313" y="19264"/>
                      <a:pt x="22670" y="19562"/>
                      <a:pt x="23039" y="19847"/>
                    </a:cubicBezTo>
                    <a:cubicBezTo>
                      <a:pt x="23218" y="19978"/>
                      <a:pt x="23384" y="20133"/>
                      <a:pt x="23563" y="20276"/>
                    </a:cubicBezTo>
                    <a:lnTo>
                      <a:pt x="21979" y="20276"/>
                    </a:lnTo>
                    <a:cubicBezTo>
                      <a:pt x="21741" y="20097"/>
                      <a:pt x="21467" y="19931"/>
                      <a:pt x="21229" y="19752"/>
                    </a:cubicBezTo>
                    <a:cubicBezTo>
                      <a:pt x="20848" y="19466"/>
                      <a:pt x="20467" y="19157"/>
                      <a:pt x="20098" y="18847"/>
                    </a:cubicBezTo>
                    <a:cubicBezTo>
                      <a:pt x="20074" y="18835"/>
                      <a:pt x="20051" y="18823"/>
                      <a:pt x="20027" y="18823"/>
                    </a:cubicBezTo>
                    <a:cubicBezTo>
                      <a:pt x="19943" y="18823"/>
                      <a:pt x="19872" y="18931"/>
                      <a:pt x="19955" y="19002"/>
                    </a:cubicBezTo>
                    <a:cubicBezTo>
                      <a:pt x="20301" y="19312"/>
                      <a:pt x="20658" y="19609"/>
                      <a:pt x="21027" y="19895"/>
                    </a:cubicBezTo>
                    <a:cubicBezTo>
                      <a:pt x="21182" y="20014"/>
                      <a:pt x="21336" y="20157"/>
                      <a:pt x="21491" y="20276"/>
                    </a:cubicBezTo>
                    <a:cubicBezTo>
                      <a:pt x="20908" y="20288"/>
                      <a:pt x="20313" y="20288"/>
                      <a:pt x="19729" y="20288"/>
                    </a:cubicBezTo>
                    <a:cubicBezTo>
                      <a:pt x="19265" y="19693"/>
                      <a:pt x="18586" y="19216"/>
                      <a:pt x="17943" y="18800"/>
                    </a:cubicBezTo>
                    <a:cubicBezTo>
                      <a:pt x="18634" y="18800"/>
                      <a:pt x="19336" y="18788"/>
                      <a:pt x="20027" y="18788"/>
                    </a:cubicBezTo>
                    <a:cubicBezTo>
                      <a:pt x="20670" y="18788"/>
                      <a:pt x="21301" y="18776"/>
                      <a:pt x="21932" y="18776"/>
                    </a:cubicBezTo>
                    <a:close/>
                    <a:moveTo>
                      <a:pt x="45117" y="18604"/>
                    </a:moveTo>
                    <a:cubicBezTo>
                      <a:pt x="45312" y="18604"/>
                      <a:pt x="45526" y="18609"/>
                      <a:pt x="45756" y="18609"/>
                    </a:cubicBezTo>
                    <a:cubicBezTo>
                      <a:pt x="45971" y="18943"/>
                      <a:pt x="46185" y="19276"/>
                      <a:pt x="46447" y="19574"/>
                    </a:cubicBezTo>
                    <a:cubicBezTo>
                      <a:pt x="46625" y="19812"/>
                      <a:pt x="46840" y="20074"/>
                      <a:pt x="47078" y="20288"/>
                    </a:cubicBezTo>
                    <a:cubicBezTo>
                      <a:pt x="46910" y="20291"/>
                      <a:pt x="46743" y="20293"/>
                      <a:pt x="46576" y="20293"/>
                    </a:cubicBezTo>
                    <a:cubicBezTo>
                      <a:pt x="46174" y="20293"/>
                      <a:pt x="45774" y="20284"/>
                      <a:pt x="45387" y="20276"/>
                    </a:cubicBezTo>
                    <a:cubicBezTo>
                      <a:pt x="45447" y="20216"/>
                      <a:pt x="45459" y="20133"/>
                      <a:pt x="45435" y="20062"/>
                    </a:cubicBezTo>
                    <a:cubicBezTo>
                      <a:pt x="45280" y="19693"/>
                      <a:pt x="44899" y="19395"/>
                      <a:pt x="44625" y="19133"/>
                    </a:cubicBezTo>
                    <a:cubicBezTo>
                      <a:pt x="44423" y="18954"/>
                      <a:pt x="44220" y="18788"/>
                      <a:pt x="44018" y="18621"/>
                    </a:cubicBezTo>
                    <a:cubicBezTo>
                      <a:pt x="44292" y="18621"/>
                      <a:pt x="44566" y="18609"/>
                      <a:pt x="44839" y="18609"/>
                    </a:cubicBezTo>
                    <a:cubicBezTo>
                      <a:pt x="44927" y="18605"/>
                      <a:pt x="45019" y="18604"/>
                      <a:pt x="45117" y="18604"/>
                    </a:cubicBezTo>
                    <a:close/>
                    <a:moveTo>
                      <a:pt x="15776" y="18812"/>
                    </a:moveTo>
                    <a:cubicBezTo>
                      <a:pt x="15693" y="18847"/>
                      <a:pt x="15633" y="18954"/>
                      <a:pt x="15717" y="19038"/>
                    </a:cubicBezTo>
                    <a:cubicBezTo>
                      <a:pt x="16157" y="19466"/>
                      <a:pt x="16622" y="19919"/>
                      <a:pt x="17110" y="20288"/>
                    </a:cubicBezTo>
                    <a:lnTo>
                      <a:pt x="16610" y="20288"/>
                    </a:lnTo>
                    <a:cubicBezTo>
                      <a:pt x="16181" y="20300"/>
                      <a:pt x="15741" y="20300"/>
                      <a:pt x="15300" y="20300"/>
                    </a:cubicBezTo>
                    <a:cubicBezTo>
                      <a:pt x="14705" y="19776"/>
                      <a:pt x="14038" y="19312"/>
                      <a:pt x="13419" y="18823"/>
                    </a:cubicBezTo>
                    <a:cubicBezTo>
                      <a:pt x="14205" y="18823"/>
                      <a:pt x="14990" y="18812"/>
                      <a:pt x="15776" y="18812"/>
                    </a:cubicBezTo>
                    <a:close/>
                    <a:moveTo>
                      <a:pt x="4168" y="18478"/>
                    </a:moveTo>
                    <a:cubicBezTo>
                      <a:pt x="4775" y="18573"/>
                      <a:pt x="5394" y="18621"/>
                      <a:pt x="5977" y="18657"/>
                    </a:cubicBezTo>
                    <a:cubicBezTo>
                      <a:pt x="6251" y="18954"/>
                      <a:pt x="6525" y="19240"/>
                      <a:pt x="6823" y="19514"/>
                    </a:cubicBezTo>
                    <a:cubicBezTo>
                      <a:pt x="7120" y="19788"/>
                      <a:pt x="7430" y="20133"/>
                      <a:pt x="7799" y="20312"/>
                    </a:cubicBezTo>
                    <a:cubicBezTo>
                      <a:pt x="7823" y="20324"/>
                      <a:pt x="7834" y="20324"/>
                      <a:pt x="7858" y="20324"/>
                    </a:cubicBezTo>
                    <a:lnTo>
                      <a:pt x="7858" y="20324"/>
                    </a:lnTo>
                    <a:cubicBezTo>
                      <a:pt x="7334" y="20324"/>
                      <a:pt x="6799" y="20300"/>
                      <a:pt x="6287" y="20240"/>
                    </a:cubicBezTo>
                    <a:cubicBezTo>
                      <a:pt x="6275" y="20228"/>
                      <a:pt x="6275" y="20228"/>
                      <a:pt x="6275" y="20216"/>
                    </a:cubicBezTo>
                    <a:cubicBezTo>
                      <a:pt x="5751" y="19526"/>
                      <a:pt x="4953" y="18966"/>
                      <a:pt x="4168" y="18478"/>
                    </a:cubicBezTo>
                    <a:close/>
                    <a:moveTo>
                      <a:pt x="10990" y="18812"/>
                    </a:moveTo>
                    <a:cubicBezTo>
                      <a:pt x="11692" y="18812"/>
                      <a:pt x="12395" y="18823"/>
                      <a:pt x="13109" y="18823"/>
                    </a:cubicBezTo>
                    <a:cubicBezTo>
                      <a:pt x="13085" y="18859"/>
                      <a:pt x="13085" y="18919"/>
                      <a:pt x="13145" y="18966"/>
                    </a:cubicBezTo>
                    <a:cubicBezTo>
                      <a:pt x="13681" y="19395"/>
                      <a:pt x="14205" y="19871"/>
                      <a:pt x="14752" y="20312"/>
                    </a:cubicBezTo>
                    <a:cubicBezTo>
                      <a:pt x="14121" y="20312"/>
                      <a:pt x="13478" y="20324"/>
                      <a:pt x="12847" y="20324"/>
                    </a:cubicBezTo>
                    <a:cubicBezTo>
                      <a:pt x="12502" y="20038"/>
                      <a:pt x="12109" y="19812"/>
                      <a:pt x="11764" y="19538"/>
                    </a:cubicBezTo>
                    <a:cubicBezTo>
                      <a:pt x="11490" y="19312"/>
                      <a:pt x="11240" y="19062"/>
                      <a:pt x="10990" y="18812"/>
                    </a:cubicBezTo>
                    <a:close/>
                    <a:moveTo>
                      <a:pt x="6335" y="18681"/>
                    </a:moveTo>
                    <a:lnTo>
                      <a:pt x="6335" y="18681"/>
                    </a:lnTo>
                    <a:cubicBezTo>
                      <a:pt x="6656" y="18692"/>
                      <a:pt x="6966" y="18704"/>
                      <a:pt x="7239" y="18716"/>
                    </a:cubicBezTo>
                    <a:cubicBezTo>
                      <a:pt x="7525" y="18728"/>
                      <a:pt x="7823" y="18740"/>
                      <a:pt x="8109" y="18740"/>
                    </a:cubicBezTo>
                    <a:cubicBezTo>
                      <a:pt x="8954" y="18764"/>
                      <a:pt x="9811" y="18788"/>
                      <a:pt x="10657" y="18800"/>
                    </a:cubicBezTo>
                    <a:cubicBezTo>
                      <a:pt x="10978" y="19133"/>
                      <a:pt x="11300" y="19466"/>
                      <a:pt x="11645" y="19764"/>
                    </a:cubicBezTo>
                    <a:cubicBezTo>
                      <a:pt x="11847" y="19955"/>
                      <a:pt x="12062" y="20145"/>
                      <a:pt x="12276" y="20324"/>
                    </a:cubicBezTo>
                    <a:cubicBezTo>
                      <a:pt x="11585" y="20336"/>
                      <a:pt x="10883" y="20347"/>
                      <a:pt x="10192" y="20347"/>
                    </a:cubicBezTo>
                    <a:cubicBezTo>
                      <a:pt x="9537" y="19824"/>
                      <a:pt x="8823" y="19371"/>
                      <a:pt x="8156" y="18859"/>
                    </a:cubicBezTo>
                    <a:cubicBezTo>
                      <a:pt x="8132" y="18859"/>
                      <a:pt x="8121" y="18847"/>
                      <a:pt x="8109" y="18847"/>
                    </a:cubicBezTo>
                    <a:cubicBezTo>
                      <a:pt x="8037" y="18847"/>
                      <a:pt x="8001" y="18954"/>
                      <a:pt x="8073" y="19002"/>
                    </a:cubicBezTo>
                    <a:cubicBezTo>
                      <a:pt x="8633" y="19443"/>
                      <a:pt x="9180" y="19907"/>
                      <a:pt x="9752" y="20347"/>
                    </a:cubicBezTo>
                    <a:cubicBezTo>
                      <a:pt x="9180" y="20336"/>
                      <a:pt x="8609" y="20336"/>
                      <a:pt x="8025" y="20336"/>
                    </a:cubicBezTo>
                    <a:cubicBezTo>
                      <a:pt x="7966" y="20336"/>
                      <a:pt x="7918" y="20336"/>
                      <a:pt x="7859" y="20324"/>
                    </a:cubicBezTo>
                    <a:cubicBezTo>
                      <a:pt x="7942" y="20324"/>
                      <a:pt x="7990" y="20216"/>
                      <a:pt x="7930" y="20145"/>
                    </a:cubicBezTo>
                    <a:cubicBezTo>
                      <a:pt x="7668" y="19812"/>
                      <a:pt x="7287" y="19550"/>
                      <a:pt x="6966" y="19264"/>
                    </a:cubicBezTo>
                    <a:cubicBezTo>
                      <a:pt x="6751" y="19073"/>
                      <a:pt x="6549" y="18871"/>
                      <a:pt x="6335" y="18681"/>
                    </a:cubicBezTo>
                    <a:close/>
                    <a:moveTo>
                      <a:pt x="30460" y="0"/>
                    </a:moveTo>
                    <a:cubicBezTo>
                      <a:pt x="25688" y="0"/>
                      <a:pt x="20917" y="125"/>
                      <a:pt x="16193" y="369"/>
                    </a:cubicBezTo>
                    <a:cubicBezTo>
                      <a:pt x="13312" y="524"/>
                      <a:pt x="10430" y="750"/>
                      <a:pt x="7561" y="1071"/>
                    </a:cubicBezTo>
                    <a:cubicBezTo>
                      <a:pt x="5787" y="1274"/>
                      <a:pt x="3822" y="1464"/>
                      <a:pt x="2322" y="2548"/>
                    </a:cubicBezTo>
                    <a:cubicBezTo>
                      <a:pt x="893" y="3572"/>
                      <a:pt x="465" y="5155"/>
                      <a:pt x="298" y="6846"/>
                    </a:cubicBezTo>
                    <a:cubicBezTo>
                      <a:pt x="36" y="9656"/>
                      <a:pt x="0" y="12549"/>
                      <a:pt x="322" y="15347"/>
                    </a:cubicBezTo>
                    <a:cubicBezTo>
                      <a:pt x="322" y="15418"/>
                      <a:pt x="358" y="15478"/>
                      <a:pt x="405" y="15525"/>
                    </a:cubicBezTo>
                    <a:cubicBezTo>
                      <a:pt x="429" y="16204"/>
                      <a:pt x="655" y="16728"/>
                      <a:pt x="1024" y="17133"/>
                    </a:cubicBezTo>
                    <a:cubicBezTo>
                      <a:pt x="1763" y="18431"/>
                      <a:pt x="2667" y="19597"/>
                      <a:pt x="4096" y="20216"/>
                    </a:cubicBezTo>
                    <a:cubicBezTo>
                      <a:pt x="5418" y="20779"/>
                      <a:pt x="6909" y="20880"/>
                      <a:pt x="8387" y="20880"/>
                    </a:cubicBezTo>
                    <a:cubicBezTo>
                      <a:pt x="9226" y="20880"/>
                      <a:pt x="10061" y="20848"/>
                      <a:pt x="10859" y="20848"/>
                    </a:cubicBezTo>
                    <a:cubicBezTo>
                      <a:pt x="16729" y="20848"/>
                      <a:pt x="22610" y="20836"/>
                      <a:pt x="28480" y="20812"/>
                    </a:cubicBezTo>
                    <a:cubicBezTo>
                      <a:pt x="30147" y="20812"/>
                      <a:pt x="31814" y="20812"/>
                      <a:pt x="33481" y="20800"/>
                    </a:cubicBezTo>
                    <a:cubicBezTo>
                      <a:pt x="33505" y="20836"/>
                      <a:pt x="33528" y="20859"/>
                      <a:pt x="33564" y="20895"/>
                    </a:cubicBezTo>
                    <a:cubicBezTo>
                      <a:pt x="33599" y="20934"/>
                      <a:pt x="33639" y="20950"/>
                      <a:pt x="33677" y="20950"/>
                    </a:cubicBezTo>
                    <a:cubicBezTo>
                      <a:pt x="33758" y="20950"/>
                      <a:pt x="33834" y="20880"/>
                      <a:pt x="33850" y="20800"/>
                    </a:cubicBezTo>
                    <a:cubicBezTo>
                      <a:pt x="37934" y="20788"/>
                      <a:pt x="42018" y="20776"/>
                      <a:pt x="46113" y="20776"/>
                    </a:cubicBezTo>
                    <a:cubicBezTo>
                      <a:pt x="46403" y="20778"/>
                      <a:pt x="46701" y="20782"/>
                      <a:pt x="47003" y="20782"/>
                    </a:cubicBezTo>
                    <a:cubicBezTo>
                      <a:pt x="48575" y="20782"/>
                      <a:pt x="50260" y="20680"/>
                      <a:pt x="51519" y="19681"/>
                    </a:cubicBezTo>
                    <a:cubicBezTo>
                      <a:pt x="53007" y="18490"/>
                      <a:pt x="53257" y="16323"/>
                      <a:pt x="53400" y="14549"/>
                    </a:cubicBezTo>
                    <a:cubicBezTo>
                      <a:pt x="53519" y="13025"/>
                      <a:pt x="53460" y="11489"/>
                      <a:pt x="53412" y="9953"/>
                    </a:cubicBezTo>
                    <a:cubicBezTo>
                      <a:pt x="53364" y="8310"/>
                      <a:pt x="53567" y="6679"/>
                      <a:pt x="53555" y="5036"/>
                    </a:cubicBezTo>
                    <a:cubicBezTo>
                      <a:pt x="53531" y="3119"/>
                      <a:pt x="51757" y="1821"/>
                      <a:pt x="50138" y="1167"/>
                    </a:cubicBezTo>
                    <a:cubicBezTo>
                      <a:pt x="50114" y="1143"/>
                      <a:pt x="50078" y="1143"/>
                      <a:pt x="50054" y="1143"/>
                    </a:cubicBezTo>
                    <a:cubicBezTo>
                      <a:pt x="48911" y="524"/>
                      <a:pt x="47435" y="536"/>
                      <a:pt x="46185" y="464"/>
                    </a:cubicBezTo>
                    <a:cubicBezTo>
                      <a:pt x="40979" y="152"/>
                      <a:pt x="35718" y="0"/>
                      <a:pt x="30460"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1" name="Google Shape;461;p19"/>
              <p:cNvSpPr/>
              <p:nvPr/>
            </p:nvSpPr>
            <p:spPr>
              <a:xfrm>
                <a:off x="2923099" y="1107719"/>
                <a:ext cx="1171115" cy="392644"/>
              </a:xfrm>
              <a:custGeom>
                <a:rect b="b" l="l" r="r" t="t"/>
                <a:pathLst>
                  <a:path extrusionOk="0" h="17341" w="51722">
                    <a:moveTo>
                      <a:pt x="27108" y="1"/>
                    </a:moveTo>
                    <a:cubicBezTo>
                      <a:pt x="22462" y="1"/>
                      <a:pt x="17818" y="105"/>
                      <a:pt x="13181" y="430"/>
                    </a:cubicBezTo>
                    <a:cubicBezTo>
                      <a:pt x="11193" y="561"/>
                      <a:pt x="9192" y="728"/>
                      <a:pt x="7204" y="954"/>
                    </a:cubicBezTo>
                    <a:cubicBezTo>
                      <a:pt x="5478" y="1168"/>
                      <a:pt x="3406" y="1335"/>
                      <a:pt x="2049" y="2561"/>
                    </a:cubicBezTo>
                    <a:cubicBezTo>
                      <a:pt x="453" y="4002"/>
                      <a:pt x="584" y="6585"/>
                      <a:pt x="513" y="8550"/>
                    </a:cubicBezTo>
                    <a:cubicBezTo>
                      <a:pt x="453" y="10288"/>
                      <a:pt x="489" y="12015"/>
                      <a:pt x="477" y="13753"/>
                    </a:cubicBezTo>
                    <a:cubicBezTo>
                      <a:pt x="560" y="13801"/>
                      <a:pt x="620" y="13896"/>
                      <a:pt x="596" y="14015"/>
                    </a:cubicBezTo>
                    <a:cubicBezTo>
                      <a:pt x="0" y="17168"/>
                      <a:pt x="4287" y="17273"/>
                      <a:pt x="6813" y="17273"/>
                    </a:cubicBezTo>
                    <a:cubicBezTo>
                      <a:pt x="6994" y="17273"/>
                      <a:pt x="7165" y="17273"/>
                      <a:pt x="7325" y="17273"/>
                    </a:cubicBezTo>
                    <a:cubicBezTo>
                      <a:pt x="7522" y="17273"/>
                      <a:pt x="7701" y="17274"/>
                      <a:pt x="7859" y="17277"/>
                    </a:cubicBezTo>
                    <a:cubicBezTo>
                      <a:pt x="9622" y="17323"/>
                      <a:pt x="11392" y="17341"/>
                      <a:pt x="13164" y="17341"/>
                    </a:cubicBezTo>
                    <a:cubicBezTo>
                      <a:pt x="13677" y="17341"/>
                      <a:pt x="14191" y="17339"/>
                      <a:pt x="14705" y="17337"/>
                    </a:cubicBezTo>
                    <a:cubicBezTo>
                      <a:pt x="19134" y="17325"/>
                      <a:pt x="23563" y="17289"/>
                      <a:pt x="27992" y="17265"/>
                    </a:cubicBezTo>
                    <a:cubicBezTo>
                      <a:pt x="32005" y="17230"/>
                      <a:pt x="36017" y="17218"/>
                      <a:pt x="40029" y="17194"/>
                    </a:cubicBezTo>
                    <a:cubicBezTo>
                      <a:pt x="41923" y="17170"/>
                      <a:pt x="43828" y="17182"/>
                      <a:pt x="45733" y="17087"/>
                    </a:cubicBezTo>
                    <a:cubicBezTo>
                      <a:pt x="46149" y="17063"/>
                      <a:pt x="46554" y="17039"/>
                      <a:pt x="46971" y="17003"/>
                    </a:cubicBezTo>
                    <a:cubicBezTo>
                      <a:pt x="48078" y="16908"/>
                      <a:pt x="48173" y="16920"/>
                      <a:pt x="49102" y="16134"/>
                    </a:cubicBezTo>
                    <a:cubicBezTo>
                      <a:pt x="50162" y="15229"/>
                      <a:pt x="49971" y="15491"/>
                      <a:pt x="49935" y="14336"/>
                    </a:cubicBezTo>
                    <a:cubicBezTo>
                      <a:pt x="49924" y="13896"/>
                      <a:pt x="49924" y="13467"/>
                      <a:pt x="49924" y="13039"/>
                    </a:cubicBezTo>
                    <a:cubicBezTo>
                      <a:pt x="49924" y="11276"/>
                      <a:pt x="50019" y="9514"/>
                      <a:pt x="50257" y="7764"/>
                    </a:cubicBezTo>
                    <a:cubicBezTo>
                      <a:pt x="50543" y="5669"/>
                      <a:pt x="51721" y="2287"/>
                      <a:pt x="49304" y="930"/>
                    </a:cubicBezTo>
                    <a:cubicBezTo>
                      <a:pt x="48221" y="323"/>
                      <a:pt x="46599" y="255"/>
                      <a:pt x="45113" y="255"/>
                    </a:cubicBezTo>
                    <a:cubicBezTo>
                      <a:pt x="44683" y="255"/>
                      <a:pt x="44264" y="261"/>
                      <a:pt x="43873" y="261"/>
                    </a:cubicBezTo>
                    <a:cubicBezTo>
                      <a:pt x="43627" y="261"/>
                      <a:pt x="43392" y="259"/>
                      <a:pt x="43173" y="251"/>
                    </a:cubicBezTo>
                    <a:cubicBezTo>
                      <a:pt x="41172" y="192"/>
                      <a:pt x="39172" y="156"/>
                      <a:pt x="37184" y="120"/>
                    </a:cubicBezTo>
                    <a:cubicBezTo>
                      <a:pt x="33827" y="55"/>
                      <a:pt x="30467" y="1"/>
                      <a:pt x="27108" y="1"/>
                    </a:cubicBezTo>
                    <a:close/>
                  </a:path>
                </a:pathLst>
              </a:custGeom>
              <a:solidFill>
                <a:srgbClr val="F4F4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El número de letras funcionales para un instrumento debe ser mínimo, no excediendo de cuatro.</a:t>
                </a:r>
                <a:endParaRPr b="0" i="0" sz="2000" u="none" cap="none" strike="noStrike">
                  <a:solidFill>
                    <a:srgbClr val="000000"/>
                  </a:solidFill>
                  <a:latin typeface="Times New Roman"/>
                  <a:ea typeface="Times New Roman"/>
                  <a:cs typeface="Times New Roman"/>
                  <a:sym typeface="Times New Roman"/>
                </a:endParaRPr>
              </a:p>
            </p:txBody>
          </p:sp>
          <p:sp>
            <p:nvSpPr>
              <p:cNvPr id="462" name="Google Shape;462;p19"/>
              <p:cNvSpPr/>
              <p:nvPr/>
            </p:nvSpPr>
            <p:spPr>
              <a:xfrm>
                <a:off x="3368443" y="1514254"/>
                <a:ext cx="80087" cy="33986"/>
              </a:xfrm>
              <a:custGeom>
                <a:rect b="b" l="l" r="r" t="t"/>
                <a:pathLst>
                  <a:path extrusionOk="0" h="1501" w="3537">
                    <a:moveTo>
                      <a:pt x="1906" y="1"/>
                    </a:moveTo>
                    <a:cubicBezTo>
                      <a:pt x="1275" y="1"/>
                      <a:pt x="644" y="13"/>
                      <a:pt x="1" y="13"/>
                    </a:cubicBezTo>
                    <a:lnTo>
                      <a:pt x="1" y="48"/>
                    </a:lnTo>
                    <a:cubicBezTo>
                      <a:pt x="25" y="48"/>
                      <a:pt x="48" y="60"/>
                      <a:pt x="72" y="72"/>
                    </a:cubicBezTo>
                    <a:cubicBezTo>
                      <a:pt x="441" y="382"/>
                      <a:pt x="822" y="691"/>
                      <a:pt x="1203" y="977"/>
                    </a:cubicBezTo>
                    <a:cubicBezTo>
                      <a:pt x="1441" y="1156"/>
                      <a:pt x="1715" y="1322"/>
                      <a:pt x="1953" y="1501"/>
                    </a:cubicBezTo>
                    <a:lnTo>
                      <a:pt x="3537" y="1501"/>
                    </a:lnTo>
                    <a:cubicBezTo>
                      <a:pt x="3358" y="1358"/>
                      <a:pt x="3192" y="1203"/>
                      <a:pt x="3013" y="1072"/>
                    </a:cubicBezTo>
                    <a:cubicBezTo>
                      <a:pt x="2644" y="787"/>
                      <a:pt x="2287" y="489"/>
                      <a:pt x="1918" y="203"/>
                    </a:cubicBezTo>
                    <a:cubicBezTo>
                      <a:pt x="1858" y="156"/>
                      <a:pt x="1858" y="60"/>
                      <a:pt x="190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3" name="Google Shape;463;p19"/>
              <p:cNvSpPr/>
              <p:nvPr/>
            </p:nvSpPr>
            <p:spPr>
              <a:xfrm>
                <a:off x="3321280" y="1514525"/>
                <a:ext cx="80358" cy="33986"/>
              </a:xfrm>
              <a:custGeom>
                <a:rect b="b" l="l" r="r" t="t"/>
                <a:pathLst>
                  <a:path extrusionOk="0" h="1501" w="3549">
                    <a:moveTo>
                      <a:pt x="2084" y="1"/>
                    </a:moveTo>
                    <a:cubicBezTo>
                      <a:pt x="1393" y="1"/>
                      <a:pt x="691" y="13"/>
                      <a:pt x="0" y="13"/>
                    </a:cubicBezTo>
                    <a:cubicBezTo>
                      <a:pt x="643" y="429"/>
                      <a:pt x="1322" y="906"/>
                      <a:pt x="1786" y="1501"/>
                    </a:cubicBezTo>
                    <a:cubicBezTo>
                      <a:pt x="2370" y="1501"/>
                      <a:pt x="2965" y="1501"/>
                      <a:pt x="3548" y="1489"/>
                    </a:cubicBezTo>
                    <a:cubicBezTo>
                      <a:pt x="3393" y="1370"/>
                      <a:pt x="3239" y="1227"/>
                      <a:pt x="3084" y="1108"/>
                    </a:cubicBezTo>
                    <a:cubicBezTo>
                      <a:pt x="2715" y="822"/>
                      <a:pt x="2358" y="525"/>
                      <a:pt x="2012" y="215"/>
                    </a:cubicBezTo>
                    <a:cubicBezTo>
                      <a:pt x="1929" y="144"/>
                      <a:pt x="2000" y="36"/>
                      <a:pt x="2084" y="36"/>
                    </a:cubicBezTo>
                    <a:lnTo>
                      <a:pt x="2084" y="1"/>
                    </a:ln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4" name="Google Shape;464;p19"/>
              <p:cNvSpPr/>
              <p:nvPr/>
            </p:nvSpPr>
            <p:spPr>
              <a:xfrm>
                <a:off x="3274366" y="1514797"/>
                <a:ext cx="76849" cy="33715"/>
              </a:xfrm>
              <a:custGeom>
                <a:rect b="b" l="l" r="r" t="t"/>
                <a:pathLst>
                  <a:path extrusionOk="0" h="1489" w="3394">
                    <a:moveTo>
                      <a:pt x="1691" y="1"/>
                    </a:moveTo>
                    <a:cubicBezTo>
                      <a:pt x="1132" y="13"/>
                      <a:pt x="560" y="13"/>
                      <a:pt x="1" y="13"/>
                    </a:cubicBezTo>
                    <a:cubicBezTo>
                      <a:pt x="12" y="24"/>
                      <a:pt x="24" y="36"/>
                      <a:pt x="48" y="48"/>
                    </a:cubicBezTo>
                    <a:cubicBezTo>
                      <a:pt x="620" y="596"/>
                      <a:pt x="1239" y="1025"/>
                      <a:pt x="1870" y="1489"/>
                    </a:cubicBezTo>
                    <a:lnTo>
                      <a:pt x="3394" y="1489"/>
                    </a:lnTo>
                    <a:cubicBezTo>
                      <a:pt x="3203" y="1298"/>
                      <a:pt x="3013" y="1096"/>
                      <a:pt x="2810" y="917"/>
                    </a:cubicBezTo>
                    <a:cubicBezTo>
                      <a:pt x="2453" y="596"/>
                      <a:pt x="2084" y="286"/>
                      <a:pt x="169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5" name="Google Shape;465;p19"/>
              <p:cNvSpPr/>
              <p:nvPr/>
            </p:nvSpPr>
            <p:spPr>
              <a:xfrm>
                <a:off x="3218825" y="1515069"/>
                <a:ext cx="83868" cy="33715"/>
              </a:xfrm>
              <a:custGeom>
                <a:rect b="b" l="l" r="r" t="t"/>
                <a:pathLst>
                  <a:path extrusionOk="0" h="1489" w="3704">
                    <a:moveTo>
                      <a:pt x="2358" y="1"/>
                    </a:moveTo>
                    <a:cubicBezTo>
                      <a:pt x="1572" y="1"/>
                      <a:pt x="787" y="12"/>
                      <a:pt x="1" y="12"/>
                    </a:cubicBezTo>
                    <a:cubicBezTo>
                      <a:pt x="620" y="501"/>
                      <a:pt x="1287" y="965"/>
                      <a:pt x="1882" y="1489"/>
                    </a:cubicBezTo>
                    <a:cubicBezTo>
                      <a:pt x="2323" y="1489"/>
                      <a:pt x="2763" y="1489"/>
                      <a:pt x="3192" y="1477"/>
                    </a:cubicBezTo>
                    <a:lnTo>
                      <a:pt x="3704" y="1477"/>
                    </a:lnTo>
                    <a:cubicBezTo>
                      <a:pt x="3204" y="1108"/>
                      <a:pt x="2739" y="655"/>
                      <a:pt x="2299" y="227"/>
                    </a:cubicBezTo>
                    <a:cubicBezTo>
                      <a:pt x="2215" y="143"/>
                      <a:pt x="2275" y="36"/>
                      <a:pt x="2358"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6" name="Google Shape;466;p19"/>
              <p:cNvSpPr/>
              <p:nvPr/>
            </p:nvSpPr>
            <p:spPr>
              <a:xfrm>
                <a:off x="3163828" y="1515069"/>
                <a:ext cx="85226" cy="34258"/>
              </a:xfrm>
              <a:custGeom>
                <a:rect b="b" l="l" r="r" t="t"/>
                <a:pathLst>
                  <a:path extrusionOk="0" h="1513" w="3764">
                    <a:moveTo>
                      <a:pt x="1" y="1"/>
                    </a:moveTo>
                    <a:cubicBezTo>
                      <a:pt x="251" y="251"/>
                      <a:pt x="501" y="501"/>
                      <a:pt x="787" y="727"/>
                    </a:cubicBezTo>
                    <a:cubicBezTo>
                      <a:pt x="1120" y="1001"/>
                      <a:pt x="1513" y="1227"/>
                      <a:pt x="1858" y="1513"/>
                    </a:cubicBezTo>
                    <a:cubicBezTo>
                      <a:pt x="2489" y="1513"/>
                      <a:pt x="3132" y="1501"/>
                      <a:pt x="3763" y="1501"/>
                    </a:cubicBezTo>
                    <a:cubicBezTo>
                      <a:pt x="3216" y="1060"/>
                      <a:pt x="2692" y="584"/>
                      <a:pt x="2156" y="155"/>
                    </a:cubicBezTo>
                    <a:cubicBezTo>
                      <a:pt x="2096" y="108"/>
                      <a:pt x="2096" y="48"/>
                      <a:pt x="2120" y="12"/>
                    </a:cubicBezTo>
                    <a:cubicBezTo>
                      <a:pt x="1406" y="12"/>
                      <a:pt x="703" y="1"/>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7" name="Google Shape;467;p19"/>
              <p:cNvSpPr/>
              <p:nvPr/>
            </p:nvSpPr>
            <p:spPr>
              <a:xfrm>
                <a:off x="3098597" y="1513461"/>
                <a:ext cx="94374" cy="36409"/>
              </a:xfrm>
              <a:custGeom>
                <a:rect b="b" l="l" r="r" t="t"/>
                <a:pathLst>
                  <a:path extrusionOk="0" h="1608" w="4168">
                    <a:moveTo>
                      <a:pt x="1" y="0"/>
                    </a:moveTo>
                    <a:lnTo>
                      <a:pt x="1" y="107"/>
                    </a:lnTo>
                    <a:cubicBezTo>
                      <a:pt x="13" y="107"/>
                      <a:pt x="24" y="119"/>
                      <a:pt x="48" y="119"/>
                    </a:cubicBezTo>
                    <a:cubicBezTo>
                      <a:pt x="715" y="619"/>
                      <a:pt x="1429" y="1084"/>
                      <a:pt x="2084" y="1607"/>
                    </a:cubicBezTo>
                    <a:cubicBezTo>
                      <a:pt x="2775" y="1607"/>
                      <a:pt x="3477" y="1596"/>
                      <a:pt x="4168" y="1584"/>
                    </a:cubicBezTo>
                    <a:cubicBezTo>
                      <a:pt x="3954" y="1405"/>
                      <a:pt x="3739" y="1215"/>
                      <a:pt x="3537" y="1024"/>
                    </a:cubicBezTo>
                    <a:cubicBezTo>
                      <a:pt x="3192" y="726"/>
                      <a:pt x="2870" y="405"/>
                      <a:pt x="2549" y="60"/>
                    </a:cubicBezTo>
                    <a:cubicBezTo>
                      <a:pt x="1703" y="48"/>
                      <a:pt x="846" y="24"/>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8" name="Google Shape;468;p19"/>
              <p:cNvSpPr/>
              <p:nvPr/>
            </p:nvSpPr>
            <p:spPr>
              <a:xfrm>
                <a:off x="3058430" y="1512103"/>
                <a:ext cx="77392" cy="37768"/>
              </a:xfrm>
              <a:custGeom>
                <a:rect b="b" l="l" r="r" t="t"/>
                <a:pathLst>
                  <a:path extrusionOk="0" h="1668" w="3418">
                    <a:moveTo>
                      <a:pt x="1" y="1"/>
                    </a:moveTo>
                    <a:lnTo>
                      <a:pt x="1" y="1"/>
                    </a:lnTo>
                    <a:cubicBezTo>
                      <a:pt x="215" y="191"/>
                      <a:pt x="417" y="393"/>
                      <a:pt x="632" y="584"/>
                    </a:cubicBezTo>
                    <a:cubicBezTo>
                      <a:pt x="953" y="870"/>
                      <a:pt x="1334" y="1132"/>
                      <a:pt x="1596" y="1465"/>
                    </a:cubicBezTo>
                    <a:cubicBezTo>
                      <a:pt x="1656" y="1536"/>
                      <a:pt x="1608" y="1644"/>
                      <a:pt x="1525" y="1644"/>
                    </a:cubicBezTo>
                    <a:cubicBezTo>
                      <a:pt x="1584" y="1656"/>
                      <a:pt x="1632" y="1656"/>
                      <a:pt x="1691" y="1656"/>
                    </a:cubicBezTo>
                    <a:cubicBezTo>
                      <a:pt x="2275" y="1656"/>
                      <a:pt x="2846" y="1656"/>
                      <a:pt x="3418" y="1667"/>
                    </a:cubicBezTo>
                    <a:cubicBezTo>
                      <a:pt x="2846" y="1227"/>
                      <a:pt x="2299" y="763"/>
                      <a:pt x="1739" y="322"/>
                    </a:cubicBezTo>
                    <a:cubicBezTo>
                      <a:pt x="1667" y="274"/>
                      <a:pt x="1703" y="167"/>
                      <a:pt x="1775" y="167"/>
                    </a:cubicBezTo>
                    <a:lnTo>
                      <a:pt x="1775" y="60"/>
                    </a:lnTo>
                    <a:cubicBezTo>
                      <a:pt x="1489" y="60"/>
                      <a:pt x="1191" y="48"/>
                      <a:pt x="905" y="36"/>
                    </a:cubicBezTo>
                    <a:cubicBezTo>
                      <a:pt x="632" y="24"/>
                      <a:pt x="322" y="12"/>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9" name="Google Shape;469;p19"/>
              <p:cNvSpPr/>
              <p:nvPr/>
            </p:nvSpPr>
            <p:spPr>
              <a:xfrm>
                <a:off x="3009365" y="1507529"/>
                <a:ext cx="83596" cy="41798"/>
              </a:xfrm>
              <a:custGeom>
                <a:rect b="b" l="l" r="r" t="t"/>
                <a:pathLst>
                  <a:path extrusionOk="0" h="1846" w="3692">
                    <a:moveTo>
                      <a:pt x="1" y="0"/>
                    </a:moveTo>
                    <a:lnTo>
                      <a:pt x="1" y="0"/>
                    </a:lnTo>
                    <a:cubicBezTo>
                      <a:pt x="786" y="488"/>
                      <a:pt x="1584" y="1048"/>
                      <a:pt x="2108" y="1738"/>
                    </a:cubicBezTo>
                    <a:cubicBezTo>
                      <a:pt x="2108" y="1750"/>
                      <a:pt x="2108" y="1750"/>
                      <a:pt x="2120" y="1762"/>
                    </a:cubicBezTo>
                    <a:cubicBezTo>
                      <a:pt x="2632" y="1810"/>
                      <a:pt x="3167" y="1846"/>
                      <a:pt x="3690" y="1846"/>
                    </a:cubicBezTo>
                    <a:lnTo>
                      <a:pt x="3690" y="1846"/>
                    </a:lnTo>
                    <a:cubicBezTo>
                      <a:pt x="3667" y="1846"/>
                      <a:pt x="3655" y="1845"/>
                      <a:pt x="3632" y="1834"/>
                    </a:cubicBezTo>
                    <a:cubicBezTo>
                      <a:pt x="3263" y="1655"/>
                      <a:pt x="2953" y="1310"/>
                      <a:pt x="2656" y="1036"/>
                    </a:cubicBezTo>
                    <a:cubicBezTo>
                      <a:pt x="2358" y="762"/>
                      <a:pt x="2084" y="476"/>
                      <a:pt x="1810" y="179"/>
                    </a:cubicBezTo>
                    <a:cubicBezTo>
                      <a:pt x="1227" y="143"/>
                      <a:pt x="608" y="95"/>
                      <a:pt x="1" y="0"/>
                    </a:cubicBezTo>
                    <a:close/>
                    <a:moveTo>
                      <a:pt x="3690" y="1846"/>
                    </a:moveTo>
                    <a:cubicBezTo>
                      <a:pt x="3691" y="1846"/>
                      <a:pt x="3691" y="1846"/>
                      <a:pt x="3692" y="1846"/>
                    </a:cubicBezTo>
                    <a:cubicBezTo>
                      <a:pt x="3691" y="1846"/>
                      <a:pt x="3691" y="1846"/>
                      <a:pt x="3690" y="1846"/>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0" name="Google Shape;470;p19"/>
              <p:cNvSpPr/>
              <p:nvPr/>
            </p:nvSpPr>
            <p:spPr>
              <a:xfrm>
                <a:off x="2958149" y="1492155"/>
                <a:ext cx="86562" cy="53391"/>
              </a:xfrm>
              <a:custGeom>
                <a:rect b="b" l="l" r="r" t="t"/>
                <a:pathLst>
                  <a:path extrusionOk="0" h="2358" w="3823">
                    <a:moveTo>
                      <a:pt x="0" y="1"/>
                    </a:moveTo>
                    <a:lnTo>
                      <a:pt x="0" y="1"/>
                    </a:lnTo>
                    <a:cubicBezTo>
                      <a:pt x="524" y="691"/>
                      <a:pt x="1132" y="1310"/>
                      <a:pt x="1917" y="1739"/>
                    </a:cubicBezTo>
                    <a:cubicBezTo>
                      <a:pt x="2513" y="2060"/>
                      <a:pt x="3168" y="2239"/>
                      <a:pt x="3822" y="2358"/>
                    </a:cubicBezTo>
                    <a:cubicBezTo>
                      <a:pt x="3513" y="2108"/>
                      <a:pt x="3227" y="1810"/>
                      <a:pt x="2918" y="1560"/>
                    </a:cubicBezTo>
                    <a:cubicBezTo>
                      <a:pt x="2489" y="1215"/>
                      <a:pt x="2048" y="882"/>
                      <a:pt x="1596" y="560"/>
                    </a:cubicBezTo>
                    <a:cubicBezTo>
                      <a:pt x="1024" y="429"/>
                      <a:pt x="465" y="251"/>
                      <a:pt x="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471" name="Google Shape;471;p19"/>
          <p:cNvGrpSpPr/>
          <p:nvPr/>
        </p:nvGrpSpPr>
        <p:grpSpPr>
          <a:xfrm>
            <a:off x="6776611" y="2578977"/>
            <a:ext cx="3957679" cy="2829373"/>
            <a:chOff x="6776611" y="2578977"/>
            <a:chExt cx="3957679" cy="2829373"/>
          </a:xfrm>
        </p:grpSpPr>
        <p:sp>
          <p:nvSpPr>
            <p:cNvPr id="472" name="Google Shape;472;p19"/>
            <p:cNvSpPr/>
            <p:nvPr/>
          </p:nvSpPr>
          <p:spPr>
            <a:xfrm flipH="1">
              <a:off x="6776611" y="2691429"/>
              <a:ext cx="2697251" cy="2716921"/>
            </a:xfrm>
            <a:custGeom>
              <a:rect b="b" l="l" r="r" t="t"/>
              <a:pathLst>
                <a:path extrusionOk="0" h="29912" w="22080">
                  <a:moveTo>
                    <a:pt x="10278" y="1"/>
                  </a:moveTo>
                  <a:cubicBezTo>
                    <a:pt x="6932" y="1"/>
                    <a:pt x="3620" y="324"/>
                    <a:pt x="315" y="987"/>
                  </a:cubicBezTo>
                  <a:cubicBezTo>
                    <a:pt x="0" y="1045"/>
                    <a:pt x="61" y="1548"/>
                    <a:pt x="365" y="1548"/>
                  </a:cubicBezTo>
                  <a:cubicBezTo>
                    <a:pt x="372" y="1548"/>
                    <a:pt x="379" y="1547"/>
                    <a:pt x="386" y="1547"/>
                  </a:cubicBezTo>
                  <a:cubicBezTo>
                    <a:pt x="3232" y="1367"/>
                    <a:pt x="6091" y="1262"/>
                    <a:pt x="8944" y="1262"/>
                  </a:cubicBezTo>
                  <a:cubicBezTo>
                    <a:pt x="9874" y="1262"/>
                    <a:pt x="10804" y="1273"/>
                    <a:pt x="11733" y="1297"/>
                  </a:cubicBezTo>
                  <a:cubicBezTo>
                    <a:pt x="13638" y="1344"/>
                    <a:pt x="15531" y="1463"/>
                    <a:pt x="17412" y="1666"/>
                  </a:cubicBezTo>
                  <a:cubicBezTo>
                    <a:pt x="18591" y="1797"/>
                    <a:pt x="19996" y="1892"/>
                    <a:pt x="20317" y="3249"/>
                  </a:cubicBezTo>
                  <a:cubicBezTo>
                    <a:pt x="20531" y="4190"/>
                    <a:pt x="20353" y="5393"/>
                    <a:pt x="20353" y="6345"/>
                  </a:cubicBezTo>
                  <a:cubicBezTo>
                    <a:pt x="20412" y="13977"/>
                    <a:pt x="20412" y="21633"/>
                    <a:pt x="20698" y="29265"/>
                  </a:cubicBezTo>
                  <a:cubicBezTo>
                    <a:pt x="20716" y="29695"/>
                    <a:pt x="21058" y="29912"/>
                    <a:pt x="21394" y="29912"/>
                  </a:cubicBezTo>
                  <a:cubicBezTo>
                    <a:pt x="21727" y="29912"/>
                    <a:pt x="22055" y="29698"/>
                    <a:pt x="22055" y="29265"/>
                  </a:cubicBezTo>
                  <a:cubicBezTo>
                    <a:pt x="22079" y="24764"/>
                    <a:pt x="21912" y="20275"/>
                    <a:pt x="21841" y="15775"/>
                  </a:cubicBezTo>
                  <a:cubicBezTo>
                    <a:pt x="21793" y="13536"/>
                    <a:pt x="21758" y="11286"/>
                    <a:pt x="21722" y="9036"/>
                  </a:cubicBezTo>
                  <a:cubicBezTo>
                    <a:pt x="21674" y="7036"/>
                    <a:pt x="21924" y="4738"/>
                    <a:pt x="21496" y="2773"/>
                  </a:cubicBezTo>
                  <a:cubicBezTo>
                    <a:pt x="21246" y="1583"/>
                    <a:pt x="20388" y="975"/>
                    <a:pt x="19234" y="701"/>
                  </a:cubicBezTo>
                  <a:cubicBezTo>
                    <a:pt x="17364" y="261"/>
                    <a:pt x="15316" y="201"/>
                    <a:pt x="13411" y="94"/>
                  </a:cubicBezTo>
                  <a:cubicBezTo>
                    <a:pt x="12363" y="32"/>
                    <a:pt x="11319" y="1"/>
                    <a:pt x="10278" y="1"/>
                  </a:cubicBezTo>
                  <a:close/>
                </a:path>
              </a:pathLst>
            </a:custGeom>
            <a:solidFill>
              <a:srgbClr val="92D0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73" name="Google Shape;473;p19"/>
            <p:cNvGrpSpPr/>
            <p:nvPr/>
          </p:nvGrpSpPr>
          <p:grpSpPr>
            <a:xfrm flipH="1">
              <a:off x="7788268" y="2578977"/>
              <a:ext cx="2946022" cy="859139"/>
              <a:chOff x="2915016" y="1089153"/>
              <a:chExt cx="1212891" cy="474360"/>
            </a:xfrm>
          </p:grpSpPr>
          <p:sp>
            <p:nvSpPr>
              <p:cNvPr id="474" name="Google Shape;474;p19"/>
              <p:cNvSpPr/>
              <p:nvPr/>
            </p:nvSpPr>
            <p:spPr>
              <a:xfrm>
                <a:off x="4077452" y="1144399"/>
                <a:ext cx="30749" cy="46394"/>
              </a:xfrm>
              <a:custGeom>
                <a:rect b="b" l="l" r="r" t="t"/>
                <a:pathLst>
                  <a:path extrusionOk="0" h="2049" w="1358">
                    <a:moveTo>
                      <a:pt x="0" y="0"/>
                    </a:moveTo>
                    <a:lnTo>
                      <a:pt x="0" y="0"/>
                    </a:lnTo>
                    <a:cubicBezTo>
                      <a:pt x="226" y="417"/>
                      <a:pt x="369" y="870"/>
                      <a:pt x="441" y="1334"/>
                    </a:cubicBezTo>
                    <a:cubicBezTo>
                      <a:pt x="762" y="1548"/>
                      <a:pt x="1072" y="1786"/>
                      <a:pt x="1358" y="2048"/>
                    </a:cubicBezTo>
                    <a:cubicBezTo>
                      <a:pt x="1131" y="1215"/>
                      <a:pt x="655" y="548"/>
                      <a:pt x="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5" name="Google Shape;475;p19"/>
              <p:cNvSpPr/>
              <p:nvPr/>
            </p:nvSpPr>
            <p:spPr>
              <a:xfrm>
                <a:off x="4087958" y="1185652"/>
                <a:ext cx="24024" cy="53391"/>
              </a:xfrm>
              <a:custGeom>
                <a:rect b="b" l="l" r="r" t="t"/>
                <a:pathLst>
                  <a:path extrusionOk="0" h="2358" w="1061">
                    <a:moveTo>
                      <a:pt x="36" y="0"/>
                    </a:moveTo>
                    <a:lnTo>
                      <a:pt x="36" y="0"/>
                    </a:lnTo>
                    <a:cubicBezTo>
                      <a:pt x="72" y="524"/>
                      <a:pt x="48" y="1048"/>
                      <a:pt x="1" y="1560"/>
                    </a:cubicBezTo>
                    <a:cubicBezTo>
                      <a:pt x="358" y="1786"/>
                      <a:pt x="739" y="2048"/>
                      <a:pt x="1048" y="2358"/>
                    </a:cubicBezTo>
                    <a:cubicBezTo>
                      <a:pt x="1048" y="2048"/>
                      <a:pt x="1060" y="1738"/>
                      <a:pt x="1060" y="1429"/>
                    </a:cubicBezTo>
                    <a:cubicBezTo>
                      <a:pt x="1060" y="1262"/>
                      <a:pt x="1048" y="1119"/>
                      <a:pt x="1036" y="965"/>
                    </a:cubicBezTo>
                    <a:cubicBezTo>
                      <a:pt x="715" y="631"/>
                      <a:pt x="393" y="298"/>
                      <a:pt x="36"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6" name="Google Shape;476;p19"/>
              <p:cNvSpPr/>
              <p:nvPr/>
            </p:nvSpPr>
            <p:spPr>
              <a:xfrm>
                <a:off x="4081211" y="1228514"/>
                <a:ext cx="30228" cy="59323"/>
              </a:xfrm>
              <a:custGeom>
                <a:rect b="b" l="l" r="r" t="t"/>
                <a:pathLst>
                  <a:path extrusionOk="0" h="2620" w="1335">
                    <a:moveTo>
                      <a:pt x="251" y="0"/>
                    </a:moveTo>
                    <a:cubicBezTo>
                      <a:pt x="251" y="12"/>
                      <a:pt x="251" y="24"/>
                      <a:pt x="251" y="36"/>
                    </a:cubicBezTo>
                    <a:cubicBezTo>
                      <a:pt x="168" y="631"/>
                      <a:pt x="84" y="1227"/>
                      <a:pt x="1" y="1822"/>
                    </a:cubicBezTo>
                    <a:cubicBezTo>
                      <a:pt x="10" y="1757"/>
                      <a:pt x="70" y="1699"/>
                      <a:pt x="130" y="1699"/>
                    </a:cubicBezTo>
                    <a:cubicBezTo>
                      <a:pt x="147" y="1699"/>
                      <a:pt x="164" y="1704"/>
                      <a:pt x="180" y="1715"/>
                    </a:cubicBezTo>
                    <a:cubicBezTo>
                      <a:pt x="441" y="1893"/>
                      <a:pt x="691" y="2084"/>
                      <a:pt x="930" y="2286"/>
                    </a:cubicBezTo>
                    <a:cubicBezTo>
                      <a:pt x="1049" y="2393"/>
                      <a:pt x="1192" y="2501"/>
                      <a:pt x="1311" y="2620"/>
                    </a:cubicBezTo>
                    <a:cubicBezTo>
                      <a:pt x="1323" y="2060"/>
                      <a:pt x="1323" y="1512"/>
                      <a:pt x="1334" y="953"/>
                    </a:cubicBezTo>
                    <a:cubicBezTo>
                      <a:pt x="1108" y="762"/>
                      <a:pt x="906" y="536"/>
                      <a:pt x="680" y="346"/>
                    </a:cubicBezTo>
                    <a:cubicBezTo>
                      <a:pt x="549" y="226"/>
                      <a:pt x="406" y="107"/>
                      <a:pt x="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7" name="Google Shape;477;p19"/>
              <p:cNvSpPr/>
              <p:nvPr/>
            </p:nvSpPr>
            <p:spPr>
              <a:xfrm>
                <a:off x="4075822" y="1270016"/>
                <a:ext cx="36953" cy="76328"/>
              </a:xfrm>
              <a:custGeom>
                <a:rect b="b" l="l" r="r" t="t"/>
                <a:pathLst>
                  <a:path extrusionOk="0" h="3371" w="1632">
                    <a:moveTo>
                      <a:pt x="239" y="1"/>
                    </a:moveTo>
                    <a:cubicBezTo>
                      <a:pt x="156" y="608"/>
                      <a:pt x="72" y="1227"/>
                      <a:pt x="1" y="1846"/>
                    </a:cubicBezTo>
                    <a:cubicBezTo>
                      <a:pt x="298" y="2096"/>
                      <a:pt x="584" y="2382"/>
                      <a:pt x="870" y="2644"/>
                    </a:cubicBezTo>
                    <a:cubicBezTo>
                      <a:pt x="1120" y="2882"/>
                      <a:pt x="1394" y="3120"/>
                      <a:pt x="1632" y="3370"/>
                    </a:cubicBezTo>
                    <a:cubicBezTo>
                      <a:pt x="1608" y="2763"/>
                      <a:pt x="1572" y="2180"/>
                      <a:pt x="1561" y="1644"/>
                    </a:cubicBezTo>
                    <a:cubicBezTo>
                      <a:pt x="1561" y="1525"/>
                      <a:pt x="1561" y="1418"/>
                      <a:pt x="1561" y="1310"/>
                    </a:cubicBezTo>
                    <a:cubicBezTo>
                      <a:pt x="1346" y="1132"/>
                      <a:pt x="1168" y="906"/>
                      <a:pt x="989" y="715"/>
                    </a:cubicBezTo>
                    <a:cubicBezTo>
                      <a:pt x="763" y="489"/>
                      <a:pt x="525" y="275"/>
                      <a:pt x="275" y="72"/>
                    </a:cubicBezTo>
                    <a:cubicBezTo>
                      <a:pt x="251" y="48"/>
                      <a:pt x="239" y="25"/>
                      <a:pt x="23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8" name="Google Shape;478;p19"/>
              <p:cNvSpPr/>
              <p:nvPr/>
            </p:nvSpPr>
            <p:spPr>
              <a:xfrm>
                <a:off x="4070976" y="1319624"/>
                <a:ext cx="43428" cy="81988"/>
              </a:xfrm>
              <a:custGeom>
                <a:rect b="b" l="l" r="r" t="t"/>
                <a:pathLst>
                  <a:path extrusionOk="0" h="3621" w="1918">
                    <a:moveTo>
                      <a:pt x="167" y="1"/>
                    </a:moveTo>
                    <a:cubicBezTo>
                      <a:pt x="96" y="596"/>
                      <a:pt x="36" y="1191"/>
                      <a:pt x="0" y="1786"/>
                    </a:cubicBezTo>
                    <a:cubicBezTo>
                      <a:pt x="655" y="2358"/>
                      <a:pt x="1310" y="2977"/>
                      <a:pt x="1905" y="3620"/>
                    </a:cubicBezTo>
                    <a:cubicBezTo>
                      <a:pt x="1917" y="2953"/>
                      <a:pt x="1894" y="2287"/>
                      <a:pt x="1870" y="1632"/>
                    </a:cubicBezTo>
                    <a:cubicBezTo>
                      <a:pt x="1822" y="1632"/>
                      <a:pt x="1786" y="1620"/>
                      <a:pt x="1751" y="1584"/>
                    </a:cubicBezTo>
                    <a:cubicBezTo>
                      <a:pt x="1417" y="1322"/>
                      <a:pt x="1143" y="1001"/>
                      <a:pt x="846" y="691"/>
                    </a:cubicBezTo>
                    <a:cubicBezTo>
                      <a:pt x="620" y="465"/>
                      <a:pt x="393" y="239"/>
                      <a:pt x="167"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9" name="Google Shape;479;p19"/>
              <p:cNvSpPr/>
              <p:nvPr/>
            </p:nvSpPr>
            <p:spPr>
              <a:xfrm>
                <a:off x="4069369" y="1369776"/>
                <a:ext cx="44221" cy="78456"/>
              </a:xfrm>
              <a:custGeom>
                <a:rect b="b" l="l" r="r" t="t"/>
                <a:pathLst>
                  <a:path extrusionOk="0" h="3465" w="1953">
                    <a:moveTo>
                      <a:pt x="48" y="0"/>
                    </a:moveTo>
                    <a:cubicBezTo>
                      <a:pt x="12" y="488"/>
                      <a:pt x="0" y="976"/>
                      <a:pt x="0" y="1465"/>
                    </a:cubicBezTo>
                    <a:cubicBezTo>
                      <a:pt x="0" y="1500"/>
                      <a:pt x="0" y="1548"/>
                      <a:pt x="0" y="1584"/>
                    </a:cubicBezTo>
                    <a:cubicBezTo>
                      <a:pt x="0" y="1596"/>
                      <a:pt x="12" y="1596"/>
                      <a:pt x="12" y="1596"/>
                    </a:cubicBezTo>
                    <a:cubicBezTo>
                      <a:pt x="381" y="1929"/>
                      <a:pt x="679" y="2334"/>
                      <a:pt x="1024" y="2691"/>
                    </a:cubicBezTo>
                    <a:cubicBezTo>
                      <a:pt x="1274" y="2953"/>
                      <a:pt x="1548" y="3203"/>
                      <a:pt x="1798" y="3465"/>
                    </a:cubicBezTo>
                    <a:cubicBezTo>
                      <a:pt x="1881" y="2977"/>
                      <a:pt x="1929" y="2477"/>
                      <a:pt x="1953" y="1977"/>
                    </a:cubicBezTo>
                    <a:cubicBezTo>
                      <a:pt x="1274" y="1405"/>
                      <a:pt x="619" y="714"/>
                      <a:pt x="48"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0" name="Google Shape;480;p19"/>
              <p:cNvSpPr/>
              <p:nvPr/>
            </p:nvSpPr>
            <p:spPr>
              <a:xfrm>
                <a:off x="4070161" y="1418026"/>
                <a:ext cx="37768" cy="77392"/>
              </a:xfrm>
              <a:custGeom>
                <a:rect b="b" l="l" r="r" t="t"/>
                <a:pathLst>
                  <a:path extrusionOk="0" h="3418" w="1668">
                    <a:moveTo>
                      <a:pt x="1" y="0"/>
                    </a:moveTo>
                    <a:lnTo>
                      <a:pt x="1" y="0"/>
                    </a:lnTo>
                    <a:cubicBezTo>
                      <a:pt x="48" y="691"/>
                      <a:pt x="144" y="1500"/>
                      <a:pt x="13" y="2203"/>
                    </a:cubicBezTo>
                    <a:cubicBezTo>
                      <a:pt x="406" y="2536"/>
                      <a:pt x="858" y="2953"/>
                      <a:pt x="1120" y="3417"/>
                    </a:cubicBezTo>
                    <a:cubicBezTo>
                      <a:pt x="1370" y="2929"/>
                      <a:pt x="1549" y="2382"/>
                      <a:pt x="1668" y="1822"/>
                    </a:cubicBezTo>
                    <a:cubicBezTo>
                      <a:pt x="1322" y="1536"/>
                      <a:pt x="1013" y="1179"/>
                      <a:pt x="703" y="834"/>
                    </a:cubicBezTo>
                    <a:cubicBezTo>
                      <a:pt x="465" y="572"/>
                      <a:pt x="215" y="298"/>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1" name="Google Shape;481;p19"/>
              <p:cNvSpPr/>
              <p:nvPr/>
            </p:nvSpPr>
            <p:spPr>
              <a:xfrm>
                <a:off x="4047791" y="1476510"/>
                <a:ext cx="42070" cy="49632"/>
              </a:xfrm>
              <a:custGeom>
                <a:rect b="b" l="l" r="r" t="t"/>
                <a:pathLst>
                  <a:path extrusionOk="0" h="2192" w="1858">
                    <a:moveTo>
                      <a:pt x="905" y="1"/>
                    </a:moveTo>
                    <a:cubicBezTo>
                      <a:pt x="810" y="299"/>
                      <a:pt x="643" y="572"/>
                      <a:pt x="405" y="775"/>
                    </a:cubicBezTo>
                    <a:cubicBezTo>
                      <a:pt x="286" y="870"/>
                      <a:pt x="155" y="953"/>
                      <a:pt x="1" y="1037"/>
                    </a:cubicBezTo>
                    <a:cubicBezTo>
                      <a:pt x="132" y="1168"/>
                      <a:pt x="262" y="1299"/>
                      <a:pt x="393" y="1442"/>
                    </a:cubicBezTo>
                    <a:cubicBezTo>
                      <a:pt x="584" y="1644"/>
                      <a:pt x="846" y="1846"/>
                      <a:pt x="965" y="2108"/>
                    </a:cubicBezTo>
                    <a:cubicBezTo>
                      <a:pt x="977" y="2132"/>
                      <a:pt x="977" y="2168"/>
                      <a:pt x="977" y="2192"/>
                    </a:cubicBezTo>
                    <a:cubicBezTo>
                      <a:pt x="1310" y="1965"/>
                      <a:pt x="1596" y="1680"/>
                      <a:pt x="1822" y="1323"/>
                    </a:cubicBezTo>
                    <a:cubicBezTo>
                      <a:pt x="1834" y="1311"/>
                      <a:pt x="1846" y="1299"/>
                      <a:pt x="1858" y="1275"/>
                    </a:cubicBezTo>
                    <a:cubicBezTo>
                      <a:pt x="1667" y="1049"/>
                      <a:pt x="1548" y="787"/>
                      <a:pt x="1370" y="549"/>
                    </a:cubicBezTo>
                    <a:cubicBezTo>
                      <a:pt x="1227" y="346"/>
                      <a:pt x="1072" y="168"/>
                      <a:pt x="905"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2" name="Google Shape;482;p19"/>
              <p:cNvSpPr/>
              <p:nvPr/>
            </p:nvSpPr>
            <p:spPr>
              <a:xfrm>
                <a:off x="4000877" y="1503204"/>
                <a:ext cx="63105" cy="39126"/>
              </a:xfrm>
              <a:custGeom>
                <a:rect b="b" l="l" r="r" t="t"/>
                <a:pathLst>
                  <a:path extrusionOk="0" h="1728" w="2787">
                    <a:moveTo>
                      <a:pt x="1751" y="1"/>
                    </a:moveTo>
                    <a:cubicBezTo>
                      <a:pt x="1251" y="179"/>
                      <a:pt x="632" y="263"/>
                      <a:pt x="1" y="310"/>
                    </a:cubicBezTo>
                    <a:cubicBezTo>
                      <a:pt x="251" y="596"/>
                      <a:pt x="501" y="882"/>
                      <a:pt x="775" y="1156"/>
                    </a:cubicBezTo>
                    <a:cubicBezTo>
                      <a:pt x="965" y="1346"/>
                      <a:pt x="1203" y="1525"/>
                      <a:pt x="1406" y="1727"/>
                    </a:cubicBezTo>
                    <a:cubicBezTo>
                      <a:pt x="1906" y="1608"/>
                      <a:pt x="2370" y="1429"/>
                      <a:pt x="2787" y="1191"/>
                    </a:cubicBezTo>
                    <a:lnTo>
                      <a:pt x="2775" y="1191"/>
                    </a:lnTo>
                    <a:cubicBezTo>
                      <a:pt x="2537" y="1037"/>
                      <a:pt x="2358" y="763"/>
                      <a:pt x="2192" y="536"/>
                    </a:cubicBezTo>
                    <a:cubicBezTo>
                      <a:pt x="2037" y="358"/>
                      <a:pt x="1894" y="179"/>
                      <a:pt x="175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3" name="Google Shape;483;p19"/>
              <p:cNvSpPr/>
              <p:nvPr/>
            </p:nvSpPr>
            <p:spPr>
              <a:xfrm>
                <a:off x="3959374" y="1510495"/>
                <a:ext cx="63648" cy="37496"/>
              </a:xfrm>
              <a:custGeom>
                <a:rect b="b" l="l" r="r" t="t"/>
                <a:pathLst>
                  <a:path extrusionOk="0" h="1656" w="2811">
                    <a:moveTo>
                      <a:pt x="1667" y="0"/>
                    </a:moveTo>
                    <a:cubicBezTo>
                      <a:pt x="1339" y="14"/>
                      <a:pt x="1003" y="20"/>
                      <a:pt x="676" y="20"/>
                    </a:cubicBezTo>
                    <a:cubicBezTo>
                      <a:pt x="444" y="20"/>
                      <a:pt x="217" y="17"/>
                      <a:pt x="0" y="12"/>
                    </a:cubicBezTo>
                    <a:lnTo>
                      <a:pt x="0" y="12"/>
                    </a:lnTo>
                    <a:cubicBezTo>
                      <a:pt x="203" y="262"/>
                      <a:pt x="417" y="500"/>
                      <a:pt x="643" y="738"/>
                    </a:cubicBezTo>
                    <a:cubicBezTo>
                      <a:pt x="929" y="1036"/>
                      <a:pt x="1310" y="1286"/>
                      <a:pt x="1536" y="1631"/>
                    </a:cubicBezTo>
                    <a:cubicBezTo>
                      <a:pt x="1548" y="1631"/>
                      <a:pt x="1548" y="1643"/>
                      <a:pt x="1548" y="1655"/>
                    </a:cubicBezTo>
                    <a:cubicBezTo>
                      <a:pt x="1977" y="1631"/>
                      <a:pt x="2405" y="1584"/>
                      <a:pt x="2810" y="1500"/>
                    </a:cubicBezTo>
                    <a:cubicBezTo>
                      <a:pt x="2643" y="1334"/>
                      <a:pt x="2501" y="1155"/>
                      <a:pt x="2358" y="988"/>
                    </a:cubicBezTo>
                    <a:cubicBezTo>
                      <a:pt x="2120" y="703"/>
                      <a:pt x="1881" y="417"/>
                      <a:pt x="1667" y="107"/>
                    </a:cubicBezTo>
                    <a:cubicBezTo>
                      <a:pt x="1631" y="72"/>
                      <a:pt x="1643" y="24"/>
                      <a:pt x="16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4" name="Google Shape;484;p19"/>
              <p:cNvSpPr/>
              <p:nvPr/>
            </p:nvSpPr>
            <p:spPr>
              <a:xfrm>
                <a:off x="3911645" y="1510359"/>
                <a:ext cx="69309" cy="38266"/>
              </a:xfrm>
              <a:custGeom>
                <a:rect b="b" l="l" r="r" t="t"/>
                <a:pathLst>
                  <a:path extrusionOk="0" h="1690" w="3061">
                    <a:moveTo>
                      <a:pt x="1100" y="1"/>
                    </a:moveTo>
                    <a:cubicBezTo>
                      <a:pt x="1002" y="1"/>
                      <a:pt x="910" y="2"/>
                      <a:pt x="822" y="6"/>
                    </a:cubicBezTo>
                    <a:cubicBezTo>
                      <a:pt x="549" y="6"/>
                      <a:pt x="275" y="18"/>
                      <a:pt x="1" y="18"/>
                    </a:cubicBezTo>
                    <a:cubicBezTo>
                      <a:pt x="203" y="185"/>
                      <a:pt x="406" y="351"/>
                      <a:pt x="608" y="530"/>
                    </a:cubicBezTo>
                    <a:cubicBezTo>
                      <a:pt x="882" y="792"/>
                      <a:pt x="1263" y="1090"/>
                      <a:pt x="1418" y="1459"/>
                    </a:cubicBezTo>
                    <a:cubicBezTo>
                      <a:pt x="1442" y="1530"/>
                      <a:pt x="1430" y="1613"/>
                      <a:pt x="1370" y="1673"/>
                    </a:cubicBezTo>
                    <a:cubicBezTo>
                      <a:pt x="1757" y="1681"/>
                      <a:pt x="2157" y="1690"/>
                      <a:pt x="2559" y="1690"/>
                    </a:cubicBezTo>
                    <a:cubicBezTo>
                      <a:pt x="2726" y="1690"/>
                      <a:pt x="2893" y="1688"/>
                      <a:pt x="3061" y="1685"/>
                    </a:cubicBezTo>
                    <a:cubicBezTo>
                      <a:pt x="2823" y="1471"/>
                      <a:pt x="2608" y="1209"/>
                      <a:pt x="2430" y="971"/>
                    </a:cubicBezTo>
                    <a:cubicBezTo>
                      <a:pt x="2168" y="673"/>
                      <a:pt x="1954" y="340"/>
                      <a:pt x="1739" y="6"/>
                    </a:cubicBezTo>
                    <a:cubicBezTo>
                      <a:pt x="1509" y="6"/>
                      <a:pt x="1295" y="1"/>
                      <a:pt x="110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5" name="Google Shape;485;p19"/>
              <p:cNvSpPr/>
              <p:nvPr/>
            </p:nvSpPr>
            <p:spPr>
              <a:xfrm>
                <a:off x="3855584" y="1511016"/>
                <a:ext cx="81966" cy="36975"/>
              </a:xfrm>
              <a:custGeom>
                <a:rect b="b" l="l" r="r" t="t"/>
                <a:pathLst>
                  <a:path extrusionOk="0" h="1633" w="3620">
                    <a:moveTo>
                      <a:pt x="1929" y="1"/>
                    </a:moveTo>
                    <a:cubicBezTo>
                      <a:pt x="1274" y="13"/>
                      <a:pt x="643" y="25"/>
                      <a:pt x="0" y="25"/>
                    </a:cubicBezTo>
                    <a:cubicBezTo>
                      <a:pt x="536" y="513"/>
                      <a:pt x="1072" y="1037"/>
                      <a:pt x="1524" y="1584"/>
                    </a:cubicBezTo>
                    <a:lnTo>
                      <a:pt x="1858" y="1584"/>
                    </a:lnTo>
                    <a:cubicBezTo>
                      <a:pt x="2382" y="1584"/>
                      <a:pt x="2977" y="1608"/>
                      <a:pt x="3620" y="1632"/>
                    </a:cubicBezTo>
                    <a:cubicBezTo>
                      <a:pt x="3334" y="1418"/>
                      <a:pt x="3108" y="1084"/>
                      <a:pt x="2846" y="822"/>
                    </a:cubicBezTo>
                    <a:cubicBezTo>
                      <a:pt x="2560" y="525"/>
                      <a:pt x="2251" y="251"/>
                      <a:pt x="192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6" name="Google Shape;486;p19"/>
              <p:cNvSpPr/>
              <p:nvPr/>
            </p:nvSpPr>
            <p:spPr>
              <a:xfrm>
                <a:off x="3796285" y="1511559"/>
                <a:ext cx="80879" cy="35617"/>
              </a:xfrm>
              <a:custGeom>
                <a:rect b="b" l="l" r="r" t="t"/>
                <a:pathLst>
                  <a:path extrusionOk="0" h="1573" w="3572">
                    <a:moveTo>
                      <a:pt x="2131" y="1"/>
                    </a:moveTo>
                    <a:cubicBezTo>
                      <a:pt x="1417" y="1"/>
                      <a:pt x="702" y="1"/>
                      <a:pt x="0" y="13"/>
                    </a:cubicBezTo>
                    <a:cubicBezTo>
                      <a:pt x="500" y="548"/>
                      <a:pt x="1012" y="1060"/>
                      <a:pt x="1560" y="1572"/>
                    </a:cubicBezTo>
                    <a:cubicBezTo>
                      <a:pt x="2226" y="1572"/>
                      <a:pt x="2905" y="1572"/>
                      <a:pt x="3572" y="1560"/>
                    </a:cubicBezTo>
                    <a:cubicBezTo>
                      <a:pt x="3072" y="1060"/>
                      <a:pt x="2596" y="525"/>
                      <a:pt x="213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7" name="Google Shape;487;p19"/>
              <p:cNvSpPr/>
              <p:nvPr/>
            </p:nvSpPr>
            <p:spPr>
              <a:xfrm>
                <a:off x="3743710" y="1511831"/>
                <a:ext cx="76034" cy="35617"/>
              </a:xfrm>
              <a:custGeom>
                <a:rect b="b" l="l" r="r" t="t"/>
                <a:pathLst>
                  <a:path extrusionOk="0" h="1573" w="3358">
                    <a:moveTo>
                      <a:pt x="1108" y="1"/>
                    </a:moveTo>
                    <a:cubicBezTo>
                      <a:pt x="738" y="1"/>
                      <a:pt x="369" y="13"/>
                      <a:pt x="0" y="13"/>
                    </a:cubicBezTo>
                    <a:cubicBezTo>
                      <a:pt x="560" y="560"/>
                      <a:pt x="1155" y="1048"/>
                      <a:pt x="1739" y="1572"/>
                    </a:cubicBezTo>
                    <a:cubicBezTo>
                      <a:pt x="2274" y="1560"/>
                      <a:pt x="2822" y="1560"/>
                      <a:pt x="3358" y="1560"/>
                    </a:cubicBezTo>
                    <a:cubicBezTo>
                      <a:pt x="2858" y="1084"/>
                      <a:pt x="2382" y="548"/>
                      <a:pt x="1953"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8" name="Google Shape;488;p19"/>
              <p:cNvSpPr/>
              <p:nvPr/>
            </p:nvSpPr>
            <p:spPr>
              <a:xfrm>
                <a:off x="3690592" y="1512103"/>
                <a:ext cx="78207" cy="35345"/>
              </a:xfrm>
              <a:custGeom>
                <a:rect b="b" l="l" r="r" t="t"/>
                <a:pathLst>
                  <a:path extrusionOk="0" h="1561" w="3454">
                    <a:moveTo>
                      <a:pt x="1989" y="1"/>
                    </a:moveTo>
                    <a:cubicBezTo>
                      <a:pt x="1322" y="12"/>
                      <a:pt x="656" y="12"/>
                      <a:pt x="1" y="12"/>
                    </a:cubicBezTo>
                    <a:cubicBezTo>
                      <a:pt x="644" y="501"/>
                      <a:pt x="1299" y="977"/>
                      <a:pt x="1882" y="1525"/>
                    </a:cubicBezTo>
                    <a:cubicBezTo>
                      <a:pt x="1894" y="1536"/>
                      <a:pt x="1906" y="1548"/>
                      <a:pt x="1906" y="1560"/>
                    </a:cubicBezTo>
                    <a:lnTo>
                      <a:pt x="3454" y="1560"/>
                    </a:lnTo>
                    <a:cubicBezTo>
                      <a:pt x="2918" y="1096"/>
                      <a:pt x="2430" y="536"/>
                      <a:pt x="198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9" name="Google Shape;489;p19"/>
              <p:cNvSpPr/>
              <p:nvPr/>
            </p:nvSpPr>
            <p:spPr>
              <a:xfrm>
                <a:off x="3633987" y="1512374"/>
                <a:ext cx="90072" cy="35073"/>
              </a:xfrm>
              <a:custGeom>
                <a:rect b="b" l="l" r="r" t="t"/>
                <a:pathLst>
                  <a:path extrusionOk="0" h="1549" w="3978">
                    <a:moveTo>
                      <a:pt x="2120" y="0"/>
                    </a:moveTo>
                    <a:cubicBezTo>
                      <a:pt x="1405" y="12"/>
                      <a:pt x="703" y="12"/>
                      <a:pt x="0" y="24"/>
                    </a:cubicBezTo>
                    <a:cubicBezTo>
                      <a:pt x="608" y="489"/>
                      <a:pt x="1179" y="989"/>
                      <a:pt x="1703" y="1548"/>
                    </a:cubicBezTo>
                    <a:lnTo>
                      <a:pt x="3977" y="1548"/>
                    </a:lnTo>
                    <a:cubicBezTo>
                      <a:pt x="3334" y="1072"/>
                      <a:pt x="2727" y="524"/>
                      <a:pt x="212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0" name="Google Shape;490;p19"/>
              <p:cNvSpPr/>
              <p:nvPr/>
            </p:nvSpPr>
            <p:spPr>
              <a:xfrm>
                <a:off x="3584922" y="1512918"/>
                <a:ext cx="76305" cy="34802"/>
              </a:xfrm>
              <a:custGeom>
                <a:rect b="b" l="l" r="r" t="t"/>
                <a:pathLst>
                  <a:path extrusionOk="0" h="1537" w="3370">
                    <a:moveTo>
                      <a:pt x="1727" y="0"/>
                    </a:moveTo>
                    <a:cubicBezTo>
                      <a:pt x="1155" y="0"/>
                      <a:pt x="572" y="0"/>
                      <a:pt x="1" y="12"/>
                    </a:cubicBezTo>
                    <a:cubicBezTo>
                      <a:pt x="215" y="274"/>
                      <a:pt x="441" y="512"/>
                      <a:pt x="691" y="750"/>
                    </a:cubicBezTo>
                    <a:cubicBezTo>
                      <a:pt x="953" y="1000"/>
                      <a:pt x="1334" y="1215"/>
                      <a:pt x="1536" y="1512"/>
                    </a:cubicBezTo>
                    <a:cubicBezTo>
                      <a:pt x="1536" y="1524"/>
                      <a:pt x="1536" y="1524"/>
                      <a:pt x="1548" y="1536"/>
                    </a:cubicBezTo>
                    <a:lnTo>
                      <a:pt x="3370" y="1536"/>
                    </a:lnTo>
                    <a:cubicBezTo>
                      <a:pt x="2846" y="989"/>
                      <a:pt x="2310" y="477"/>
                      <a:pt x="172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1" name="Google Shape;491;p19"/>
              <p:cNvSpPr/>
              <p:nvPr/>
            </p:nvSpPr>
            <p:spPr>
              <a:xfrm>
                <a:off x="3527502" y="1513190"/>
                <a:ext cx="79543" cy="34802"/>
              </a:xfrm>
              <a:custGeom>
                <a:rect b="b" l="l" r="r" t="t"/>
                <a:pathLst>
                  <a:path extrusionOk="0" h="1537" w="3513">
                    <a:moveTo>
                      <a:pt x="2167" y="0"/>
                    </a:moveTo>
                    <a:cubicBezTo>
                      <a:pt x="1441" y="0"/>
                      <a:pt x="727" y="12"/>
                      <a:pt x="0" y="12"/>
                    </a:cubicBezTo>
                    <a:cubicBezTo>
                      <a:pt x="596" y="488"/>
                      <a:pt x="1191" y="988"/>
                      <a:pt x="1727" y="1536"/>
                    </a:cubicBezTo>
                    <a:cubicBezTo>
                      <a:pt x="2322" y="1536"/>
                      <a:pt x="2918" y="1524"/>
                      <a:pt x="3513" y="1524"/>
                    </a:cubicBezTo>
                    <a:cubicBezTo>
                      <a:pt x="3334" y="1369"/>
                      <a:pt x="3168" y="1191"/>
                      <a:pt x="3025" y="1024"/>
                    </a:cubicBezTo>
                    <a:cubicBezTo>
                      <a:pt x="2727" y="726"/>
                      <a:pt x="2465" y="393"/>
                      <a:pt x="2203" y="60"/>
                    </a:cubicBezTo>
                    <a:cubicBezTo>
                      <a:pt x="2179" y="36"/>
                      <a:pt x="2179" y="24"/>
                      <a:pt x="21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2" name="Google Shape;492;p19"/>
              <p:cNvSpPr/>
              <p:nvPr/>
            </p:nvSpPr>
            <p:spPr>
              <a:xfrm>
                <a:off x="3466845" y="1513461"/>
                <a:ext cx="88985" cy="34530"/>
              </a:xfrm>
              <a:custGeom>
                <a:rect b="b" l="l" r="r" t="t"/>
                <a:pathLst>
                  <a:path extrusionOk="0" h="1525" w="3930">
                    <a:moveTo>
                      <a:pt x="2251" y="0"/>
                    </a:moveTo>
                    <a:cubicBezTo>
                      <a:pt x="1501" y="12"/>
                      <a:pt x="751" y="12"/>
                      <a:pt x="1" y="24"/>
                    </a:cubicBezTo>
                    <a:cubicBezTo>
                      <a:pt x="620" y="476"/>
                      <a:pt x="1227" y="988"/>
                      <a:pt x="1787" y="1524"/>
                    </a:cubicBezTo>
                    <a:lnTo>
                      <a:pt x="3930" y="1524"/>
                    </a:lnTo>
                    <a:cubicBezTo>
                      <a:pt x="3346" y="1048"/>
                      <a:pt x="2787" y="524"/>
                      <a:pt x="2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3" name="Google Shape;493;p19"/>
              <p:cNvSpPr/>
              <p:nvPr/>
            </p:nvSpPr>
            <p:spPr>
              <a:xfrm>
                <a:off x="3418051" y="1513982"/>
                <a:ext cx="77120" cy="34258"/>
              </a:xfrm>
              <a:custGeom>
                <a:rect b="b" l="l" r="r" t="t"/>
                <a:pathLst>
                  <a:path extrusionOk="0" h="1513" w="3406">
                    <a:moveTo>
                      <a:pt x="1656" y="1"/>
                    </a:moveTo>
                    <a:cubicBezTo>
                      <a:pt x="1144" y="1"/>
                      <a:pt x="632" y="1"/>
                      <a:pt x="120" y="13"/>
                    </a:cubicBezTo>
                    <a:lnTo>
                      <a:pt x="1" y="13"/>
                    </a:lnTo>
                    <a:cubicBezTo>
                      <a:pt x="346" y="275"/>
                      <a:pt x="691" y="537"/>
                      <a:pt x="1036" y="799"/>
                    </a:cubicBezTo>
                    <a:cubicBezTo>
                      <a:pt x="1322" y="1025"/>
                      <a:pt x="1656" y="1239"/>
                      <a:pt x="1917" y="1513"/>
                    </a:cubicBezTo>
                    <a:cubicBezTo>
                      <a:pt x="2406" y="1513"/>
                      <a:pt x="2906" y="1501"/>
                      <a:pt x="3406" y="1501"/>
                    </a:cubicBezTo>
                    <a:cubicBezTo>
                      <a:pt x="2822" y="1001"/>
                      <a:pt x="2227" y="501"/>
                      <a:pt x="165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4" name="Google Shape;494;p19"/>
              <p:cNvSpPr/>
              <p:nvPr/>
            </p:nvSpPr>
            <p:spPr>
              <a:xfrm>
                <a:off x="2915016" y="1089153"/>
                <a:ext cx="1212891" cy="474360"/>
              </a:xfrm>
              <a:custGeom>
                <a:rect b="b" l="l" r="r" t="t"/>
                <a:pathLst>
                  <a:path extrusionOk="0" h="20950" w="53567">
                    <a:moveTo>
                      <a:pt x="51340" y="2440"/>
                    </a:moveTo>
                    <a:cubicBezTo>
                      <a:pt x="51995" y="2988"/>
                      <a:pt x="52471" y="3655"/>
                      <a:pt x="52698" y="4488"/>
                    </a:cubicBezTo>
                    <a:cubicBezTo>
                      <a:pt x="52412" y="4226"/>
                      <a:pt x="52102" y="3988"/>
                      <a:pt x="51781" y="3774"/>
                    </a:cubicBezTo>
                    <a:cubicBezTo>
                      <a:pt x="51709" y="3310"/>
                      <a:pt x="51566" y="2857"/>
                      <a:pt x="51340" y="2440"/>
                    </a:cubicBezTo>
                    <a:close/>
                    <a:moveTo>
                      <a:pt x="51840" y="4262"/>
                    </a:moveTo>
                    <a:cubicBezTo>
                      <a:pt x="52197" y="4560"/>
                      <a:pt x="52519" y="4893"/>
                      <a:pt x="52840" y="5227"/>
                    </a:cubicBezTo>
                    <a:cubicBezTo>
                      <a:pt x="52852" y="5381"/>
                      <a:pt x="52864" y="5524"/>
                      <a:pt x="52864" y="5691"/>
                    </a:cubicBezTo>
                    <a:cubicBezTo>
                      <a:pt x="52864" y="6000"/>
                      <a:pt x="52852" y="6310"/>
                      <a:pt x="52852" y="6620"/>
                    </a:cubicBezTo>
                    <a:cubicBezTo>
                      <a:pt x="52543" y="6310"/>
                      <a:pt x="52162" y="6048"/>
                      <a:pt x="51805" y="5822"/>
                    </a:cubicBezTo>
                    <a:cubicBezTo>
                      <a:pt x="51852" y="5310"/>
                      <a:pt x="51876" y="4786"/>
                      <a:pt x="51840" y="4262"/>
                    </a:cubicBezTo>
                    <a:close/>
                    <a:moveTo>
                      <a:pt x="51757" y="6155"/>
                    </a:moveTo>
                    <a:cubicBezTo>
                      <a:pt x="51912" y="6262"/>
                      <a:pt x="52055" y="6381"/>
                      <a:pt x="52186" y="6501"/>
                    </a:cubicBezTo>
                    <a:cubicBezTo>
                      <a:pt x="52412" y="6691"/>
                      <a:pt x="52614" y="6917"/>
                      <a:pt x="52840" y="7108"/>
                    </a:cubicBezTo>
                    <a:cubicBezTo>
                      <a:pt x="52829" y="7667"/>
                      <a:pt x="52829" y="8215"/>
                      <a:pt x="52817" y="8775"/>
                    </a:cubicBezTo>
                    <a:cubicBezTo>
                      <a:pt x="52698" y="8656"/>
                      <a:pt x="52555" y="8548"/>
                      <a:pt x="52436" y="8441"/>
                    </a:cubicBezTo>
                    <a:cubicBezTo>
                      <a:pt x="52197" y="8239"/>
                      <a:pt x="51947" y="8048"/>
                      <a:pt x="51686" y="7870"/>
                    </a:cubicBezTo>
                    <a:cubicBezTo>
                      <a:pt x="51669" y="7859"/>
                      <a:pt x="51652" y="7854"/>
                      <a:pt x="51635" y="7854"/>
                    </a:cubicBezTo>
                    <a:cubicBezTo>
                      <a:pt x="51575" y="7854"/>
                      <a:pt x="51516" y="7910"/>
                      <a:pt x="51507" y="7965"/>
                    </a:cubicBezTo>
                    <a:cubicBezTo>
                      <a:pt x="51590" y="7382"/>
                      <a:pt x="51674" y="6786"/>
                      <a:pt x="51757" y="6191"/>
                    </a:cubicBezTo>
                    <a:cubicBezTo>
                      <a:pt x="51757" y="6179"/>
                      <a:pt x="51757" y="6167"/>
                      <a:pt x="51757" y="6155"/>
                    </a:cubicBezTo>
                    <a:close/>
                    <a:moveTo>
                      <a:pt x="51507" y="7989"/>
                    </a:moveTo>
                    <a:cubicBezTo>
                      <a:pt x="51507" y="8013"/>
                      <a:pt x="51519" y="8036"/>
                      <a:pt x="51543" y="8060"/>
                    </a:cubicBezTo>
                    <a:cubicBezTo>
                      <a:pt x="51793" y="8263"/>
                      <a:pt x="52031" y="8477"/>
                      <a:pt x="52257" y="8703"/>
                    </a:cubicBezTo>
                    <a:cubicBezTo>
                      <a:pt x="52436" y="8894"/>
                      <a:pt x="52614" y="9120"/>
                      <a:pt x="52829" y="9298"/>
                    </a:cubicBezTo>
                    <a:cubicBezTo>
                      <a:pt x="52829" y="9406"/>
                      <a:pt x="52829" y="9513"/>
                      <a:pt x="52829" y="9632"/>
                    </a:cubicBezTo>
                    <a:cubicBezTo>
                      <a:pt x="52840" y="10168"/>
                      <a:pt x="52876" y="10751"/>
                      <a:pt x="52900" y="11358"/>
                    </a:cubicBezTo>
                    <a:cubicBezTo>
                      <a:pt x="52662" y="11108"/>
                      <a:pt x="52388" y="10870"/>
                      <a:pt x="52138" y="10632"/>
                    </a:cubicBezTo>
                    <a:cubicBezTo>
                      <a:pt x="51852" y="10370"/>
                      <a:pt x="51566" y="10084"/>
                      <a:pt x="51269" y="9834"/>
                    </a:cubicBezTo>
                    <a:cubicBezTo>
                      <a:pt x="51340" y="9215"/>
                      <a:pt x="51424" y="8596"/>
                      <a:pt x="51507" y="7989"/>
                    </a:cubicBezTo>
                    <a:close/>
                    <a:moveTo>
                      <a:pt x="51221" y="10180"/>
                    </a:moveTo>
                    <a:cubicBezTo>
                      <a:pt x="51447" y="10418"/>
                      <a:pt x="51674" y="10644"/>
                      <a:pt x="51900" y="10870"/>
                    </a:cubicBezTo>
                    <a:cubicBezTo>
                      <a:pt x="52197" y="11180"/>
                      <a:pt x="52471" y="11501"/>
                      <a:pt x="52805" y="11763"/>
                    </a:cubicBezTo>
                    <a:cubicBezTo>
                      <a:pt x="52840" y="11799"/>
                      <a:pt x="52876" y="11811"/>
                      <a:pt x="52924" y="11811"/>
                    </a:cubicBezTo>
                    <a:cubicBezTo>
                      <a:pt x="52948" y="12466"/>
                      <a:pt x="52971" y="13132"/>
                      <a:pt x="52959" y="13799"/>
                    </a:cubicBezTo>
                    <a:cubicBezTo>
                      <a:pt x="52364" y="13156"/>
                      <a:pt x="51709" y="12537"/>
                      <a:pt x="51054" y="11965"/>
                    </a:cubicBezTo>
                    <a:cubicBezTo>
                      <a:pt x="51090" y="11370"/>
                      <a:pt x="51150" y="10775"/>
                      <a:pt x="51221" y="10180"/>
                    </a:cubicBezTo>
                    <a:close/>
                    <a:moveTo>
                      <a:pt x="51031" y="12394"/>
                    </a:moveTo>
                    <a:cubicBezTo>
                      <a:pt x="51602" y="13108"/>
                      <a:pt x="52257" y="13799"/>
                      <a:pt x="52936" y="14371"/>
                    </a:cubicBezTo>
                    <a:cubicBezTo>
                      <a:pt x="52912" y="14871"/>
                      <a:pt x="52864" y="15371"/>
                      <a:pt x="52781" y="15859"/>
                    </a:cubicBezTo>
                    <a:cubicBezTo>
                      <a:pt x="52531" y="15597"/>
                      <a:pt x="52257" y="15347"/>
                      <a:pt x="52007" y="15085"/>
                    </a:cubicBezTo>
                    <a:cubicBezTo>
                      <a:pt x="51662" y="14728"/>
                      <a:pt x="51364" y="14323"/>
                      <a:pt x="50995" y="13990"/>
                    </a:cubicBezTo>
                    <a:cubicBezTo>
                      <a:pt x="50995" y="13990"/>
                      <a:pt x="50983" y="13990"/>
                      <a:pt x="50983" y="13978"/>
                    </a:cubicBezTo>
                    <a:cubicBezTo>
                      <a:pt x="50983" y="13942"/>
                      <a:pt x="50983" y="13894"/>
                      <a:pt x="50983" y="13859"/>
                    </a:cubicBezTo>
                    <a:cubicBezTo>
                      <a:pt x="50983" y="13370"/>
                      <a:pt x="50995" y="12882"/>
                      <a:pt x="51031" y="12394"/>
                    </a:cubicBezTo>
                    <a:close/>
                    <a:moveTo>
                      <a:pt x="51019" y="14525"/>
                    </a:moveTo>
                    <a:lnTo>
                      <a:pt x="51019" y="14525"/>
                    </a:lnTo>
                    <a:cubicBezTo>
                      <a:pt x="51233" y="14823"/>
                      <a:pt x="51483" y="15097"/>
                      <a:pt x="51721" y="15359"/>
                    </a:cubicBezTo>
                    <a:cubicBezTo>
                      <a:pt x="52031" y="15704"/>
                      <a:pt x="52340" y="16061"/>
                      <a:pt x="52686" y="16347"/>
                    </a:cubicBezTo>
                    <a:cubicBezTo>
                      <a:pt x="52567" y="16907"/>
                      <a:pt x="52388" y="17454"/>
                      <a:pt x="52138" y="17942"/>
                    </a:cubicBezTo>
                    <a:cubicBezTo>
                      <a:pt x="51876" y="17478"/>
                      <a:pt x="51424" y="17061"/>
                      <a:pt x="51031" y="16728"/>
                    </a:cubicBezTo>
                    <a:cubicBezTo>
                      <a:pt x="51162" y="16025"/>
                      <a:pt x="51066" y="15216"/>
                      <a:pt x="51019" y="14525"/>
                    </a:cubicBezTo>
                    <a:close/>
                    <a:moveTo>
                      <a:pt x="27465" y="821"/>
                    </a:moveTo>
                    <a:cubicBezTo>
                      <a:pt x="30824" y="821"/>
                      <a:pt x="34184" y="875"/>
                      <a:pt x="37541" y="940"/>
                    </a:cubicBezTo>
                    <a:cubicBezTo>
                      <a:pt x="39529" y="976"/>
                      <a:pt x="41529" y="1012"/>
                      <a:pt x="43530" y="1071"/>
                    </a:cubicBezTo>
                    <a:cubicBezTo>
                      <a:pt x="43749" y="1079"/>
                      <a:pt x="43984" y="1081"/>
                      <a:pt x="44230" y="1081"/>
                    </a:cubicBezTo>
                    <a:cubicBezTo>
                      <a:pt x="44621" y="1081"/>
                      <a:pt x="45040" y="1075"/>
                      <a:pt x="45470" y="1075"/>
                    </a:cubicBezTo>
                    <a:cubicBezTo>
                      <a:pt x="46956" y="1075"/>
                      <a:pt x="48578" y="1143"/>
                      <a:pt x="49661" y="1750"/>
                    </a:cubicBezTo>
                    <a:cubicBezTo>
                      <a:pt x="52078" y="3107"/>
                      <a:pt x="50900" y="6489"/>
                      <a:pt x="50614" y="8584"/>
                    </a:cubicBezTo>
                    <a:cubicBezTo>
                      <a:pt x="50376" y="10334"/>
                      <a:pt x="50281" y="12096"/>
                      <a:pt x="50281" y="13859"/>
                    </a:cubicBezTo>
                    <a:cubicBezTo>
                      <a:pt x="50281" y="14287"/>
                      <a:pt x="50281" y="14716"/>
                      <a:pt x="50292" y="15156"/>
                    </a:cubicBezTo>
                    <a:cubicBezTo>
                      <a:pt x="50328" y="16311"/>
                      <a:pt x="50519" y="16049"/>
                      <a:pt x="49459" y="16954"/>
                    </a:cubicBezTo>
                    <a:cubicBezTo>
                      <a:pt x="48530" y="17740"/>
                      <a:pt x="48435" y="17728"/>
                      <a:pt x="47328" y="17823"/>
                    </a:cubicBezTo>
                    <a:cubicBezTo>
                      <a:pt x="46911" y="17859"/>
                      <a:pt x="46506" y="17883"/>
                      <a:pt x="46090" y="17907"/>
                    </a:cubicBezTo>
                    <a:cubicBezTo>
                      <a:pt x="44185" y="18002"/>
                      <a:pt x="42280" y="17990"/>
                      <a:pt x="40375" y="18014"/>
                    </a:cubicBezTo>
                    <a:cubicBezTo>
                      <a:pt x="36374" y="18038"/>
                      <a:pt x="32362" y="18050"/>
                      <a:pt x="28349" y="18085"/>
                    </a:cubicBezTo>
                    <a:cubicBezTo>
                      <a:pt x="23920" y="18109"/>
                      <a:pt x="19491" y="18145"/>
                      <a:pt x="15062" y="18157"/>
                    </a:cubicBezTo>
                    <a:cubicBezTo>
                      <a:pt x="14548" y="18159"/>
                      <a:pt x="14034" y="18161"/>
                      <a:pt x="13521" y="18161"/>
                    </a:cubicBezTo>
                    <a:cubicBezTo>
                      <a:pt x="11749" y="18161"/>
                      <a:pt x="9979" y="18143"/>
                      <a:pt x="8216" y="18097"/>
                    </a:cubicBezTo>
                    <a:cubicBezTo>
                      <a:pt x="8058" y="18094"/>
                      <a:pt x="7879" y="18093"/>
                      <a:pt x="7682" y="18093"/>
                    </a:cubicBezTo>
                    <a:cubicBezTo>
                      <a:pt x="7522" y="18093"/>
                      <a:pt x="7351" y="18093"/>
                      <a:pt x="7170" y="18093"/>
                    </a:cubicBezTo>
                    <a:cubicBezTo>
                      <a:pt x="4644" y="18093"/>
                      <a:pt x="357" y="17988"/>
                      <a:pt x="953" y="14835"/>
                    </a:cubicBezTo>
                    <a:cubicBezTo>
                      <a:pt x="977" y="14716"/>
                      <a:pt x="917" y="14621"/>
                      <a:pt x="834" y="14573"/>
                    </a:cubicBezTo>
                    <a:cubicBezTo>
                      <a:pt x="846" y="12835"/>
                      <a:pt x="810" y="11108"/>
                      <a:pt x="870" y="9370"/>
                    </a:cubicBezTo>
                    <a:cubicBezTo>
                      <a:pt x="941" y="7405"/>
                      <a:pt x="810" y="4822"/>
                      <a:pt x="2406" y="3381"/>
                    </a:cubicBezTo>
                    <a:cubicBezTo>
                      <a:pt x="3763" y="2155"/>
                      <a:pt x="5835" y="1988"/>
                      <a:pt x="7561" y="1774"/>
                    </a:cubicBezTo>
                    <a:cubicBezTo>
                      <a:pt x="9549" y="1548"/>
                      <a:pt x="11550" y="1381"/>
                      <a:pt x="13538" y="1250"/>
                    </a:cubicBezTo>
                    <a:cubicBezTo>
                      <a:pt x="18175" y="925"/>
                      <a:pt x="22819" y="821"/>
                      <a:pt x="27465" y="821"/>
                    </a:cubicBezTo>
                    <a:close/>
                    <a:moveTo>
                      <a:pt x="50935" y="17109"/>
                    </a:moveTo>
                    <a:cubicBezTo>
                      <a:pt x="51102" y="17276"/>
                      <a:pt x="51257" y="17454"/>
                      <a:pt x="51400" y="17657"/>
                    </a:cubicBezTo>
                    <a:cubicBezTo>
                      <a:pt x="51578" y="17895"/>
                      <a:pt x="51697" y="18157"/>
                      <a:pt x="51888" y="18383"/>
                    </a:cubicBezTo>
                    <a:cubicBezTo>
                      <a:pt x="51876" y="18407"/>
                      <a:pt x="51864" y="18419"/>
                      <a:pt x="51852" y="18431"/>
                    </a:cubicBezTo>
                    <a:cubicBezTo>
                      <a:pt x="51626" y="18788"/>
                      <a:pt x="51340" y="19073"/>
                      <a:pt x="51007" y="19300"/>
                    </a:cubicBezTo>
                    <a:cubicBezTo>
                      <a:pt x="51007" y="19276"/>
                      <a:pt x="51007" y="19240"/>
                      <a:pt x="50995" y="19216"/>
                    </a:cubicBezTo>
                    <a:cubicBezTo>
                      <a:pt x="50876" y="18954"/>
                      <a:pt x="50614" y="18752"/>
                      <a:pt x="50423" y="18550"/>
                    </a:cubicBezTo>
                    <a:cubicBezTo>
                      <a:pt x="50292" y="18407"/>
                      <a:pt x="50162" y="18276"/>
                      <a:pt x="50031" y="18145"/>
                    </a:cubicBezTo>
                    <a:cubicBezTo>
                      <a:pt x="50185" y="18061"/>
                      <a:pt x="50316" y="17978"/>
                      <a:pt x="50435" y="17883"/>
                    </a:cubicBezTo>
                    <a:cubicBezTo>
                      <a:pt x="50673" y="17680"/>
                      <a:pt x="50840" y="17407"/>
                      <a:pt x="50935" y="17109"/>
                    </a:cubicBezTo>
                    <a:close/>
                    <a:moveTo>
                      <a:pt x="49709" y="18288"/>
                    </a:moveTo>
                    <a:cubicBezTo>
                      <a:pt x="49852" y="18466"/>
                      <a:pt x="49995" y="18645"/>
                      <a:pt x="50150" y="18823"/>
                    </a:cubicBezTo>
                    <a:cubicBezTo>
                      <a:pt x="50316" y="19050"/>
                      <a:pt x="50495" y="19324"/>
                      <a:pt x="50733" y="19478"/>
                    </a:cubicBezTo>
                    <a:lnTo>
                      <a:pt x="50745" y="19478"/>
                    </a:lnTo>
                    <a:cubicBezTo>
                      <a:pt x="50328" y="19716"/>
                      <a:pt x="49864" y="19895"/>
                      <a:pt x="49364" y="20014"/>
                    </a:cubicBezTo>
                    <a:cubicBezTo>
                      <a:pt x="49161" y="19812"/>
                      <a:pt x="48923" y="19633"/>
                      <a:pt x="48733" y="19443"/>
                    </a:cubicBezTo>
                    <a:cubicBezTo>
                      <a:pt x="48459" y="19169"/>
                      <a:pt x="48209" y="18883"/>
                      <a:pt x="47959" y="18597"/>
                    </a:cubicBezTo>
                    <a:cubicBezTo>
                      <a:pt x="48590" y="18550"/>
                      <a:pt x="49209" y="18466"/>
                      <a:pt x="49709" y="18288"/>
                    </a:cubicBezTo>
                    <a:close/>
                    <a:moveTo>
                      <a:pt x="1905" y="17800"/>
                    </a:moveTo>
                    <a:cubicBezTo>
                      <a:pt x="2370" y="18050"/>
                      <a:pt x="2929" y="18228"/>
                      <a:pt x="3501" y="18359"/>
                    </a:cubicBezTo>
                    <a:cubicBezTo>
                      <a:pt x="3953" y="18681"/>
                      <a:pt x="4394" y="19014"/>
                      <a:pt x="4823" y="19359"/>
                    </a:cubicBezTo>
                    <a:cubicBezTo>
                      <a:pt x="5132" y="19609"/>
                      <a:pt x="5418" y="19907"/>
                      <a:pt x="5727" y="20157"/>
                    </a:cubicBezTo>
                    <a:cubicBezTo>
                      <a:pt x="5073" y="20038"/>
                      <a:pt x="4418" y="19859"/>
                      <a:pt x="3822" y="19538"/>
                    </a:cubicBezTo>
                    <a:cubicBezTo>
                      <a:pt x="3037" y="19109"/>
                      <a:pt x="2429" y="18490"/>
                      <a:pt x="1905" y="17800"/>
                    </a:cubicBezTo>
                    <a:close/>
                    <a:moveTo>
                      <a:pt x="41053" y="18657"/>
                    </a:moveTo>
                    <a:cubicBezTo>
                      <a:pt x="41518" y="19181"/>
                      <a:pt x="41994" y="19716"/>
                      <a:pt x="42494" y="20216"/>
                    </a:cubicBezTo>
                    <a:cubicBezTo>
                      <a:pt x="41827" y="20228"/>
                      <a:pt x="41148" y="20228"/>
                      <a:pt x="40482" y="20228"/>
                    </a:cubicBezTo>
                    <a:cubicBezTo>
                      <a:pt x="39934" y="19716"/>
                      <a:pt x="39422" y="19204"/>
                      <a:pt x="38922" y="18669"/>
                    </a:cubicBezTo>
                    <a:cubicBezTo>
                      <a:pt x="39624" y="18669"/>
                      <a:pt x="40339" y="18669"/>
                      <a:pt x="41053" y="18657"/>
                    </a:cubicBezTo>
                    <a:close/>
                    <a:moveTo>
                      <a:pt x="33874" y="18692"/>
                    </a:moveTo>
                    <a:cubicBezTo>
                      <a:pt x="34481" y="19216"/>
                      <a:pt x="35088" y="19764"/>
                      <a:pt x="35731" y="20240"/>
                    </a:cubicBezTo>
                    <a:lnTo>
                      <a:pt x="33457" y="20240"/>
                    </a:lnTo>
                    <a:cubicBezTo>
                      <a:pt x="32933" y="19681"/>
                      <a:pt x="32362" y="19181"/>
                      <a:pt x="31754" y="18716"/>
                    </a:cubicBezTo>
                    <a:cubicBezTo>
                      <a:pt x="32457" y="18704"/>
                      <a:pt x="33159" y="18704"/>
                      <a:pt x="33874" y="18692"/>
                    </a:cubicBezTo>
                    <a:close/>
                    <a:moveTo>
                      <a:pt x="36243" y="18681"/>
                    </a:moveTo>
                    <a:cubicBezTo>
                      <a:pt x="36684" y="19216"/>
                      <a:pt x="37172" y="19776"/>
                      <a:pt x="37708" y="20240"/>
                    </a:cubicBezTo>
                    <a:lnTo>
                      <a:pt x="36160" y="20240"/>
                    </a:lnTo>
                    <a:cubicBezTo>
                      <a:pt x="36160" y="20228"/>
                      <a:pt x="36148" y="20216"/>
                      <a:pt x="36136" y="20205"/>
                    </a:cubicBezTo>
                    <a:cubicBezTo>
                      <a:pt x="35553" y="19657"/>
                      <a:pt x="34898" y="19181"/>
                      <a:pt x="34255" y="18692"/>
                    </a:cubicBezTo>
                    <a:cubicBezTo>
                      <a:pt x="34910" y="18692"/>
                      <a:pt x="35576" y="18692"/>
                      <a:pt x="36243" y="18681"/>
                    </a:cubicBezTo>
                    <a:close/>
                    <a:moveTo>
                      <a:pt x="38553" y="18669"/>
                    </a:moveTo>
                    <a:cubicBezTo>
                      <a:pt x="38982" y="19216"/>
                      <a:pt x="39458" y="19752"/>
                      <a:pt x="39958" y="20228"/>
                    </a:cubicBezTo>
                    <a:cubicBezTo>
                      <a:pt x="39422" y="20228"/>
                      <a:pt x="38874" y="20228"/>
                      <a:pt x="38339" y="20240"/>
                    </a:cubicBezTo>
                    <a:cubicBezTo>
                      <a:pt x="37755" y="19716"/>
                      <a:pt x="37160" y="19228"/>
                      <a:pt x="36600" y="18681"/>
                    </a:cubicBezTo>
                    <a:cubicBezTo>
                      <a:pt x="36969" y="18681"/>
                      <a:pt x="37338" y="18669"/>
                      <a:pt x="37708" y="18669"/>
                    </a:cubicBezTo>
                    <a:close/>
                    <a:moveTo>
                      <a:pt x="31314" y="18716"/>
                    </a:moveTo>
                    <a:cubicBezTo>
                      <a:pt x="31897" y="19193"/>
                      <a:pt x="32433" y="19705"/>
                      <a:pt x="32957" y="20252"/>
                    </a:cubicBezTo>
                    <a:lnTo>
                      <a:pt x="31135" y="20252"/>
                    </a:lnTo>
                    <a:cubicBezTo>
                      <a:pt x="31123" y="20240"/>
                      <a:pt x="31123" y="20240"/>
                      <a:pt x="31123" y="20228"/>
                    </a:cubicBezTo>
                    <a:cubicBezTo>
                      <a:pt x="30921" y="19931"/>
                      <a:pt x="30540" y="19716"/>
                      <a:pt x="30278" y="19466"/>
                    </a:cubicBezTo>
                    <a:cubicBezTo>
                      <a:pt x="30028" y="19228"/>
                      <a:pt x="29802" y="18990"/>
                      <a:pt x="29588" y="18728"/>
                    </a:cubicBezTo>
                    <a:cubicBezTo>
                      <a:pt x="30159" y="18716"/>
                      <a:pt x="30742" y="18716"/>
                      <a:pt x="31314" y="18716"/>
                    </a:cubicBezTo>
                    <a:close/>
                    <a:moveTo>
                      <a:pt x="26623" y="18740"/>
                    </a:moveTo>
                    <a:cubicBezTo>
                      <a:pt x="27159" y="19264"/>
                      <a:pt x="27718" y="19788"/>
                      <a:pt x="28302" y="20264"/>
                    </a:cubicBezTo>
                    <a:lnTo>
                      <a:pt x="26159" y="20264"/>
                    </a:lnTo>
                    <a:cubicBezTo>
                      <a:pt x="25599" y="19728"/>
                      <a:pt x="24992" y="19216"/>
                      <a:pt x="24373" y="18764"/>
                    </a:cubicBezTo>
                    <a:cubicBezTo>
                      <a:pt x="25123" y="18752"/>
                      <a:pt x="25873" y="18752"/>
                      <a:pt x="26623" y="18740"/>
                    </a:cubicBezTo>
                    <a:close/>
                    <a:moveTo>
                      <a:pt x="29218" y="18728"/>
                    </a:moveTo>
                    <a:cubicBezTo>
                      <a:pt x="29230" y="18752"/>
                      <a:pt x="29230" y="18764"/>
                      <a:pt x="29254" y="18788"/>
                    </a:cubicBezTo>
                    <a:cubicBezTo>
                      <a:pt x="29516" y="19121"/>
                      <a:pt x="29778" y="19454"/>
                      <a:pt x="30076" y="19752"/>
                    </a:cubicBezTo>
                    <a:cubicBezTo>
                      <a:pt x="30219" y="19919"/>
                      <a:pt x="30385" y="20097"/>
                      <a:pt x="30564" y="20252"/>
                    </a:cubicBezTo>
                    <a:cubicBezTo>
                      <a:pt x="29969" y="20252"/>
                      <a:pt x="29373" y="20264"/>
                      <a:pt x="28778" y="20264"/>
                    </a:cubicBezTo>
                    <a:cubicBezTo>
                      <a:pt x="28242" y="19716"/>
                      <a:pt x="27647" y="19216"/>
                      <a:pt x="27051" y="18740"/>
                    </a:cubicBezTo>
                    <a:cubicBezTo>
                      <a:pt x="27778" y="18740"/>
                      <a:pt x="28492" y="18728"/>
                      <a:pt x="29218" y="18728"/>
                    </a:cubicBezTo>
                    <a:close/>
                    <a:moveTo>
                      <a:pt x="43470" y="18633"/>
                    </a:moveTo>
                    <a:cubicBezTo>
                      <a:pt x="43792" y="18883"/>
                      <a:pt x="44101" y="19157"/>
                      <a:pt x="44387" y="19454"/>
                    </a:cubicBezTo>
                    <a:cubicBezTo>
                      <a:pt x="44649" y="19716"/>
                      <a:pt x="44875" y="20050"/>
                      <a:pt x="45161" y="20264"/>
                    </a:cubicBezTo>
                    <a:cubicBezTo>
                      <a:pt x="44518" y="20240"/>
                      <a:pt x="43923" y="20216"/>
                      <a:pt x="43399" y="20216"/>
                    </a:cubicBezTo>
                    <a:lnTo>
                      <a:pt x="43065" y="20216"/>
                    </a:lnTo>
                    <a:cubicBezTo>
                      <a:pt x="42613" y="19669"/>
                      <a:pt x="42077" y="19145"/>
                      <a:pt x="41529" y="18657"/>
                    </a:cubicBezTo>
                    <a:cubicBezTo>
                      <a:pt x="42184" y="18657"/>
                      <a:pt x="42815" y="18645"/>
                      <a:pt x="43470" y="18633"/>
                    </a:cubicBezTo>
                    <a:close/>
                    <a:moveTo>
                      <a:pt x="47792" y="18609"/>
                    </a:moveTo>
                    <a:lnTo>
                      <a:pt x="47792" y="18609"/>
                    </a:lnTo>
                    <a:cubicBezTo>
                      <a:pt x="47768" y="18633"/>
                      <a:pt x="47756" y="18681"/>
                      <a:pt x="47792" y="18716"/>
                    </a:cubicBezTo>
                    <a:cubicBezTo>
                      <a:pt x="48006" y="19026"/>
                      <a:pt x="48245" y="19312"/>
                      <a:pt x="48483" y="19597"/>
                    </a:cubicBezTo>
                    <a:cubicBezTo>
                      <a:pt x="48626" y="19764"/>
                      <a:pt x="48768" y="19943"/>
                      <a:pt x="48935" y="20109"/>
                    </a:cubicBezTo>
                    <a:cubicBezTo>
                      <a:pt x="48530" y="20193"/>
                      <a:pt x="48102" y="20240"/>
                      <a:pt x="47673" y="20264"/>
                    </a:cubicBezTo>
                    <a:cubicBezTo>
                      <a:pt x="47673" y="20252"/>
                      <a:pt x="47673" y="20240"/>
                      <a:pt x="47661" y="20240"/>
                    </a:cubicBezTo>
                    <a:cubicBezTo>
                      <a:pt x="47435" y="19895"/>
                      <a:pt x="47054" y="19645"/>
                      <a:pt x="46768" y="19347"/>
                    </a:cubicBezTo>
                    <a:cubicBezTo>
                      <a:pt x="46542" y="19109"/>
                      <a:pt x="46328" y="18871"/>
                      <a:pt x="46125" y="18621"/>
                    </a:cubicBezTo>
                    <a:lnTo>
                      <a:pt x="46125" y="18621"/>
                    </a:lnTo>
                    <a:cubicBezTo>
                      <a:pt x="46342" y="18626"/>
                      <a:pt x="46569" y="18629"/>
                      <a:pt x="46801" y="18629"/>
                    </a:cubicBezTo>
                    <a:cubicBezTo>
                      <a:pt x="47128" y="18629"/>
                      <a:pt x="47464" y="18623"/>
                      <a:pt x="47792" y="18609"/>
                    </a:cubicBezTo>
                    <a:close/>
                    <a:moveTo>
                      <a:pt x="23873" y="18764"/>
                    </a:moveTo>
                    <a:cubicBezTo>
                      <a:pt x="24444" y="19264"/>
                      <a:pt x="25039" y="19764"/>
                      <a:pt x="25623" y="20264"/>
                    </a:cubicBezTo>
                    <a:cubicBezTo>
                      <a:pt x="25123" y="20264"/>
                      <a:pt x="24623" y="20276"/>
                      <a:pt x="24134" y="20276"/>
                    </a:cubicBezTo>
                    <a:cubicBezTo>
                      <a:pt x="23873" y="20002"/>
                      <a:pt x="23539" y="19788"/>
                      <a:pt x="23253" y="19562"/>
                    </a:cubicBezTo>
                    <a:cubicBezTo>
                      <a:pt x="22908" y="19300"/>
                      <a:pt x="22563" y="19038"/>
                      <a:pt x="22218" y="18776"/>
                    </a:cubicBezTo>
                    <a:lnTo>
                      <a:pt x="22337" y="18776"/>
                    </a:lnTo>
                    <a:cubicBezTo>
                      <a:pt x="22849" y="18764"/>
                      <a:pt x="23361" y="18764"/>
                      <a:pt x="23873" y="18764"/>
                    </a:cubicBezTo>
                    <a:close/>
                    <a:moveTo>
                      <a:pt x="17574" y="18800"/>
                    </a:moveTo>
                    <a:cubicBezTo>
                      <a:pt x="17955" y="19085"/>
                      <a:pt x="18324" y="19395"/>
                      <a:pt x="18681" y="19716"/>
                    </a:cubicBezTo>
                    <a:cubicBezTo>
                      <a:pt x="18884" y="19895"/>
                      <a:pt x="19074" y="20097"/>
                      <a:pt x="19265" y="20288"/>
                    </a:cubicBezTo>
                    <a:lnTo>
                      <a:pt x="17741" y="20288"/>
                    </a:lnTo>
                    <a:cubicBezTo>
                      <a:pt x="17122" y="19824"/>
                      <a:pt x="16491" y="19395"/>
                      <a:pt x="15919" y="18847"/>
                    </a:cubicBezTo>
                    <a:cubicBezTo>
                      <a:pt x="15895" y="18835"/>
                      <a:pt x="15883" y="18823"/>
                      <a:pt x="15872" y="18812"/>
                    </a:cubicBezTo>
                    <a:cubicBezTo>
                      <a:pt x="16443" y="18812"/>
                      <a:pt x="17003" y="18812"/>
                      <a:pt x="17574" y="18800"/>
                    </a:cubicBezTo>
                    <a:close/>
                    <a:moveTo>
                      <a:pt x="21932" y="18776"/>
                    </a:moveTo>
                    <a:cubicBezTo>
                      <a:pt x="21884" y="18835"/>
                      <a:pt x="21884" y="18931"/>
                      <a:pt x="21944" y="18978"/>
                    </a:cubicBezTo>
                    <a:cubicBezTo>
                      <a:pt x="22313" y="19264"/>
                      <a:pt x="22670" y="19562"/>
                      <a:pt x="23039" y="19847"/>
                    </a:cubicBezTo>
                    <a:cubicBezTo>
                      <a:pt x="23218" y="19978"/>
                      <a:pt x="23384" y="20133"/>
                      <a:pt x="23563" y="20276"/>
                    </a:cubicBezTo>
                    <a:lnTo>
                      <a:pt x="21979" y="20276"/>
                    </a:lnTo>
                    <a:cubicBezTo>
                      <a:pt x="21741" y="20097"/>
                      <a:pt x="21467" y="19931"/>
                      <a:pt x="21229" y="19752"/>
                    </a:cubicBezTo>
                    <a:cubicBezTo>
                      <a:pt x="20848" y="19466"/>
                      <a:pt x="20467" y="19157"/>
                      <a:pt x="20098" y="18847"/>
                    </a:cubicBezTo>
                    <a:cubicBezTo>
                      <a:pt x="20074" y="18835"/>
                      <a:pt x="20051" y="18823"/>
                      <a:pt x="20027" y="18823"/>
                    </a:cubicBezTo>
                    <a:cubicBezTo>
                      <a:pt x="19943" y="18823"/>
                      <a:pt x="19872" y="18931"/>
                      <a:pt x="19955" y="19002"/>
                    </a:cubicBezTo>
                    <a:cubicBezTo>
                      <a:pt x="20301" y="19312"/>
                      <a:pt x="20658" y="19609"/>
                      <a:pt x="21027" y="19895"/>
                    </a:cubicBezTo>
                    <a:cubicBezTo>
                      <a:pt x="21182" y="20014"/>
                      <a:pt x="21336" y="20157"/>
                      <a:pt x="21491" y="20276"/>
                    </a:cubicBezTo>
                    <a:cubicBezTo>
                      <a:pt x="20908" y="20288"/>
                      <a:pt x="20313" y="20288"/>
                      <a:pt x="19729" y="20288"/>
                    </a:cubicBezTo>
                    <a:cubicBezTo>
                      <a:pt x="19265" y="19693"/>
                      <a:pt x="18586" y="19216"/>
                      <a:pt x="17943" y="18800"/>
                    </a:cubicBezTo>
                    <a:cubicBezTo>
                      <a:pt x="18634" y="18800"/>
                      <a:pt x="19336" y="18788"/>
                      <a:pt x="20027" y="18788"/>
                    </a:cubicBezTo>
                    <a:cubicBezTo>
                      <a:pt x="20670" y="18788"/>
                      <a:pt x="21301" y="18776"/>
                      <a:pt x="21932" y="18776"/>
                    </a:cubicBezTo>
                    <a:close/>
                    <a:moveTo>
                      <a:pt x="45117" y="18604"/>
                    </a:moveTo>
                    <a:cubicBezTo>
                      <a:pt x="45312" y="18604"/>
                      <a:pt x="45526" y="18609"/>
                      <a:pt x="45756" y="18609"/>
                    </a:cubicBezTo>
                    <a:cubicBezTo>
                      <a:pt x="45971" y="18943"/>
                      <a:pt x="46185" y="19276"/>
                      <a:pt x="46447" y="19574"/>
                    </a:cubicBezTo>
                    <a:cubicBezTo>
                      <a:pt x="46625" y="19812"/>
                      <a:pt x="46840" y="20074"/>
                      <a:pt x="47078" y="20288"/>
                    </a:cubicBezTo>
                    <a:cubicBezTo>
                      <a:pt x="46910" y="20291"/>
                      <a:pt x="46743" y="20293"/>
                      <a:pt x="46576" y="20293"/>
                    </a:cubicBezTo>
                    <a:cubicBezTo>
                      <a:pt x="46174" y="20293"/>
                      <a:pt x="45774" y="20284"/>
                      <a:pt x="45387" y="20276"/>
                    </a:cubicBezTo>
                    <a:cubicBezTo>
                      <a:pt x="45447" y="20216"/>
                      <a:pt x="45459" y="20133"/>
                      <a:pt x="45435" y="20062"/>
                    </a:cubicBezTo>
                    <a:cubicBezTo>
                      <a:pt x="45280" y="19693"/>
                      <a:pt x="44899" y="19395"/>
                      <a:pt x="44625" y="19133"/>
                    </a:cubicBezTo>
                    <a:cubicBezTo>
                      <a:pt x="44423" y="18954"/>
                      <a:pt x="44220" y="18788"/>
                      <a:pt x="44018" y="18621"/>
                    </a:cubicBezTo>
                    <a:cubicBezTo>
                      <a:pt x="44292" y="18621"/>
                      <a:pt x="44566" y="18609"/>
                      <a:pt x="44839" y="18609"/>
                    </a:cubicBezTo>
                    <a:cubicBezTo>
                      <a:pt x="44927" y="18605"/>
                      <a:pt x="45019" y="18604"/>
                      <a:pt x="45117" y="18604"/>
                    </a:cubicBezTo>
                    <a:close/>
                    <a:moveTo>
                      <a:pt x="15776" y="18812"/>
                    </a:moveTo>
                    <a:cubicBezTo>
                      <a:pt x="15693" y="18847"/>
                      <a:pt x="15633" y="18954"/>
                      <a:pt x="15717" y="19038"/>
                    </a:cubicBezTo>
                    <a:cubicBezTo>
                      <a:pt x="16157" y="19466"/>
                      <a:pt x="16622" y="19919"/>
                      <a:pt x="17110" y="20288"/>
                    </a:cubicBezTo>
                    <a:lnTo>
                      <a:pt x="16610" y="20288"/>
                    </a:lnTo>
                    <a:cubicBezTo>
                      <a:pt x="16181" y="20300"/>
                      <a:pt x="15741" y="20300"/>
                      <a:pt x="15300" y="20300"/>
                    </a:cubicBezTo>
                    <a:cubicBezTo>
                      <a:pt x="14705" y="19776"/>
                      <a:pt x="14038" y="19312"/>
                      <a:pt x="13419" y="18823"/>
                    </a:cubicBezTo>
                    <a:cubicBezTo>
                      <a:pt x="14205" y="18823"/>
                      <a:pt x="14990" y="18812"/>
                      <a:pt x="15776" y="18812"/>
                    </a:cubicBezTo>
                    <a:close/>
                    <a:moveTo>
                      <a:pt x="4168" y="18478"/>
                    </a:moveTo>
                    <a:cubicBezTo>
                      <a:pt x="4775" y="18573"/>
                      <a:pt x="5394" y="18621"/>
                      <a:pt x="5977" y="18657"/>
                    </a:cubicBezTo>
                    <a:cubicBezTo>
                      <a:pt x="6251" y="18954"/>
                      <a:pt x="6525" y="19240"/>
                      <a:pt x="6823" y="19514"/>
                    </a:cubicBezTo>
                    <a:cubicBezTo>
                      <a:pt x="7120" y="19788"/>
                      <a:pt x="7430" y="20133"/>
                      <a:pt x="7799" y="20312"/>
                    </a:cubicBezTo>
                    <a:cubicBezTo>
                      <a:pt x="7823" y="20324"/>
                      <a:pt x="7834" y="20324"/>
                      <a:pt x="7858" y="20324"/>
                    </a:cubicBezTo>
                    <a:lnTo>
                      <a:pt x="7858" y="20324"/>
                    </a:lnTo>
                    <a:cubicBezTo>
                      <a:pt x="7334" y="20324"/>
                      <a:pt x="6799" y="20300"/>
                      <a:pt x="6287" y="20240"/>
                    </a:cubicBezTo>
                    <a:cubicBezTo>
                      <a:pt x="6275" y="20228"/>
                      <a:pt x="6275" y="20228"/>
                      <a:pt x="6275" y="20216"/>
                    </a:cubicBezTo>
                    <a:cubicBezTo>
                      <a:pt x="5751" y="19526"/>
                      <a:pt x="4953" y="18966"/>
                      <a:pt x="4168" y="18478"/>
                    </a:cubicBezTo>
                    <a:close/>
                    <a:moveTo>
                      <a:pt x="10990" y="18812"/>
                    </a:moveTo>
                    <a:cubicBezTo>
                      <a:pt x="11692" y="18812"/>
                      <a:pt x="12395" y="18823"/>
                      <a:pt x="13109" y="18823"/>
                    </a:cubicBezTo>
                    <a:cubicBezTo>
                      <a:pt x="13085" y="18859"/>
                      <a:pt x="13085" y="18919"/>
                      <a:pt x="13145" y="18966"/>
                    </a:cubicBezTo>
                    <a:cubicBezTo>
                      <a:pt x="13681" y="19395"/>
                      <a:pt x="14205" y="19871"/>
                      <a:pt x="14752" y="20312"/>
                    </a:cubicBezTo>
                    <a:cubicBezTo>
                      <a:pt x="14121" y="20312"/>
                      <a:pt x="13478" y="20324"/>
                      <a:pt x="12847" y="20324"/>
                    </a:cubicBezTo>
                    <a:cubicBezTo>
                      <a:pt x="12502" y="20038"/>
                      <a:pt x="12109" y="19812"/>
                      <a:pt x="11764" y="19538"/>
                    </a:cubicBezTo>
                    <a:cubicBezTo>
                      <a:pt x="11490" y="19312"/>
                      <a:pt x="11240" y="19062"/>
                      <a:pt x="10990" y="18812"/>
                    </a:cubicBezTo>
                    <a:close/>
                    <a:moveTo>
                      <a:pt x="6335" y="18681"/>
                    </a:moveTo>
                    <a:lnTo>
                      <a:pt x="6335" y="18681"/>
                    </a:lnTo>
                    <a:cubicBezTo>
                      <a:pt x="6656" y="18692"/>
                      <a:pt x="6966" y="18704"/>
                      <a:pt x="7239" y="18716"/>
                    </a:cubicBezTo>
                    <a:cubicBezTo>
                      <a:pt x="7525" y="18728"/>
                      <a:pt x="7823" y="18740"/>
                      <a:pt x="8109" y="18740"/>
                    </a:cubicBezTo>
                    <a:cubicBezTo>
                      <a:pt x="8954" y="18764"/>
                      <a:pt x="9811" y="18788"/>
                      <a:pt x="10657" y="18800"/>
                    </a:cubicBezTo>
                    <a:cubicBezTo>
                      <a:pt x="10978" y="19133"/>
                      <a:pt x="11300" y="19466"/>
                      <a:pt x="11645" y="19764"/>
                    </a:cubicBezTo>
                    <a:cubicBezTo>
                      <a:pt x="11847" y="19955"/>
                      <a:pt x="12062" y="20145"/>
                      <a:pt x="12276" y="20324"/>
                    </a:cubicBezTo>
                    <a:cubicBezTo>
                      <a:pt x="11585" y="20336"/>
                      <a:pt x="10883" y="20347"/>
                      <a:pt x="10192" y="20347"/>
                    </a:cubicBezTo>
                    <a:cubicBezTo>
                      <a:pt x="9537" y="19824"/>
                      <a:pt x="8823" y="19371"/>
                      <a:pt x="8156" y="18859"/>
                    </a:cubicBezTo>
                    <a:cubicBezTo>
                      <a:pt x="8132" y="18859"/>
                      <a:pt x="8121" y="18847"/>
                      <a:pt x="8109" y="18847"/>
                    </a:cubicBezTo>
                    <a:cubicBezTo>
                      <a:pt x="8037" y="18847"/>
                      <a:pt x="8001" y="18954"/>
                      <a:pt x="8073" y="19002"/>
                    </a:cubicBezTo>
                    <a:cubicBezTo>
                      <a:pt x="8633" y="19443"/>
                      <a:pt x="9180" y="19907"/>
                      <a:pt x="9752" y="20347"/>
                    </a:cubicBezTo>
                    <a:cubicBezTo>
                      <a:pt x="9180" y="20336"/>
                      <a:pt x="8609" y="20336"/>
                      <a:pt x="8025" y="20336"/>
                    </a:cubicBezTo>
                    <a:cubicBezTo>
                      <a:pt x="7966" y="20336"/>
                      <a:pt x="7918" y="20336"/>
                      <a:pt x="7859" y="20324"/>
                    </a:cubicBezTo>
                    <a:cubicBezTo>
                      <a:pt x="7942" y="20324"/>
                      <a:pt x="7990" y="20216"/>
                      <a:pt x="7930" y="20145"/>
                    </a:cubicBezTo>
                    <a:cubicBezTo>
                      <a:pt x="7668" y="19812"/>
                      <a:pt x="7287" y="19550"/>
                      <a:pt x="6966" y="19264"/>
                    </a:cubicBezTo>
                    <a:cubicBezTo>
                      <a:pt x="6751" y="19073"/>
                      <a:pt x="6549" y="18871"/>
                      <a:pt x="6335" y="18681"/>
                    </a:cubicBezTo>
                    <a:close/>
                    <a:moveTo>
                      <a:pt x="30460" y="0"/>
                    </a:moveTo>
                    <a:cubicBezTo>
                      <a:pt x="25688" y="0"/>
                      <a:pt x="20917" y="125"/>
                      <a:pt x="16193" y="369"/>
                    </a:cubicBezTo>
                    <a:cubicBezTo>
                      <a:pt x="13312" y="524"/>
                      <a:pt x="10430" y="750"/>
                      <a:pt x="7561" y="1071"/>
                    </a:cubicBezTo>
                    <a:cubicBezTo>
                      <a:pt x="5787" y="1274"/>
                      <a:pt x="3822" y="1464"/>
                      <a:pt x="2322" y="2548"/>
                    </a:cubicBezTo>
                    <a:cubicBezTo>
                      <a:pt x="893" y="3572"/>
                      <a:pt x="465" y="5155"/>
                      <a:pt x="298" y="6846"/>
                    </a:cubicBezTo>
                    <a:cubicBezTo>
                      <a:pt x="36" y="9656"/>
                      <a:pt x="0" y="12549"/>
                      <a:pt x="322" y="15347"/>
                    </a:cubicBezTo>
                    <a:cubicBezTo>
                      <a:pt x="322" y="15418"/>
                      <a:pt x="358" y="15478"/>
                      <a:pt x="405" y="15525"/>
                    </a:cubicBezTo>
                    <a:cubicBezTo>
                      <a:pt x="429" y="16204"/>
                      <a:pt x="655" y="16728"/>
                      <a:pt x="1024" y="17133"/>
                    </a:cubicBezTo>
                    <a:cubicBezTo>
                      <a:pt x="1763" y="18431"/>
                      <a:pt x="2667" y="19597"/>
                      <a:pt x="4096" y="20216"/>
                    </a:cubicBezTo>
                    <a:cubicBezTo>
                      <a:pt x="5418" y="20779"/>
                      <a:pt x="6909" y="20880"/>
                      <a:pt x="8387" y="20880"/>
                    </a:cubicBezTo>
                    <a:cubicBezTo>
                      <a:pt x="9226" y="20880"/>
                      <a:pt x="10061" y="20848"/>
                      <a:pt x="10859" y="20848"/>
                    </a:cubicBezTo>
                    <a:cubicBezTo>
                      <a:pt x="16729" y="20848"/>
                      <a:pt x="22610" y="20836"/>
                      <a:pt x="28480" y="20812"/>
                    </a:cubicBezTo>
                    <a:cubicBezTo>
                      <a:pt x="30147" y="20812"/>
                      <a:pt x="31814" y="20812"/>
                      <a:pt x="33481" y="20800"/>
                    </a:cubicBezTo>
                    <a:cubicBezTo>
                      <a:pt x="33505" y="20836"/>
                      <a:pt x="33528" y="20859"/>
                      <a:pt x="33564" y="20895"/>
                    </a:cubicBezTo>
                    <a:cubicBezTo>
                      <a:pt x="33599" y="20934"/>
                      <a:pt x="33639" y="20950"/>
                      <a:pt x="33677" y="20950"/>
                    </a:cubicBezTo>
                    <a:cubicBezTo>
                      <a:pt x="33758" y="20950"/>
                      <a:pt x="33834" y="20880"/>
                      <a:pt x="33850" y="20800"/>
                    </a:cubicBezTo>
                    <a:cubicBezTo>
                      <a:pt x="37934" y="20788"/>
                      <a:pt x="42018" y="20776"/>
                      <a:pt x="46113" y="20776"/>
                    </a:cubicBezTo>
                    <a:cubicBezTo>
                      <a:pt x="46403" y="20778"/>
                      <a:pt x="46701" y="20782"/>
                      <a:pt x="47003" y="20782"/>
                    </a:cubicBezTo>
                    <a:cubicBezTo>
                      <a:pt x="48575" y="20782"/>
                      <a:pt x="50260" y="20680"/>
                      <a:pt x="51519" y="19681"/>
                    </a:cubicBezTo>
                    <a:cubicBezTo>
                      <a:pt x="53007" y="18490"/>
                      <a:pt x="53257" y="16323"/>
                      <a:pt x="53400" y="14549"/>
                    </a:cubicBezTo>
                    <a:cubicBezTo>
                      <a:pt x="53519" y="13025"/>
                      <a:pt x="53460" y="11489"/>
                      <a:pt x="53412" y="9953"/>
                    </a:cubicBezTo>
                    <a:cubicBezTo>
                      <a:pt x="53364" y="8310"/>
                      <a:pt x="53567" y="6679"/>
                      <a:pt x="53555" y="5036"/>
                    </a:cubicBezTo>
                    <a:cubicBezTo>
                      <a:pt x="53531" y="3119"/>
                      <a:pt x="51757" y="1821"/>
                      <a:pt x="50138" y="1167"/>
                    </a:cubicBezTo>
                    <a:cubicBezTo>
                      <a:pt x="50114" y="1143"/>
                      <a:pt x="50078" y="1143"/>
                      <a:pt x="50054" y="1143"/>
                    </a:cubicBezTo>
                    <a:cubicBezTo>
                      <a:pt x="48911" y="524"/>
                      <a:pt x="47435" y="536"/>
                      <a:pt x="46185" y="464"/>
                    </a:cubicBezTo>
                    <a:cubicBezTo>
                      <a:pt x="40979" y="152"/>
                      <a:pt x="35718" y="0"/>
                      <a:pt x="30460"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5" name="Google Shape;495;p19"/>
              <p:cNvSpPr/>
              <p:nvPr/>
            </p:nvSpPr>
            <p:spPr>
              <a:xfrm>
                <a:off x="2923099" y="1107719"/>
                <a:ext cx="1171115" cy="392644"/>
              </a:xfrm>
              <a:custGeom>
                <a:rect b="b" l="l" r="r" t="t"/>
                <a:pathLst>
                  <a:path extrusionOk="0" h="17341" w="51722">
                    <a:moveTo>
                      <a:pt x="27108" y="1"/>
                    </a:moveTo>
                    <a:cubicBezTo>
                      <a:pt x="22462" y="1"/>
                      <a:pt x="17818" y="105"/>
                      <a:pt x="13181" y="430"/>
                    </a:cubicBezTo>
                    <a:cubicBezTo>
                      <a:pt x="11193" y="561"/>
                      <a:pt x="9192" y="728"/>
                      <a:pt x="7204" y="954"/>
                    </a:cubicBezTo>
                    <a:cubicBezTo>
                      <a:pt x="5478" y="1168"/>
                      <a:pt x="3406" y="1335"/>
                      <a:pt x="2049" y="2561"/>
                    </a:cubicBezTo>
                    <a:cubicBezTo>
                      <a:pt x="453" y="4002"/>
                      <a:pt x="584" y="6585"/>
                      <a:pt x="513" y="8550"/>
                    </a:cubicBezTo>
                    <a:cubicBezTo>
                      <a:pt x="453" y="10288"/>
                      <a:pt x="489" y="12015"/>
                      <a:pt x="477" y="13753"/>
                    </a:cubicBezTo>
                    <a:cubicBezTo>
                      <a:pt x="560" y="13801"/>
                      <a:pt x="620" y="13896"/>
                      <a:pt x="596" y="14015"/>
                    </a:cubicBezTo>
                    <a:cubicBezTo>
                      <a:pt x="0" y="17168"/>
                      <a:pt x="4287" y="17273"/>
                      <a:pt x="6813" y="17273"/>
                    </a:cubicBezTo>
                    <a:cubicBezTo>
                      <a:pt x="6994" y="17273"/>
                      <a:pt x="7165" y="17273"/>
                      <a:pt x="7325" y="17273"/>
                    </a:cubicBezTo>
                    <a:cubicBezTo>
                      <a:pt x="7522" y="17273"/>
                      <a:pt x="7701" y="17274"/>
                      <a:pt x="7859" y="17277"/>
                    </a:cubicBezTo>
                    <a:cubicBezTo>
                      <a:pt x="9622" y="17323"/>
                      <a:pt x="11392" y="17341"/>
                      <a:pt x="13164" y="17341"/>
                    </a:cubicBezTo>
                    <a:cubicBezTo>
                      <a:pt x="13677" y="17341"/>
                      <a:pt x="14191" y="17339"/>
                      <a:pt x="14705" y="17337"/>
                    </a:cubicBezTo>
                    <a:cubicBezTo>
                      <a:pt x="19134" y="17325"/>
                      <a:pt x="23563" y="17289"/>
                      <a:pt x="27992" y="17265"/>
                    </a:cubicBezTo>
                    <a:cubicBezTo>
                      <a:pt x="32005" y="17230"/>
                      <a:pt x="36017" y="17218"/>
                      <a:pt x="40029" y="17194"/>
                    </a:cubicBezTo>
                    <a:cubicBezTo>
                      <a:pt x="41923" y="17170"/>
                      <a:pt x="43828" y="17182"/>
                      <a:pt x="45733" y="17087"/>
                    </a:cubicBezTo>
                    <a:cubicBezTo>
                      <a:pt x="46149" y="17063"/>
                      <a:pt x="46554" y="17039"/>
                      <a:pt x="46971" y="17003"/>
                    </a:cubicBezTo>
                    <a:cubicBezTo>
                      <a:pt x="48078" y="16908"/>
                      <a:pt x="48173" y="16920"/>
                      <a:pt x="49102" y="16134"/>
                    </a:cubicBezTo>
                    <a:cubicBezTo>
                      <a:pt x="50162" y="15229"/>
                      <a:pt x="49971" y="15491"/>
                      <a:pt x="49935" y="14336"/>
                    </a:cubicBezTo>
                    <a:cubicBezTo>
                      <a:pt x="49924" y="13896"/>
                      <a:pt x="49924" y="13467"/>
                      <a:pt x="49924" y="13039"/>
                    </a:cubicBezTo>
                    <a:cubicBezTo>
                      <a:pt x="49924" y="11276"/>
                      <a:pt x="50019" y="9514"/>
                      <a:pt x="50257" y="7764"/>
                    </a:cubicBezTo>
                    <a:cubicBezTo>
                      <a:pt x="50543" y="5669"/>
                      <a:pt x="51721" y="2287"/>
                      <a:pt x="49304" y="930"/>
                    </a:cubicBezTo>
                    <a:cubicBezTo>
                      <a:pt x="48221" y="323"/>
                      <a:pt x="46599" y="255"/>
                      <a:pt x="45113" y="255"/>
                    </a:cubicBezTo>
                    <a:cubicBezTo>
                      <a:pt x="44683" y="255"/>
                      <a:pt x="44264" y="261"/>
                      <a:pt x="43873" y="261"/>
                    </a:cubicBezTo>
                    <a:cubicBezTo>
                      <a:pt x="43627" y="261"/>
                      <a:pt x="43392" y="259"/>
                      <a:pt x="43173" y="251"/>
                    </a:cubicBezTo>
                    <a:cubicBezTo>
                      <a:pt x="41172" y="192"/>
                      <a:pt x="39172" y="156"/>
                      <a:pt x="37184" y="120"/>
                    </a:cubicBezTo>
                    <a:cubicBezTo>
                      <a:pt x="33827" y="55"/>
                      <a:pt x="30467" y="1"/>
                      <a:pt x="27108" y="1"/>
                    </a:cubicBezTo>
                    <a:close/>
                  </a:path>
                </a:pathLst>
              </a:custGeom>
              <a:solidFill>
                <a:srgbClr val="F4F4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numeración de bucles puede ser paralela o serie.</a:t>
                </a:r>
                <a:endParaRPr b="0" i="0" sz="2000" u="none" cap="none" strike="noStrike">
                  <a:solidFill>
                    <a:srgbClr val="000000"/>
                  </a:solidFill>
                  <a:latin typeface="Times New Roman"/>
                  <a:ea typeface="Times New Roman"/>
                  <a:cs typeface="Times New Roman"/>
                  <a:sym typeface="Times New Roman"/>
                </a:endParaRPr>
              </a:p>
            </p:txBody>
          </p:sp>
          <p:sp>
            <p:nvSpPr>
              <p:cNvPr id="496" name="Google Shape;496;p19"/>
              <p:cNvSpPr/>
              <p:nvPr/>
            </p:nvSpPr>
            <p:spPr>
              <a:xfrm>
                <a:off x="3368443" y="1514254"/>
                <a:ext cx="80087" cy="33986"/>
              </a:xfrm>
              <a:custGeom>
                <a:rect b="b" l="l" r="r" t="t"/>
                <a:pathLst>
                  <a:path extrusionOk="0" h="1501" w="3537">
                    <a:moveTo>
                      <a:pt x="1906" y="1"/>
                    </a:moveTo>
                    <a:cubicBezTo>
                      <a:pt x="1275" y="1"/>
                      <a:pt x="644" y="13"/>
                      <a:pt x="1" y="13"/>
                    </a:cubicBezTo>
                    <a:lnTo>
                      <a:pt x="1" y="48"/>
                    </a:lnTo>
                    <a:cubicBezTo>
                      <a:pt x="25" y="48"/>
                      <a:pt x="48" y="60"/>
                      <a:pt x="72" y="72"/>
                    </a:cubicBezTo>
                    <a:cubicBezTo>
                      <a:pt x="441" y="382"/>
                      <a:pt x="822" y="691"/>
                      <a:pt x="1203" y="977"/>
                    </a:cubicBezTo>
                    <a:cubicBezTo>
                      <a:pt x="1441" y="1156"/>
                      <a:pt x="1715" y="1322"/>
                      <a:pt x="1953" y="1501"/>
                    </a:cubicBezTo>
                    <a:lnTo>
                      <a:pt x="3537" y="1501"/>
                    </a:lnTo>
                    <a:cubicBezTo>
                      <a:pt x="3358" y="1358"/>
                      <a:pt x="3192" y="1203"/>
                      <a:pt x="3013" y="1072"/>
                    </a:cubicBezTo>
                    <a:cubicBezTo>
                      <a:pt x="2644" y="787"/>
                      <a:pt x="2287" y="489"/>
                      <a:pt x="1918" y="203"/>
                    </a:cubicBezTo>
                    <a:cubicBezTo>
                      <a:pt x="1858" y="156"/>
                      <a:pt x="1858" y="60"/>
                      <a:pt x="190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7" name="Google Shape;497;p19"/>
              <p:cNvSpPr/>
              <p:nvPr/>
            </p:nvSpPr>
            <p:spPr>
              <a:xfrm>
                <a:off x="3321280" y="1514525"/>
                <a:ext cx="80358" cy="33986"/>
              </a:xfrm>
              <a:custGeom>
                <a:rect b="b" l="l" r="r" t="t"/>
                <a:pathLst>
                  <a:path extrusionOk="0" h="1501" w="3549">
                    <a:moveTo>
                      <a:pt x="2084" y="1"/>
                    </a:moveTo>
                    <a:cubicBezTo>
                      <a:pt x="1393" y="1"/>
                      <a:pt x="691" y="13"/>
                      <a:pt x="0" y="13"/>
                    </a:cubicBezTo>
                    <a:cubicBezTo>
                      <a:pt x="643" y="429"/>
                      <a:pt x="1322" y="906"/>
                      <a:pt x="1786" y="1501"/>
                    </a:cubicBezTo>
                    <a:cubicBezTo>
                      <a:pt x="2370" y="1501"/>
                      <a:pt x="2965" y="1501"/>
                      <a:pt x="3548" y="1489"/>
                    </a:cubicBezTo>
                    <a:cubicBezTo>
                      <a:pt x="3393" y="1370"/>
                      <a:pt x="3239" y="1227"/>
                      <a:pt x="3084" y="1108"/>
                    </a:cubicBezTo>
                    <a:cubicBezTo>
                      <a:pt x="2715" y="822"/>
                      <a:pt x="2358" y="525"/>
                      <a:pt x="2012" y="215"/>
                    </a:cubicBezTo>
                    <a:cubicBezTo>
                      <a:pt x="1929" y="144"/>
                      <a:pt x="2000" y="36"/>
                      <a:pt x="2084" y="36"/>
                    </a:cubicBezTo>
                    <a:lnTo>
                      <a:pt x="2084" y="1"/>
                    </a:ln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8" name="Google Shape;498;p19"/>
              <p:cNvSpPr/>
              <p:nvPr/>
            </p:nvSpPr>
            <p:spPr>
              <a:xfrm>
                <a:off x="3274366" y="1514797"/>
                <a:ext cx="76849" cy="33715"/>
              </a:xfrm>
              <a:custGeom>
                <a:rect b="b" l="l" r="r" t="t"/>
                <a:pathLst>
                  <a:path extrusionOk="0" h="1489" w="3394">
                    <a:moveTo>
                      <a:pt x="1691" y="1"/>
                    </a:moveTo>
                    <a:cubicBezTo>
                      <a:pt x="1132" y="13"/>
                      <a:pt x="560" y="13"/>
                      <a:pt x="1" y="13"/>
                    </a:cubicBezTo>
                    <a:cubicBezTo>
                      <a:pt x="12" y="24"/>
                      <a:pt x="24" y="36"/>
                      <a:pt x="48" y="48"/>
                    </a:cubicBezTo>
                    <a:cubicBezTo>
                      <a:pt x="620" y="596"/>
                      <a:pt x="1239" y="1025"/>
                      <a:pt x="1870" y="1489"/>
                    </a:cubicBezTo>
                    <a:lnTo>
                      <a:pt x="3394" y="1489"/>
                    </a:lnTo>
                    <a:cubicBezTo>
                      <a:pt x="3203" y="1298"/>
                      <a:pt x="3013" y="1096"/>
                      <a:pt x="2810" y="917"/>
                    </a:cubicBezTo>
                    <a:cubicBezTo>
                      <a:pt x="2453" y="596"/>
                      <a:pt x="2084" y="286"/>
                      <a:pt x="169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9" name="Google Shape;499;p19"/>
              <p:cNvSpPr/>
              <p:nvPr/>
            </p:nvSpPr>
            <p:spPr>
              <a:xfrm>
                <a:off x="3218825" y="1515069"/>
                <a:ext cx="83868" cy="33715"/>
              </a:xfrm>
              <a:custGeom>
                <a:rect b="b" l="l" r="r" t="t"/>
                <a:pathLst>
                  <a:path extrusionOk="0" h="1489" w="3704">
                    <a:moveTo>
                      <a:pt x="2358" y="1"/>
                    </a:moveTo>
                    <a:cubicBezTo>
                      <a:pt x="1572" y="1"/>
                      <a:pt x="787" y="12"/>
                      <a:pt x="1" y="12"/>
                    </a:cubicBezTo>
                    <a:cubicBezTo>
                      <a:pt x="620" y="501"/>
                      <a:pt x="1287" y="965"/>
                      <a:pt x="1882" y="1489"/>
                    </a:cubicBezTo>
                    <a:cubicBezTo>
                      <a:pt x="2323" y="1489"/>
                      <a:pt x="2763" y="1489"/>
                      <a:pt x="3192" y="1477"/>
                    </a:cubicBezTo>
                    <a:lnTo>
                      <a:pt x="3704" y="1477"/>
                    </a:lnTo>
                    <a:cubicBezTo>
                      <a:pt x="3204" y="1108"/>
                      <a:pt x="2739" y="655"/>
                      <a:pt x="2299" y="227"/>
                    </a:cubicBezTo>
                    <a:cubicBezTo>
                      <a:pt x="2215" y="143"/>
                      <a:pt x="2275" y="36"/>
                      <a:pt x="2358"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0" name="Google Shape;500;p19"/>
              <p:cNvSpPr/>
              <p:nvPr/>
            </p:nvSpPr>
            <p:spPr>
              <a:xfrm>
                <a:off x="3163828" y="1515069"/>
                <a:ext cx="85226" cy="34258"/>
              </a:xfrm>
              <a:custGeom>
                <a:rect b="b" l="l" r="r" t="t"/>
                <a:pathLst>
                  <a:path extrusionOk="0" h="1513" w="3764">
                    <a:moveTo>
                      <a:pt x="1" y="1"/>
                    </a:moveTo>
                    <a:cubicBezTo>
                      <a:pt x="251" y="251"/>
                      <a:pt x="501" y="501"/>
                      <a:pt x="787" y="727"/>
                    </a:cubicBezTo>
                    <a:cubicBezTo>
                      <a:pt x="1120" y="1001"/>
                      <a:pt x="1513" y="1227"/>
                      <a:pt x="1858" y="1513"/>
                    </a:cubicBezTo>
                    <a:cubicBezTo>
                      <a:pt x="2489" y="1513"/>
                      <a:pt x="3132" y="1501"/>
                      <a:pt x="3763" y="1501"/>
                    </a:cubicBezTo>
                    <a:cubicBezTo>
                      <a:pt x="3216" y="1060"/>
                      <a:pt x="2692" y="584"/>
                      <a:pt x="2156" y="155"/>
                    </a:cubicBezTo>
                    <a:cubicBezTo>
                      <a:pt x="2096" y="108"/>
                      <a:pt x="2096" y="48"/>
                      <a:pt x="2120" y="12"/>
                    </a:cubicBezTo>
                    <a:cubicBezTo>
                      <a:pt x="1406" y="12"/>
                      <a:pt x="703" y="1"/>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1" name="Google Shape;501;p19"/>
              <p:cNvSpPr/>
              <p:nvPr/>
            </p:nvSpPr>
            <p:spPr>
              <a:xfrm>
                <a:off x="3098597" y="1513461"/>
                <a:ext cx="94374" cy="36409"/>
              </a:xfrm>
              <a:custGeom>
                <a:rect b="b" l="l" r="r" t="t"/>
                <a:pathLst>
                  <a:path extrusionOk="0" h="1608" w="4168">
                    <a:moveTo>
                      <a:pt x="1" y="0"/>
                    </a:moveTo>
                    <a:lnTo>
                      <a:pt x="1" y="107"/>
                    </a:lnTo>
                    <a:cubicBezTo>
                      <a:pt x="13" y="107"/>
                      <a:pt x="24" y="119"/>
                      <a:pt x="48" y="119"/>
                    </a:cubicBezTo>
                    <a:cubicBezTo>
                      <a:pt x="715" y="619"/>
                      <a:pt x="1429" y="1084"/>
                      <a:pt x="2084" y="1607"/>
                    </a:cubicBezTo>
                    <a:cubicBezTo>
                      <a:pt x="2775" y="1607"/>
                      <a:pt x="3477" y="1596"/>
                      <a:pt x="4168" y="1584"/>
                    </a:cubicBezTo>
                    <a:cubicBezTo>
                      <a:pt x="3954" y="1405"/>
                      <a:pt x="3739" y="1215"/>
                      <a:pt x="3537" y="1024"/>
                    </a:cubicBezTo>
                    <a:cubicBezTo>
                      <a:pt x="3192" y="726"/>
                      <a:pt x="2870" y="405"/>
                      <a:pt x="2549" y="60"/>
                    </a:cubicBezTo>
                    <a:cubicBezTo>
                      <a:pt x="1703" y="48"/>
                      <a:pt x="846" y="24"/>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2" name="Google Shape;502;p19"/>
              <p:cNvSpPr/>
              <p:nvPr/>
            </p:nvSpPr>
            <p:spPr>
              <a:xfrm>
                <a:off x="3058430" y="1512103"/>
                <a:ext cx="77392" cy="37768"/>
              </a:xfrm>
              <a:custGeom>
                <a:rect b="b" l="l" r="r" t="t"/>
                <a:pathLst>
                  <a:path extrusionOk="0" h="1668" w="3418">
                    <a:moveTo>
                      <a:pt x="1" y="1"/>
                    </a:moveTo>
                    <a:lnTo>
                      <a:pt x="1" y="1"/>
                    </a:lnTo>
                    <a:cubicBezTo>
                      <a:pt x="215" y="191"/>
                      <a:pt x="417" y="393"/>
                      <a:pt x="632" y="584"/>
                    </a:cubicBezTo>
                    <a:cubicBezTo>
                      <a:pt x="953" y="870"/>
                      <a:pt x="1334" y="1132"/>
                      <a:pt x="1596" y="1465"/>
                    </a:cubicBezTo>
                    <a:cubicBezTo>
                      <a:pt x="1656" y="1536"/>
                      <a:pt x="1608" y="1644"/>
                      <a:pt x="1525" y="1644"/>
                    </a:cubicBezTo>
                    <a:cubicBezTo>
                      <a:pt x="1584" y="1656"/>
                      <a:pt x="1632" y="1656"/>
                      <a:pt x="1691" y="1656"/>
                    </a:cubicBezTo>
                    <a:cubicBezTo>
                      <a:pt x="2275" y="1656"/>
                      <a:pt x="2846" y="1656"/>
                      <a:pt x="3418" y="1667"/>
                    </a:cubicBezTo>
                    <a:cubicBezTo>
                      <a:pt x="2846" y="1227"/>
                      <a:pt x="2299" y="763"/>
                      <a:pt x="1739" y="322"/>
                    </a:cubicBezTo>
                    <a:cubicBezTo>
                      <a:pt x="1667" y="274"/>
                      <a:pt x="1703" y="167"/>
                      <a:pt x="1775" y="167"/>
                    </a:cubicBezTo>
                    <a:lnTo>
                      <a:pt x="1775" y="60"/>
                    </a:lnTo>
                    <a:cubicBezTo>
                      <a:pt x="1489" y="60"/>
                      <a:pt x="1191" y="48"/>
                      <a:pt x="905" y="36"/>
                    </a:cubicBezTo>
                    <a:cubicBezTo>
                      <a:pt x="632" y="24"/>
                      <a:pt x="322" y="12"/>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3" name="Google Shape;503;p19"/>
              <p:cNvSpPr/>
              <p:nvPr/>
            </p:nvSpPr>
            <p:spPr>
              <a:xfrm>
                <a:off x="3009365" y="1507529"/>
                <a:ext cx="83596" cy="41798"/>
              </a:xfrm>
              <a:custGeom>
                <a:rect b="b" l="l" r="r" t="t"/>
                <a:pathLst>
                  <a:path extrusionOk="0" h="1846" w="3692">
                    <a:moveTo>
                      <a:pt x="1" y="0"/>
                    </a:moveTo>
                    <a:lnTo>
                      <a:pt x="1" y="0"/>
                    </a:lnTo>
                    <a:cubicBezTo>
                      <a:pt x="786" y="488"/>
                      <a:pt x="1584" y="1048"/>
                      <a:pt x="2108" y="1738"/>
                    </a:cubicBezTo>
                    <a:cubicBezTo>
                      <a:pt x="2108" y="1750"/>
                      <a:pt x="2108" y="1750"/>
                      <a:pt x="2120" y="1762"/>
                    </a:cubicBezTo>
                    <a:cubicBezTo>
                      <a:pt x="2632" y="1810"/>
                      <a:pt x="3167" y="1846"/>
                      <a:pt x="3690" y="1846"/>
                    </a:cubicBezTo>
                    <a:lnTo>
                      <a:pt x="3690" y="1846"/>
                    </a:lnTo>
                    <a:cubicBezTo>
                      <a:pt x="3667" y="1846"/>
                      <a:pt x="3655" y="1845"/>
                      <a:pt x="3632" y="1834"/>
                    </a:cubicBezTo>
                    <a:cubicBezTo>
                      <a:pt x="3263" y="1655"/>
                      <a:pt x="2953" y="1310"/>
                      <a:pt x="2656" y="1036"/>
                    </a:cubicBezTo>
                    <a:cubicBezTo>
                      <a:pt x="2358" y="762"/>
                      <a:pt x="2084" y="476"/>
                      <a:pt x="1810" y="179"/>
                    </a:cubicBezTo>
                    <a:cubicBezTo>
                      <a:pt x="1227" y="143"/>
                      <a:pt x="608" y="95"/>
                      <a:pt x="1" y="0"/>
                    </a:cubicBezTo>
                    <a:close/>
                    <a:moveTo>
                      <a:pt x="3690" y="1846"/>
                    </a:moveTo>
                    <a:cubicBezTo>
                      <a:pt x="3691" y="1846"/>
                      <a:pt x="3691" y="1846"/>
                      <a:pt x="3692" y="1846"/>
                    </a:cubicBezTo>
                    <a:cubicBezTo>
                      <a:pt x="3691" y="1846"/>
                      <a:pt x="3691" y="1846"/>
                      <a:pt x="3690" y="1846"/>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4" name="Google Shape;504;p19"/>
              <p:cNvSpPr/>
              <p:nvPr/>
            </p:nvSpPr>
            <p:spPr>
              <a:xfrm>
                <a:off x="2958149" y="1492155"/>
                <a:ext cx="86562" cy="53391"/>
              </a:xfrm>
              <a:custGeom>
                <a:rect b="b" l="l" r="r" t="t"/>
                <a:pathLst>
                  <a:path extrusionOk="0" h="2358" w="3823">
                    <a:moveTo>
                      <a:pt x="0" y="1"/>
                    </a:moveTo>
                    <a:lnTo>
                      <a:pt x="0" y="1"/>
                    </a:lnTo>
                    <a:cubicBezTo>
                      <a:pt x="524" y="691"/>
                      <a:pt x="1132" y="1310"/>
                      <a:pt x="1917" y="1739"/>
                    </a:cubicBezTo>
                    <a:cubicBezTo>
                      <a:pt x="2513" y="2060"/>
                      <a:pt x="3168" y="2239"/>
                      <a:pt x="3822" y="2358"/>
                    </a:cubicBezTo>
                    <a:cubicBezTo>
                      <a:pt x="3513" y="2108"/>
                      <a:pt x="3227" y="1810"/>
                      <a:pt x="2918" y="1560"/>
                    </a:cubicBezTo>
                    <a:cubicBezTo>
                      <a:pt x="2489" y="1215"/>
                      <a:pt x="2048" y="882"/>
                      <a:pt x="1596" y="560"/>
                    </a:cubicBezTo>
                    <a:cubicBezTo>
                      <a:pt x="1024" y="429"/>
                      <a:pt x="465" y="251"/>
                      <a:pt x="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505" name="Google Shape;505;p19"/>
          <p:cNvGrpSpPr/>
          <p:nvPr/>
        </p:nvGrpSpPr>
        <p:grpSpPr>
          <a:xfrm>
            <a:off x="6692554" y="716774"/>
            <a:ext cx="4445947" cy="4528254"/>
            <a:chOff x="6692554" y="716774"/>
            <a:chExt cx="4445947" cy="4528254"/>
          </a:xfrm>
        </p:grpSpPr>
        <p:sp>
          <p:nvSpPr>
            <p:cNvPr id="506" name="Google Shape;506;p19"/>
            <p:cNvSpPr/>
            <p:nvPr/>
          </p:nvSpPr>
          <p:spPr>
            <a:xfrm flipH="1">
              <a:off x="6692554" y="1795109"/>
              <a:ext cx="2667067" cy="3449919"/>
            </a:xfrm>
            <a:custGeom>
              <a:rect b="b" l="l" r="r" t="t"/>
              <a:pathLst>
                <a:path extrusionOk="0" h="29912" w="22080">
                  <a:moveTo>
                    <a:pt x="10278" y="1"/>
                  </a:moveTo>
                  <a:cubicBezTo>
                    <a:pt x="6932" y="1"/>
                    <a:pt x="3620" y="324"/>
                    <a:pt x="315" y="987"/>
                  </a:cubicBezTo>
                  <a:cubicBezTo>
                    <a:pt x="0" y="1045"/>
                    <a:pt x="61" y="1548"/>
                    <a:pt x="365" y="1548"/>
                  </a:cubicBezTo>
                  <a:cubicBezTo>
                    <a:pt x="372" y="1548"/>
                    <a:pt x="379" y="1547"/>
                    <a:pt x="386" y="1547"/>
                  </a:cubicBezTo>
                  <a:cubicBezTo>
                    <a:pt x="3232" y="1367"/>
                    <a:pt x="6091" y="1262"/>
                    <a:pt x="8944" y="1262"/>
                  </a:cubicBezTo>
                  <a:cubicBezTo>
                    <a:pt x="9874" y="1262"/>
                    <a:pt x="10804" y="1273"/>
                    <a:pt x="11733" y="1297"/>
                  </a:cubicBezTo>
                  <a:cubicBezTo>
                    <a:pt x="13638" y="1344"/>
                    <a:pt x="15531" y="1463"/>
                    <a:pt x="17412" y="1666"/>
                  </a:cubicBezTo>
                  <a:cubicBezTo>
                    <a:pt x="18591" y="1797"/>
                    <a:pt x="19996" y="1892"/>
                    <a:pt x="20317" y="3249"/>
                  </a:cubicBezTo>
                  <a:cubicBezTo>
                    <a:pt x="20531" y="4190"/>
                    <a:pt x="20353" y="5393"/>
                    <a:pt x="20353" y="6345"/>
                  </a:cubicBezTo>
                  <a:cubicBezTo>
                    <a:pt x="20412" y="13977"/>
                    <a:pt x="20412" y="21633"/>
                    <a:pt x="20698" y="29265"/>
                  </a:cubicBezTo>
                  <a:cubicBezTo>
                    <a:pt x="20716" y="29695"/>
                    <a:pt x="21058" y="29912"/>
                    <a:pt x="21394" y="29912"/>
                  </a:cubicBezTo>
                  <a:cubicBezTo>
                    <a:pt x="21727" y="29912"/>
                    <a:pt x="22055" y="29698"/>
                    <a:pt x="22055" y="29265"/>
                  </a:cubicBezTo>
                  <a:cubicBezTo>
                    <a:pt x="22079" y="24764"/>
                    <a:pt x="21912" y="20275"/>
                    <a:pt x="21841" y="15775"/>
                  </a:cubicBezTo>
                  <a:cubicBezTo>
                    <a:pt x="21793" y="13536"/>
                    <a:pt x="21758" y="11286"/>
                    <a:pt x="21722" y="9036"/>
                  </a:cubicBezTo>
                  <a:cubicBezTo>
                    <a:pt x="21674" y="7036"/>
                    <a:pt x="21924" y="4738"/>
                    <a:pt x="21496" y="2773"/>
                  </a:cubicBezTo>
                  <a:cubicBezTo>
                    <a:pt x="21246" y="1583"/>
                    <a:pt x="20388" y="975"/>
                    <a:pt x="19234" y="701"/>
                  </a:cubicBezTo>
                  <a:cubicBezTo>
                    <a:pt x="17364" y="261"/>
                    <a:pt x="15316" y="201"/>
                    <a:pt x="13411" y="94"/>
                  </a:cubicBezTo>
                  <a:cubicBezTo>
                    <a:pt x="12363" y="32"/>
                    <a:pt x="11319" y="1"/>
                    <a:pt x="10278" y="1"/>
                  </a:cubicBezTo>
                  <a:close/>
                </a:path>
              </a:pathLst>
            </a:custGeom>
            <a:solidFill>
              <a:srgbClr val="FFC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07" name="Google Shape;507;p19"/>
            <p:cNvGrpSpPr/>
            <p:nvPr/>
          </p:nvGrpSpPr>
          <p:grpSpPr>
            <a:xfrm flipH="1">
              <a:off x="7729836" y="716774"/>
              <a:ext cx="3408665" cy="1711155"/>
              <a:chOff x="2915016" y="1089153"/>
              <a:chExt cx="1212891" cy="474360"/>
            </a:xfrm>
          </p:grpSpPr>
          <p:sp>
            <p:nvSpPr>
              <p:cNvPr id="508" name="Google Shape;508;p19"/>
              <p:cNvSpPr/>
              <p:nvPr/>
            </p:nvSpPr>
            <p:spPr>
              <a:xfrm>
                <a:off x="4077452" y="1144399"/>
                <a:ext cx="30749" cy="46394"/>
              </a:xfrm>
              <a:custGeom>
                <a:rect b="b" l="l" r="r" t="t"/>
                <a:pathLst>
                  <a:path extrusionOk="0" h="2049" w="1358">
                    <a:moveTo>
                      <a:pt x="0" y="0"/>
                    </a:moveTo>
                    <a:lnTo>
                      <a:pt x="0" y="0"/>
                    </a:lnTo>
                    <a:cubicBezTo>
                      <a:pt x="226" y="417"/>
                      <a:pt x="369" y="870"/>
                      <a:pt x="441" y="1334"/>
                    </a:cubicBezTo>
                    <a:cubicBezTo>
                      <a:pt x="762" y="1548"/>
                      <a:pt x="1072" y="1786"/>
                      <a:pt x="1358" y="2048"/>
                    </a:cubicBezTo>
                    <a:cubicBezTo>
                      <a:pt x="1131" y="1215"/>
                      <a:pt x="655" y="548"/>
                      <a:pt x="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9" name="Google Shape;509;p19"/>
              <p:cNvSpPr/>
              <p:nvPr/>
            </p:nvSpPr>
            <p:spPr>
              <a:xfrm>
                <a:off x="4087958" y="1185652"/>
                <a:ext cx="24024" cy="53391"/>
              </a:xfrm>
              <a:custGeom>
                <a:rect b="b" l="l" r="r" t="t"/>
                <a:pathLst>
                  <a:path extrusionOk="0" h="2358" w="1061">
                    <a:moveTo>
                      <a:pt x="36" y="0"/>
                    </a:moveTo>
                    <a:lnTo>
                      <a:pt x="36" y="0"/>
                    </a:lnTo>
                    <a:cubicBezTo>
                      <a:pt x="72" y="524"/>
                      <a:pt x="48" y="1048"/>
                      <a:pt x="1" y="1560"/>
                    </a:cubicBezTo>
                    <a:cubicBezTo>
                      <a:pt x="358" y="1786"/>
                      <a:pt x="739" y="2048"/>
                      <a:pt x="1048" y="2358"/>
                    </a:cubicBezTo>
                    <a:cubicBezTo>
                      <a:pt x="1048" y="2048"/>
                      <a:pt x="1060" y="1738"/>
                      <a:pt x="1060" y="1429"/>
                    </a:cubicBezTo>
                    <a:cubicBezTo>
                      <a:pt x="1060" y="1262"/>
                      <a:pt x="1048" y="1119"/>
                      <a:pt x="1036" y="965"/>
                    </a:cubicBezTo>
                    <a:cubicBezTo>
                      <a:pt x="715" y="631"/>
                      <a:pt x="393" y="298"/>
                      <a:pt x="36"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0" name="Google Shape;510;p19"/>
              <p:cNvSpPr/>
              <p:nvPr/>
            </p:nvSpPr>
            <p:spPr>
              <a:xfrm>
                <a:off x="4081211" y="1228514"/>
                <a:ext cx="30228" cy="59323"/>
              </a:xfrm>
              <a:custGeom>
                <a:rect b="b" l="l" r="r" t="t"/>
                <a:pathLst>
                  <a:path extrusionOk="0" h="2620" w="1335">
                    <a:moveTo>
                      <a:pt x="251" y="0"/>
                    </a:moveTo>
                    <a:cubicBezTo>
                      <a:pt x="251" y="12"/>
                      <a:pt x="251" y="24"/>
                      <a:pt x="251" y="36"/>
                    </a:cubicBezTo>
                    <a:cubicBezTo>
                      <a:pt x="168" y="631"/>
                      <a:pt x="84" y="1227"/>
                      <a:pt x="1" y="1822"/>
                    </a:cubicBezTo>
                    <a:cubicBezTo>
                      <a:pt x="10" y="1757"/>
                      <a:pt x="70" y="1699"/>
                      <a:pt x="130" y="1699"/>
                    </a:cubicBezTo>
                    <a:cubicBezTo>
                      <a:pt x="147" y="1699"/>
                      <a:pt x="164" y="1704"/>
                      <a:pt x="180" y="1715"/>
                    </a:cubicBezTo>
                    <a:cubicBezTo>
                      <a:pt x="441" y="1893"/>
                      <a:pt x="691" y="2084"/>
                      <a:pt x="930" y="2286"/>
                    </a:cubicBezTo>
                    <a:cubicBezTo>
                      <a:pt x="1049" y="2393"/>
                      <a:pt x="1192" y="2501"/>
                      <a:pt x="1311" y="2620"/>
                    </a:cubicBezTo>
                    <a:cubicBezTo>
                      <a:pt x="1323" y="2060"/>
                      <a:pt x="1323" y="1512"/>
                      <a:pt x="1334" y="953"/>
                    </a:cubicBezTo>
                    <a:cubicBezTo>
                      <a:pt x="1108" y="762"/>
                      <a:pt x="906" y="536"/>
                      <a:pt x="680" y="346"/>
                    </a:cubicBezTo>
                    <a:cubicBezTo>
                      <a:pt x="549" y="226"/>
                      <a:pt x="406" y="107"/>
                      <a:pt x="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1" name="Google Shape;511;p19"/>
              <p:cNvSpPr/>
              <p:nvPr/>
            </p:nvSpPr>
            <p:spPr>
              <a:xfrm>
                <a:off x="4075822" y="1270016"/>
                <a:ext cx="36953" cy="76328"/>
              </a:xfrm>
              <a:custGeom>
                <a:rect b="b" l="l" r="r" t="t"/>
                <a:pathLst>
                  <a:path extrusionOk="0" h="3371" w="1632">
                    <a:moveTo>
                      <a:pt x="239" y="1"/>
                    </a:moveTo>
                    <a:cubicBezTo>
                      <a:pt x="156" y="608"/>
                      <a:pt x="72" y="1227"/>
                      <a:pt x="1" y="1846"/>
                    </a:cubicBezTo>
                    <a:cubicBezTo>
                      <a:pt x="298" y="2096"/>
                      <a:pt x="584" y="2382"/>
                      <a:pt x="870" y="2644"/>
                    </a:cubicBezTo>
                    <a:cubicBezTo>
                      <a:pt x="1120" y="2882"/>
                      <a:pt x="1394" y="3120"/>
                      <a:pt x="1632" y="3370"/>
                    </a:cubicBezTo>
                    <a:cubicBezTo>
                      <a:pt x="1608" y="2763"/>
                      <a:pt x="1572" y="2180"/>
                      <a:pt x="1561" y="1644"/>
                    </a:cubicBezTo>
                    <a:cubicBezTo>
                      <a:pt x="1561" y="1525"/>
                      <a:pt x="1561" y="1418"/>
                      <a:pt x="1561" y="1310"/>
                    </a:cubicBezTo>
                    <a:cubicBezTo>
                      <a:pt x="1346" y="1132"/>
                      <a:pt x="1168" y="906"/>
                      <a:pt x="989" y="715"/>
                    </a:cubicBezTo>
                    <a:cubicBezTo>
                      <a:pt x="763" y="489"/>
                      <a:pt x="525" y="275"/>
                      <a:pt x="275" y="72"/>
                    </a:cubicBezTo>
                    <a:cubicBezTo>
                      <a:pt x="251" y="48"/>
                      <a:pt x="239" y="25"/>
                      <a:pt x="23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2" name="Google Shape;512;p19"/>
              <p:cNvSpPr/>
              <p:nvPr/>
            </p:nvSpPr>
            <p:spPr>
              <a:xfrm>
                <a:off x="4070976" y="1319624"/>
                <a:ext cx="43428" cy="81988"/>
              </a:xfrm>
              <a:custGeom>
                <a:rect b="b" l="l" r="r" t="t"/>
                <a:pathLst>
                  <a:path extrusionOk="0" h="3621" w="1918">
                    <a:moveTo>
                      <a:pt x="167" y="1"/>
                    </a:moveTo>
                    <a:cubicBezTo>
                      <a:pt x="96" y="596"/>
                      <a:pt x="36" y="1191"/>
                      <a:pt x="0" y="1786"/>
                    </a:cubicBezTo>
                    <a:cubicBezTo>
                      <a:pt x="655" y="2358"/>
                      <a:pt x="1310" y="2977"/>
                      <a:pt x="1905" y="3620"/>
                    </a:cubicBezTo>
                    <a:cubicBezTo>
                      <a:pt x="1917" y="2953"/>
                      <a:pt x="1894" y="2287"/>
                      <a:pt x="1870" y="1632"/>
                    </a:cubicBezTo>
                    <a:cubicBezTo>
                      <a:pt x="1822" y="1632"/>
                      <a:pt x="1786" y="1620"/>
                      <a:pt x="1751" y="1584"/>
                    </a:cubicBezTo>
                    <a:cubicBezTo>
                      <a:pt x="1417" y="1322"/>
                      <a:pt x="1143" y="1001"/>
                      <a:pt x="846" y="691"/>
                    </a:cubicBezTo>
                    <a:cubicBezTo>
                      <a:pt x="620" y="465"/>
                      <a:pt x="393" y="239"/>
                      <a:pt x="167"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3" name="Google Shape;513;p19"/>
              <p:cNvSpPr/>
              <p:nvPr/>
            </p:nvSpPr>
            <p:spPr>
              <a:xfrm>
                <a:off x="4069369" y="1369776"/>
                <a:ext cx="44221" cy="78456"/>
              </a:xfrm>
              <a:custGeom>
                <a:rect b="b" l="l" r="r" t="t"/>
                <a:pathLst>
                  <a:path extrusionOk="0" h="3465" w="1953">
                    <a:moveTo>
                      <a:pt x="48" y="0"/>
                    </a:moveTo>
                    <a:cubicBezTo>
                      <a:pt x="12" y="488"/>
                      <a:pt x="0" y="976"/>
                      <a:pt x="0" y="1465"/>
                    </a:cubicBezTo>
                    <a:cubicBezTo>
                      <a:pt x="0" y="1500"/>
                      <a:pt x="0" y="1548"/>
                      <a:pt x="0" y="1584"/>
                    </a:cubicBezTo>
                    <a:cubicBezTo>
                      <a:pt x="0" y="1596"/>
                      <a:pt x="12" y="1596"/>
                      <a:pt x="12" y="1596"/>
                    </a:cubicBezTo>
                    <a:cubicBezTo>
                      <a:pt x="381" y="1929"/>
                      <a:pt x="679" y="2334"/>
                      <a:pt x="1024" y="2691"/>
                    </a:cubicBezTo>
                    <a:cubicBezTo>
                      <a:pt x="1274" y="2953"/>
                      <a:pt x="1548" y="3203"/>
                      <a:pt x="1798" y="3465"/>
                    </a:cubicBezTo>
                    <a:cubicBezTo>
                      <a:pt x="1881" y="2977"/>
                      <a:pt x="1929" y="2477"/>
                      <a:pt x="1953" y="1977"/>
                    </a:cubicBezTo>
                    <a:cubicBezTo>
                      <a:pt x="1274" y="1405"/>
                      <a:pt x="619" y="714"/>
                      <a:pt x="48"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4" name="Google Shape;514;p19"/>
              <p:cNvSpPr/>
              <p:nvPr/>
            </p:nvSpPr>
            <p:spPr>
              <a:xfrm>
                <a:off x="4070161" y="1418026"/>
                <a:ext cx="37768" cy="77392"/>
              </a:xfrm>
              <a:custGeom>
                <a:rect b="b" l="l" r="r" t="t"/>
                <a:pathLst>
                  <a:path extrusionOk="0" h="3418" w="1668">
                    <a:moveTo>
                      <a:pt x="1" y="0"/>
                    </a:moveTo>
                    <a:lnTo>
                      <a:pt x="1" y="0"/>
                    </a:lnTo>
                    <a:cubicBezTo>
                      <a:pt x="48" y="691"/>
                      <a:pt x="144" y="1500"/>
                      <a:pt x="13" y="2203"/>
                    </a:cubicBezTo>
                    <a:cubicBezTo>
                      <a:pt x="406" y="2536"/>
                      <a:pt x="858" y="2953"/>
                      <a:pt x="1120" y="3417"/>
                    </a:cubicBezTo>
                    <a:cubicBezTo>
                      <a:pt x="1370" y="2929"/>
                      <a:pt x="1549" y="2382"/>
                      <a:pt x="1668" y="1822"/>
                    </a:cubicBezTo>
                    <a:cubicBezTo>
                      <a:pt x="1322" y="1536"/>
                      <a:pt x="1013" y="1179"/>
                      <a:pt x="703" y="834"/>
                    </a:cubicBezTo>
                    <a:cubicBezTo>
                      <a:pt x="465" y="572"/>
                      <a:pt x="215" y="298"/>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5" name="Google Shape;515;p19"/>
              <p:cNvSpPr/>
              <p:nvPr/>
            </p:nvSpPr>
            <p:spPr>
              <a:xfrm>
                <a:off x="4047791" y="1476510"/>
                <a:ext cx="42070" cy="49632"/>
              </a:xfrm>
              <a:custGeom>
                <a:rect b="b" l="l" r="r" t="t"/>
                <a:pathLst>
                  <a:path extrusionOk="0" h="2192" w="1858">
                    <a:moveTo>
                      <a:pt x="905" y="1"/>
                    </a:moveTo>
                    <a:cubicBezTo>
                      <a:pt x="810" y="299"/>
                      <a:pt x="643" y="572"/>
                      <a:pt x="405" y="775"/>
                    </a:cubicBezTo>
                    <a:cubicBezTo>
                      <a:pt x="286" y="870"/>
                      <a:pt x="155" y="953"/>
                      <a:pt x="1" y="1037"/>
                    </a:cubicBezTo>
                    <a:cubicBezTo>
                      <a:pt x="132" y="1168"/>
                      <a:pt x="262" y="1299"/>
                      <a:pt x="393" y="1442"/>
                    </a:cubicBezTo>
                    <a:cubicBezTo>
                      <a:pt x="584" y="1644"/>
                      <a:pt x="846" y="1846"/>
                      <a:pt x="965" y="2108"/>
                    </a:cubicBezTo>
                    <a:cubicBezTo>
                      <a:pt x="977" y="2132"/>
                      <a:pt x="977" y="2168"/>
                      <a:pt x="977" y="2192"/>
                    </a:cubicBezTo>
                    <a:cubicBezTo>
                      <a:pt x="1310" y="1965"/>
                      <a:pt x="1596" y="1680"/>
                      <a:pt x="1822" y="1323"/>
                    </a:cubicBezTo>
                    <a:cubicBezTo>
                      <a:pt x="1834" y="1311"/>
                      <a:pt x="1846" y="1299"/>
                      <a:pt x="1858" y="1275"/>
                    </a:cubicBezTo>
                    <a:cubicBezTo>
                      <a:pt x="1667" y="1049"/>
                      <a:pt x="1548" y="787"/>
                      <a:pt x="1370" y="549"/>
                    </a:cubicBezTo>
                    <a:cubicBezTo>
                      <a:pt x="1227" y="346"/>
                      <a:pt x="1072" y="168"/>
                      <a:pt x="905"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6" name="Google Shape;516;p19"/>
              <p:cNvSpPr/>
              <p:nvPr/>
            </p:nvSpPr>
            <p:spPr>
              <a:xfrm>
                <a:off x="4000877" y="1503204"/>
                <a:ext cx="63105" cy="39126"/>
              </a:xfrm>
              <a:custGeom>
                <a:rect b="b" l="l" r="r" t="t"/>
                <a:pathLst>
                  <a:path extrusionOk="0" h="1728" w="2787">
                    <a:moveTo>
                      <a:pt x="1751" y="1"/>
                    </a:moveTo>
                    <a:cubicBezTo>
                      <a:pt x="1251" y="179"/>
                      <a:pt x="632" y="263"/>
                      <a:pt x="1" y="310"/>
                    </a:cubicBezTo>
                    <a:cubicBezTo>
                      <a:pt x="251" y="596"/>
                      <a:pt x="501" y="882"/>
                      <a:pt x="775" y="1156"/>
                    </a:cubicBezTo>
                    <a:cubicBezTo>
                      <a:pt x="965" y="1346"/>
                      <a:pt x="1203" y="1525"/>
                      <a:pt x="1406" y="1727"/>
                    </a:cubicBezTo>
                    <a:cubicBezTo>
                      <a:pt x="1906" y="1608"/>
                      <a:pt x="2370" y="1429"/>
                      <a:pt x="2787" y="1191"/>
                    </a:cubicBezTo>
                    <a:lnTo>
                      <a:pt x="2775" y="1191"/>
                    </a:lnTo>
                    <a:cubicBezTo>
                      <a:pt x="2537" y="1037"/>
                      <a:pt x="2358" y="763"/>
                      <a:pt x="2192" y="536"/>
                    </a:cubicBezTo>
                    <a:cubicBezTo>
                      <a:pt x="2037" y="358"/>
                      <a:pt x="1894" y="179"/>
                      <a:pt x="175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7" name="Google Shape;517;p19"/>
              <p:cNvSpPr/>
              <p:nvPr/>
            </p:nvSpPr>
            <p:spPr>
              <a:xfrm>
                <a:off x="3959374" y="1510495"/>
                <a:ext cx="63648" cy="37496"/>
              </a:xfrm>
              <a:custGeom>
                <a:rect b="b" l="l" r="r" t="t"/>
                <a:pathLst>
                  <a:path extrusionOk="0" h="1656" w="2811">
                    <a:moveTo>
                      <a:pt x="1667" y="0"/>
                    </a:moveTo>
                    <a:cubicBezTo>
                      <a:pt x="1339" y="14"/>
                      <a:pt x="1003" y="20"/>
                      <a:pt x="676" y="20"/>
                    </a:cubicBezTo>
                    <a:cubicBezTo>
                      <a:pt x="444" y="20"/>
                      <a:pt x="217" y="17"/>
                      <a:pt x="0" y="12"/>
                    </a:cubicBezTo>
                    <a:lnTo>
                      <a:pt x="0" y="12"/>
                    </a:lnTo>
                    <a:cubicBezTo>
                      <a:pt x="203" y="262"/>
                      <a:pt x="417" y="500"/>
                      <a:pt x="643" y="738"/>
                    </a:cubicBezTo>
                    <a:cubicBezTo>
                      <a:pt x="929" y="1036"/>
                      <a:pt x="1310" y="1286"/>
                      <a:pt x="1536" y="1631"/>
                    </a:cubicBezTo>
                    <a:cubicBezTo>
                      <a:pt x="1548" y="1631"/>
                      <a:pt x="1548" y="1643"/>
                      <a:pt x="1548" y="1655"/>
                    </a:cubicBezTo>
                    <a:cubicBezTo>
                      <a:pt x="1977" y="1631"/>
                      <a:pt x="2405" y="1584"/>
                      <a:pt x="2810" y="1500"/>
                    </a:cubicBezTo>
                    <a:cubicBezTo>
                      <a:pt x="2643" y="1334"/>
                      <a:pt x="2501" y="1155"/>
                      <a:pt x="2358" y="988"/>
                    </a:cubicBezTo>
                    <a:cubicBezTo>
                      <a:pt x="2120" y="703"/>
                      <a:pt x="1881" y="417"/>
                      <a:pt x="1667" y="107"/>
                    </a:cubicBezTo>
                    <a:cubicBezTo>
                      <a:pt x="1631" y="72"/>
                      <a:pt x="1643" y="24"/>
                      <a:pt x="16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8" name="Google Shape;518;p19"/>
              <p:cNvSpPr/>
              <p:nvPr/>
            </p:nvSpPr>
            <p:spPr>
              <a:xfrm>
                <a:off x="3911645" y="1510359"/>
                <a:ext cx="69309" cy="38266"/>
              </a:xfrm>
              <a:custGeom>
                <a:rect b="b" l="l" r="r" t="t"/>
                <a:pathLst>
                  <a:path extrusionOk="0" h="1690" w="3061">
                    <a:moveTo>
                      <a:pt x="1100" y="1"/>
                    </a:moveTo>
                    <a:cubicBezTo>
                      <a:pt x="1002" y="1"/>
                      <a:pt x="910" y="2"/>
                      <a:pt x="822" y="6"/>
                    </a:cubicBezTo>
                    <a:cubicBezTo>
                      <a:pt x="549" y="6"/>
                      <a:pt x="275" y="18"/>
                      <a:pt x="1" y="18"/>
                    </a:cubicBezTo>
                    <a:cubicBezTo>
                      <a:pt x="203" y="185"/>
                      <a:pt x="406" y="351"/>
                      <a:pt x="608" y="530"/>
                    </a:cubicBezTo>
                    <a:cubicBezTo>
                      <a:pt x="882" y="792"/>
                      <a:pt x="1263" y="1090"/>
                      <a:pt x="1418" y="1459"/>
                    </a:cubicBezTo>
                    <a:cubicBezTo>
                      <a:pt x="1442" y="1530"/>
                      <a:pt x="1430" y="1613"/>
                      <a:pt x="1370" y="1673"/>
                    </a:cubicBezTo>
                    <a:cubicBezTo>
                      <a:pt x="1757" y="1681"/>
                      <a:pt x="2157" y="1690"/>
                      <a:pt x="2559" y="1690"/>
                    </a:cubicBezTo>
                    <a:cubicBezTo>
                      <a:pt x="2726" y="1690"/>
                      <a:pt x="2893" y="1688"/>
                      <a:pt x="3061" y="1685"/>
                    </a:cubicBezTo>
                    <a:cubicBezTo>
                      <a:pt x="2823" y="1471"/>
                      <a:pt x="2608" y="1209"/>
                      <a:pt x="2430" y="971"/>
                    </a:cubicBezTo>
                    <a:cubicBezTo>
                      <a:pt x="2168" y="673"/>
                      <a:pt x="1954" y="340"/>
                      <a:pt x="1739" y="6"/>
                    </a:cubicBezTo>
                    <a:cubicBezTo>
                      <a:pt x="1509" y="6"/>
                      <a:pt x="1295" y="1"/>
                      <a:pt x="110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9" name="Google Shape;519;p19"/>
              <p:cNvSpPr/>
              <p:nvPr/>
            </p:nvSpPr>
            <p:spPr>
              <a:xfrm>
                <a:off x="3855584" y="1511016"/>
                <a:ext cx="81966" cy="36975"/>
              </a:xfrm>
              <a:custGeom>
                <a:rect b="b" l="l" r="r" t="t"/>
                <a:pathLst>
                  <a:path extrusionOk="0" h="1633" w="3620">
                    <a:moveTo>
                      <a:pt x="1929" y="1"/>
                    </a:moveTo>
                    <a:cubicBezTo>
                      <a:pt x="1274" y="13"/>
                      <a:pt x="643" y="25"/>
                      <a:pt x="0" y="25"/>
                    </a:cubicBezTo>
                    <a:cubicBezTo>
                      <a:pt x="536" y="513"/>
                      <a:pt x="1072" y="1037"/>
                      <a:pt x="1524" y="1584"/>
                    </a:cubicBezTo>
                    <a:lnTo>
                      <a:pt x="1858" y="1584"/>
                    </a:lnTo>
                    <a:cubicBezTo>
                      <a:pt x="2382" y="1584"/>
                      <a:pt x="2977" y="1608"/>
                      <a:pt x="3620" y="1632"/>
                    </a:cubicBezTo>
                    <a:cubicBezTo>
                      <a:pt x="3334" y="1418"/>
                      <a:pt x="3108" y="1084"/>
                      <a:pt x="2846" y="822"/>
                    </a:cubicBezTo>
                    <a:cubicBezTo>
                      <a:pt x="2560" y="525"/>
                      <a:pt x="2251" y="251"/>
                      <a:pt x="192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0" name="Google Shape;520;p19"/>
              <p:cNvSpPr/>
              <p:nvPr/>
            </p:nvSpPr>
            <p:spPr>
              <a:xfrm>
                <a:off x="3796285" y="1511559"/>
                <a:ext cx="80879" cy="35617"/>
              </a:xfrm>
              <a:custGeom>
                <a:rect b="b" l="l" r="r" t="t"/>
                <a:pathLst>
                  <a:path extrusionOk="0" h="1573" w="3572">
                    <a:moveTo>
                      <a:pt x="2131" y="1"/>
                    </a:moveTo>
                    <a:cubicBezTo>
                      <a:pt x="1417" y="1"/>
                      <a:pt x="702" y="1"/>
                      <a:pt x="0" y="13"/>
                    </a:cubicBezTo>
                    <a:cubicBezTo>
                      <a:pt x="500" y="548"/>
                      <a:pt x="1012" y="1060"/>
                      <a:pt x="1560" y="1572"/>
                    </a:cubicBezTo>
                    <a:cubicBezTo>
                      <a:pt x="2226" y="1572"/>
                      <a:pt x="2905" y="1572"/>
                      <a:pt x="3572" y="1560"/>
                    </a:cubicBezTo>
                    <a:cubicBezTo>
                      <a:pt x="3072" y="1060"/>
                      <a:pt x="2596" y="525"/>
                      <a:pt x="213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1" name="Google Shape;521;p19"/>
              <p:cNvSpPr/>
              <p:nvPr/>
            </p:nvSpPr>
            <p:spPr>
              <a:xfrm>
                <a:off x="3743710" y="1511831"/>
                <a:ext cx="76034" cy="35617"/>
              </a:xfrm>
              <a:custGeom>
                <a:rect b="b" l="l" r="r" t="t"/>
                <a:pathLst>
                  <a:path extrusionOk="0" h="1573" w="3358">
                    <a:moveTo>
                      <a:pt x="1108" y="1"/>
                    </a:moveTo>
                    <a:cubicBezTo>
                      <a:pt x="738" y="1"/>
                      <a:pt x="369" y="13"/>
                      <a:pt x="0" y="13"/>
                    </a:cubicBezTo>
                    <a:cubicBezTo>
                      <a:pt x="560" y="560"/>
                      <a:pt x="1155" y="1048"/>
                      <a:pt x="1739" y="1572"/>
                    </a:cubicBezTo>
                    <a:cubicBezTo>
                      <a:pt x="2274" y="1560"/>
                      <a:pt x="2822" y="1560"/>
                      <a:pt x="3358" y="1560"/>
                    </a:cubicBezTo>
                    <a:cubicBezTo>
                      <a:pt x="2858" y="1084"/>
                      <a:pt x="2382" y="548"/>
                      <a:pt x="1953"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2" name="Google Shape;522;p19"/>
              <p:cNvSpPr/>
              <p:nvPr/>
            </p:nvSpPr>
            <p:spPr>
              <a:xfrm>
                <a:off x="3690592" y="1512103"/>
                <a:ext cx="78207" cy="35345"/>
              </a:xfrm>
              <a:custGeom>
                <a:rect b="b" l="l" r="r" t="t"/>
                <a:pathLst>
                  <a:path extrusionOk="0" h="1561" w="3454">
                    <a:moveTo>
                      <a:pt x="1989" y="1"/>
                    </a:moveTo>
                    <a:cubicBezTo>
                      <a:pt x="1322" y="12"/>
                      <a:pt x="656" y="12"/>
                      <a:pt x="1" y="12"/>
                    </a:cubicBezTo>
                    <a:cubicBezTo>
                      <a:pt x="644" y="501"/>
                      <a:pt x="1299" y="977"/>
                      <a:pt x="1882" y="1525"/>
                    </a:cubicBezTo>
                    <a:cubicBezTo>
                      <a:pt x="1894" y="1536"/>
                      <a:pt x="1906" y="1548"/>
                      <a:pt x="1906" y="1560"/>
                    </a:cubicBezTo>
                    <a:lnTo>
                      <a:pt x="3454" y="1560"/>
                    </a:lnTo>
                    <a:cubicBezTo>
                      <a:pt x="2918" y="1096"/>
                      <a:pt x="2430" y="536"/>
                      <a:pt x="198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3" name="Google Shape;523;p19"/>
              <p:cNvSpPr/>
              <p:nvPr/>
            </p:nvSpPr>
            <p:spPr>
              <a:xfrm>
                <a:off x="3633987" y="1512374"/>
                <a:ext cx="90072" cy="35073"/>
              </a:xfrm>
              <a:custGeom>
                <a:rect b="b" l="l" r="r" t="t"/>
                <a:pathLst>
                  <a:path extrusionOk="0" h="1549" w="3978">
                    <a:moveTo>
                      <a:pt x="2120" y="0"/>
                    </a:moveTo>
                    <a:cubicBezTo>
                      <a:pt x="1405" y="12"/>
                      <a:pt x="703" y="12"/>
                      <a:pt x="0" y="24"/>
                    </a:cubicBezTo>
                    <a:cubicBezTo>
                      <a:pt x="608" y="489"/>
                      <a:pt x="1179" y="989"/>
                      <a:pt x="1703" y="1548"/>
                    </a:cubicBezTo>
                    <a:lnTo>
                      <a:pt x="3977" y="1548"/>
                    </a:lnTo>
                    <a:cubicBezTo>
                      <a:pt x="3334" y="1072"/>
                      <a:pt x="2727" y="524"/>
                      <a:pt x="212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4" name="Google Shape;524;p19"/>
              <p:cNvSpPr/>
              <p:nvPr/>
            </p:nvSpPr>
            <p:spPr>
              <a:xfrm>
                <a:off x="3584922" y="1512918"/>
                <a:ext cx="76305" cy="34802"/>
              </a:xfrm>
              <a:custGeom>
                <a:rect b="b" l="l" r="r" t="t"/>
                <a:pathLst>
                  <a:path extrusionOk="0" h="1537" w="3370">
                    <a:moveTo>
                      <a:pt x="1727" y="0"/>
                    </a:moveTo>
                    <a:cubicBezTo>
                      <a:pt x="1155" y="0"/>
                      <a:pt x="572" y="0"/>
                      <a:pt x="1" y="12"/>
                    </a:cubicBezTo>
                    <a:cubicBezTo>
                      <a:pt x="215" y="274"/>
                      <a:pt x="441" y="512"/>
                      <a:pt x="691" y="750"/>
                    </a:cubicBezTo>
                    <a:cubicBezTo>
                      <a:pt x="953" y="1000"/>
                      <a:pt x="1334" y="1215"/>
                      <a:pt x="1536" y="1512"/>
                    </a:cubicBezTo>
                    <a:cubicBezTo>
                      <a:pt x="1536" y="1524"/>
                      <a:pt x="1536" y="1524"/>
                      <a:pt x="1548" y="1536"/>
                    </a:cubicBezTo>
                    <a:lnTo>
                      <a:pt x="3370" y="1536"/>
                    </a:lnTo>
                    <a:cubicBezTo>
                      <a:pt x="2846" y="989"/>
                      <a:pt x="2310" y="477"/>
                      <a:pt x="172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5" name="Google Shape;525;p19"/>
              <p:cNvSpPr/>
              <p:nvPr/>
            </p:nvSpPr>
            <p:spPr>
              <a:xfrm>
                <a:off x="3527502" y="1513190"/>
                <a:ext cx="79543" cy="34802"/>
              </a:xfrm>
              <a:custGeom>
                <a:rect b="b" l="l" r="r" t="t"/>
                <a:pathLst>
                  <a:path extrusionOk="0" h="1537" w="3513">
                    <a:moveTo>
                      <a:pt x="2167" y="0"/>
                    </a:moveTo>
                    <a:cubicBezTo>
                      <a:pt x="1441" y="0"/>
                      <a:pt x="727" y="12"/>
                      <a:pt x="0" y="12"/>
                    </a:cubicBezTo>
                    <a:cubicBezTo>
                      <a:pt x="596" y="488"/>
                      <a:pt x="1191" y="988"/>
                      <a:pt x="1727" y="1536"/>
                    </a:cubicBezTo>
                    <a:cubicBezTo>
                      <a:pt x="2322" y="1536"/>
                      <a:pt x="2918" y="1524"/>
                      <a:pt x="3513" y="1524"/>
                    </a:cubicBezTo>
                    <a:cubicBezTo>
                      <a:pt x="3334" y="1369"/>
                      <a:pt x="3168" y="1191"/>
                      <a:pt x="3025" y="1024"/>
                    </a:cubicBezTo>
                    <a:cubicBezTo>
                      <a:pt x="2727" y="726"/>
                      <a:pt x="2465" y="393"/>
                      <a:pt x="2203" y="60"/>
                    </a:cubicBezTo>
                    <a:cubicBezTo>
                      <a:pt x="2179" y="36"/>
                      <a:pt x="2179" y="24"/>
                      <a:pt x="21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6" name="Google Shape;526;p19"/>
              <p:cNvSpPr/>
              <p:nvPr/>
            </p:nvSpPr>
            <p:spPr>
              <a:xfrm>
                <a:off x="3466845" y="1513461"/>
                <a:ext cx="88985" cy="34530"/>
              </a:xfrm>
              <a:custGeom>
                <a:rect b="b" l="l" r="r" t="t"/>
                <a:pathLst>
                  <a:path extrusionOk="0" h="1525" w="3930">
                    <a:moveTo>
                      <a:pt x="2251" y="0"/>
                    </a:moveTo>
                    <a:cubicBezTo>
                      <a:pt x="1501" y="12"/>
                      <a:pt x="751" y="12"/>
                      <a:pt x="1" y="24"/>
                    </a:cubicBezTo>
                    <a:cubicBezTo>
                      <a:pt x="620" y="476"/>
                      <a:pt x="1227" y="988"/>
                      <a:pt x="1787" y="1524"/>
                    </a:cubicBezTo>
                    <a:lnTo>
                      <a:pt x="3930" y="1524"/>
                    </a:lnTo>
                    <a:cubicBezTo>
                      <a:pt x="3346" y="1048"/>
                      <a:pt x="2787" y="524"/>
                      <a:pt x="2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7" name="Google Shape;527;p19"/>
              <p:cNvSpPr/>
              <p:nvPr/>
            </p:nvSpPr>
            <p:spPr>
              <a:xfrm>
                <a:off x="3418051" y="1513982"/>
                <a:ext cx="77120" cy="34258"/>
              </a:xfrm>
              <a:custGeom>
                <a:rect b="b" l="l" r="r" t="t"/>
                <a:pathLst>
                  <a:path extrusionOk="0" h="1513" w="3406">
                    <a:moveTo>
                      <a:pt x="1656" y="1"/>
                    </a:moveTo>
                    <a:cubicBezTo>
                      <a:pt x="1144" y="1"/>
                      <a:pt x="632" y="1"/>
                      <a:pt x="120" y="13"/>
                    </a:cubicBezTo>
                    <a:lnTo>
                      <a:pt x="1" y="13"/>
                    </a:lnTo>
                    <a:cubicBezTo>
                      <a:pt x="346" y="275"/>
                      <a:pt x="691" y="537"/>
                      <a:pt x="1036" y="799"/>
                    </a:cubicBezTo>
                    <a:cubicBezTo>
                      <a:pt x="1322" y="1025"/>
                      <a:pt x="1656" y="1239"/>
                      <a:pt x="1917" y="1513"/>
                    </a:cubicBezTo>
                    <a:cubicBezTo>
                      <a:pt x="2406" y="1513"/>
                      <a:pt x="2906" y="1501"/>
                      <a:pt x="3406" y="1501"/>
                    </a:cubicBezTo>
                    <a:cubicBezTo>
                      <a:pt x="2822" y="1001"/>
                      <a:pt x="2227" y="501"/>
                      <a:pt x="165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8" name="Google Shape;528;p19"/>
              <p:cNvSpPr/>
              <p:nvPr/>
            </p:nvSpPr>
            <p:spPr>
              <a:xfrm>
                <a:off x="2915016" y="1089153"/>
                <a:ext cx="1212891" cy="474360"/>
              </a:xfrm>
              <a:custGeom>
                <a:rect b="b" l="l" r="r" t="t"/>
                <a:pathLst>
                  <a:path extrusionOk="0" h="20950" w="53567">
                    <a:moveTo>
                      <a:pt x="51340" y="2440"/>
                    </a:moveTo>
                    <a:cubicBezTo>
                      <a:pt x="51995" y="2988"/>
                      <a:pt x="52471" y="3655"/>
                      <a:pt x="52698" y="4488"/>
                    </a:cubicBezTo>
                    <a:cubicBezTo>
                      <a:pt x="52412" y="4226"/>
                      <a:pt x="52102" y="3988"/>
                      <a:pt x="51781" y="3774"/>
                    </a:cubicBezTo>
                    <a:cubicBezTo>
                      <a:pt x="51709" y="3310"/>
                      <a:pt x="51566" y="2857"/>
                      <a:pt x="51340" y="2440"/>
                    </a:cubicBezTo>
                    <a:close/>
                    <a:moveTo>
                      <a:pt x="51840" y="4262"/>
                    </a:moveTo>
                    <a:cubicBezTo>
                      <a:pt x="52197" y="4560"/>
                      <a:pt x="52519" y="4893"/>
                      <a:pt x="52840" y="5227"/>
                    </a:cubicBezTo>
                    <a:cubicBezTo>
                      <a:pt x="52852" y="5381"/>
                      <a:pt x="52864" y="5524"/>
                      <a:pt x="52864" y="5691"/>
                    </a:cubicBezTo>
                    <a:cubicBezTo>
                      <a:pt x="52864" y="6000"/>
                      <a:pt x="52852" y="6310"/>
                      <a:pt x="52852" y="6620"/>
                    </a:cubicBezTo>
                    <a:cubicBezTo>
                      <a:pt x="52543" y="6310"/>
                      <a:pt x="52162" y="6048"/>
                      <a:pt x="51805" y="5822"/>
                    </a:cubicBezTo>
                    <a:cubicBezTo>
                      <a:pt x="51852" y="5310"/>
                      <a:pt x="51876" y="4786"/>
                      <a:pt x="51840" y="4262"/>
                    </a:cubicBezTo>
                    <a:close/>
                    <a:moveTo>
                      <a:pt x="51757" y="6155"/>
                    </a:moveTo>
                    <a:cubicBezTo>
                      <a:pt x="51912" y="6262"/>
                      <a:pt x="52055" y="6381"/>
                      <a:pt x="52186" y="6501"/>
                    </a:cubicBezTo>
                    <a:cubicBezTo>
                      <a:pt x="52412" y="6691"/>
                      <a:pt x="52614" y="6917"/>
                      <a:pt x="52840" y="7108"/>
                    </a:cubicBezTo>
                    <a:cubicBezTo>
                      <a:pt x="52829" y="7667"/>
                      <a:pt x="52829" y="8215"/>
                      <a:pt x="52817" y="8775"/>
                    </a:cubicBezTo>
                    <a:cubicBezTo>
                      <a:pt x="52698" y="8656"/>
                      <a:pt x="52555" y="8548"/>
                      <a:pt x="52436" y="8441"/>
                    </a:cubicBezTo>
                    <a:cubicBezTo>
                      <a:pt x="52197" y="8239"/>
                      <a:pt x="51947" y="8048"/>
                      <a:pt x="51686" y="7870"/>
                    </a:cubicBezTo>
                    <a:cubicBezTo>
                      <a:pt x="51669" y="7859"/>
                      <a:pt x="51652" y="7854"/>
                      <a:pt x="51635" y="7854"/>
                    </a:cubicBezTo>
                    <a:cubicBezTo>
                      <a:pt x="51575" y="7854"/>
                      <a:pt x="51516" y="7910"/>
                      <a:pt x="51507" y="7965"/>
                    </a:cubicBezTo>
                    <a:cubicBezTo>
                      <a:pt x="51590" y="7382"/>
                      <a:pt x="51674" y="6786"/>
                      <a:pt x="51757" y="6191"/>
                    </a:cubicBezTo>
                    <a:cubicBezTo>
                      <a:pt x="51757" y="6179"/>
                      <a:pt x="51757" y="6167"/>
                      <a:pt x="51757" y="6155"/>
                    </a:cubicBezTo>
                    <a:close/>
                    <a:moveTo>
                      <a:pt x="51507" y="7989"/>
                    </a:moveTo>
                    <a:cubicBezTo>
                      <a:pt x="51507" y="8013"/>
                      <a:pt x="51519" y="8036"/>
                      <a:pt x="51543" y="8060"/>
                    </a:cubicBezTo>
                    <a:cubicBezTo>
                      <a:pt x="51793" y="8263"/>
                      <a:pt x="52031" y="8477"/>
                      <a:pt x="52257" y="8703"/>
                    </a:cubicBezTo>
                    <a:cubicBezTo>
                      <a:pt x="52436" y="8894"/>
                      <a:pt x="52614" y="9120"/>
                      <a:pt x="52829" y="9298"/>
                    </a:cubicBezTo>
                    <a:cubicBezTo>
                      <a:pt x="52829" y="9406"/>
                      <a:pt x="52829" y="9513"/>
                      <a:pt x="52829" y="9632"/>
                    </a:cubicBezTo>
                    <a:cubicBezTo>
                      <a:pt x="52840" y="10168"/>
                      <a:pt x="52876" y="10751"/>
                      <a:pt x="52900" y="11358"/>
                    </a:cubicBezTo>
                    <a:cubicBezTo>
                      <a:pt x="52662" y="11108"/>
                      <a:pt x="52388" y="10870"/>
                      <a:pt x="52138" y="10632"/>
                    </a:cubicBezTo>
                    <a:cubicBezTo>
                      <a:pt x="51852" y="10370"/>
                      <a:pt x="51566" y="10084"/>
                      <a:pt x="51269" y="9834"/>
                    </a:cubicBezTo>
                    <a:cubicBezTo>
                      <a:pt x="51340" y="9215"/>
                      <a:pt x="51424" y="8596"/>
                      <a:pt x="51507" y="7989"/>
                    </a:cubicBezTo>
                    <a:close/>
                    <a:moveTo>
                      <a:pt x="51221" y="10180"/>
                    </a:moveTo>
                    <a:cubicBezTo>
                      <a:pt x="51447" y="10418"/>
                      <a:pt x="51674" y="10644"/>
                      <a:pt x="51900" y="10870"/>
                    </a:cubicBezTo>
                    <a:cubicBezTo>
                      <a:pt x="52197" y="11180"/>
                      <a:pt x="52471" y="11501"/>
                      <a:pt x="52805" y="11763"/>
                    </a:cubicBezTo>
                    <a:cubicBezTo>
                      <a:pt x="52840" y="11799"/>
                      <a:pt x="52876" y="11811"/>
                      <a:pt x="52924" y="11811"/>
                    </a:cubicBezTo>
                    <a:cubicBezTo>
                      <a:pt x="52948" y="12466"/>
                      <a:pt x="52971" y="13132"/>
                      <a:pt x="52959" y="13799"/>
                    </a:cubicBezTo>
                    <a:cubicBezTo>
                      <a:pt x="52364" y="13156"/>
                      <a:pt x="51709" y="12537"/>
                      <a:pt x="51054" y="11965"/>
                    </a:cubicBezTo>
                    <a:cubicBezTo>
                      <a:pt x="51090" y="11370"/>
                      <a:pt x="51150" y="10775"/>
                      <a:pt x="51221" y="10180"/>
                    </a:cubicBezTo>
                    <a:close/>
                    <a:moveTo>
                      <a:pt x="51031" y="12394"/>
                    </a:moveTo>
                    <a:cubicBezTo>
                      <a:pt x="51602" y="13108"/>
                      <a:pt x="52257" y="13799"/>
                      <a:pt x="52936" y="14371"/>
                    </a:cubicBezTo>
                    <a:cubicBezTo>
                      <a:pt x="52912" y="14871"/>
                      <a:pt x="52864" y="15371"/>
                      <a:pt x="52781" y="15859"/>
                    </a:cubicBezTo>
                    <a:cubicBezTo>
                      <a:pt x="52531" y="15597"/>
                      <a:pt x="52257" y="15347"/>
                      <a:pt x="52007" y="15085"/>
                    </a:cubicBezTo>
                    <a:cubicBezTo>
                      <a:pt x="51662" y="14728"/>
                      <a:pt x="51364" y="14323"/>
                      <a:pt x="50995" y="13990"/>
                    </a:cubicBezTo>
                    <a:cubicBezTo>
                      <a:pt x="50995" y="13990"/>
                      <a:pt x="50983" y="13990"/>
                      <a:pt x="50983" y="13978"/>
                    </a:cubicBezTo>
                    <a:cubicBezTo>
                      <a:pt x="50983" y="13942"/>
                      <a:pt x="50983" y="13894"/>
                      <a:pt x="50983" y="13859"/>
                    </a:cubicBezTo>
                    <a:cubicBezTo>
                      <a:pt x="50983" y="13370"/>
                      <a:pt x="50995" y="12882"/>
                      <a:pt x="51031" y="12394"/>
                    </a:cubicBezTo>
                    <a:close/>
                    <a:moveTo>
                      <a:pt x="51019" y="14525"/>
                    </a:moveTo>
                    <a:lnTo>
                      <a:pt x="51019" y="14525"/>
                    </a:lnTo>
                    <a:cubicBezTo>
                      <a:pt x="51233" y="14823"/>
                      <a:pt x="51483" y="15097"/>
                      <a:pt x="51721" y="15359"/>
                    </a:cubicBezTo>
                    <a:cubicBezTo>
                      <a:pt x="52031" y="15704"/>
                      <a:pt x="52340" y="16061"/>
                      <a:pt x="52686" y="16347"/>
                    </a:cubicBezTo>
                    <a:cubicBezTo>
                      <a:pt x="52567" y="16907"/>
                      <a:pt x="52388" y="17454"/>
                      <a:pt x="52138" y="17942"/>
                    </a:cubicBezTo>
                    <a:cubicBezTo>
                      <a:pt x="51876" y="17478"/>
                      <a:pt x="51424" y="17061"/>
                      <a:pt x="51031" y="16728"/>
                    </a:cubicBezTo>
                    <a:cubicBezTo>
                      <a:pt x="51162" y="16025"/>
                      <a:pt x="51066" y="15216"/>
                      <a:pt x="51019" y="14525"/>
                    </a:cubicBezTo>
                    <a:close/>
                    <a:moveTo>
                      <a:pt x="27465" y="821"/>
                    </a:moveTo>
                    <a:cubicBezTo>
                      <a:pt x="30824" y="821"/>
                      <a:pt x="34184" y="875"/>
                      <a:pt x="37541" y="940"/>
                    </a:cubicBezTo>
                    <a:cubicBezTo>
                      <a:pt x="39529" y="976"/>
                      <a:pt x="41529" y="1012"/>
                      <a:pt x="43530" y="1071"/>
                    </a:cubicBezTo>
                    <a:cubicBezTo>
                      <a:pt x="43749" y="1079"/>
                      <a:pt x="43984" y="1081"/>
                      <a:pt x="44230" y="1081"/>
                    </a:cubicBezTo>
                    <a:cubicBezTo>
                      <a:pt x="44621" y="1081"/>
                      <a:pt x="45040" y="1075"/>
                      <a:pt x="45470" y="1075"/>
                    </a:cubicBezTo>
                    <a:cubicBezTo>
                      <a:pt x="46956" y="1075"/>
                      <a:pt x="48578" y="1143"/>
                      <a:pt x="49661" y="1750"/>
                    </a:cubicBezTo>
                    <a:cubicBezTo>
                      <a:pt x="52078" y="3107"/>
                      <a:pt x="50900" y="6489"/>
                      <a:pt x="50614" y="8584"/>
                    </a:cubicBezTo>
                    <a:cubicBezTo>
                      <a:pt x="50376" y="10334"/>
                      <a:pt x="50281" y="12096"/>
                      <a:pt x="50281" y="13859"/>
                    </a:cubicBezTo>
                    <a:cubicBezTo>
                      <a:pt x="50281" y="14287"/>
                      <a:pt x="50281" y="14716"/>
                      <a:pt x="50292" y="15156"/>
                    </a:cubicBezTo>
                    <a:cubicBezTo>
                      <a:pt x="50328" y="16311"/>
                      <a:pt x="50519" y="16049"/>
                      <a:pt x="49459" y="16954"/>
                    </a:cubicBezTo>
                    <a:cubicBezTo>
                      <a:pt x="48530" y="17740"/>
                      <a:pt x="48435" y="17728"/>
                      <a:pt x="47328" y="17823"/>
                    </a:cubicBezTo>
                    <a:cubicBezTo>
                      <a:pt x="46911" y="17859"/>
                      <a:pt x="46506" y="17883"/>
                      <a:pt x="46090" y="17907"/>
                    </a:cubicBezTo>
                    <a:cubicBezTo>
                      <a:pt x="44185" y="18002"/>
                      <a:pt x="42280" y="17990"/>
                      <a:pt x="40375" y="18014"/>
                    </a:cubicBezTo>
                    <a:cubicBezTo>
                      <a:pt x="36374" y="18038"/>
                      <a:pt x="32362" y="18050"/>
                      <a:pt x="28349" y="18085"/>
                    </a:cubicBezTo>
                    <a:cubicBezTo>
                      <a:pt x="23920" y="18109"/>
                      <a:pt x="19491" y="18145"/>
                      <a:pt x="15062" y="18157"/>
                    </a:cubicBezTo>
                    <a:cubicBezTo>
                      <a:pt x="14548" y="18159"/>
                      <a:pt x="14034" y="18161"/>
                      <a:pt x="13521" y="18161"/>
                    </a:cubicBezTo>
                    <a:cubicBezTo>
                      <a:pt x="11749" y="18161"/>
                      <a:pt x="9979" y="18143"/>
                      <a:pt x="8216" y="18097"/>
                    </a:cubicBezTo>
                    <a:cubicBezTo>
                      <a:pt x="8058" y="18094"/>
                      <a:pt x="7879" y="18093"/>
                      <a:pt x="7682" y="18093"/>
                    </a:cubicBezTo>
                    <a:cubicBezTo>
                      <a:pt x="7522" y="18093"/>
                      <a:pt x="7351" y="18093"/>
                      <a:pt x="7170" y="18093"/>
                    </a:cubicBezTo>
                    <a:cubicBezTo>
                      <a:pt x="4644" y="18093"/>
                      <a:pt x="357" y="17988"/>
                      <a:pt x="953" y="14835"/>
                    </a:cubicBezTo>
                    <a:cubicBezTo>
                      <a:pt x="977" y="14716"/>
                      <a:pt x="917" y="14621"/>
                      <a:pt x="834" y="14573"/>
                    </a:cubicBezTo>
                    <a:cubicBezTo>
                      <a:pt x="846" y="12835"/>
                      <a:pt x="810" y="11108"/>
                      <a:pt x="870" y="9370"/>
                    </a:cubicBezTo>
                    <a:cubicBezTo>
                      <a:pt x="941" y="7405"/>
                      <a:pt x="810" y="4822"/>
                      <a:pt x="2406" y="3381"/>
                    </a:cubicBezTo>
                    <a:cubicBezTo>
                      <a:pt x="3763" y="2155"/>
                      <a:pt x="5835" y="1988"/>
                      <a:pt x="7561" y="1774"/>
                    </a:cubicBezTo>
                    <a:cubicBezTo>
                      <a:pt x="9549" y="1548"/>
                      <a:pt x="11550" y="1381"/>
                      <a:pt x="13538" y="1250"/>
                    </a:cubicBezTo>
                    <a:cubicBezTo>
                      <a:pt x="18175" y="925"/>
                      <a:pt x="22819" y="821"/>
                      <a:pt x="27465" y="821"/>
                    </a:cubicBezTo>
                    <a:close/>
                    <a:moveTo>
                      <a:pt x="50935" y="17109"/>
                    </a:moveTo>
                    <a:cubicBezTo>
                      <a:pt x="51102" y="17276"/>
                      <a:pt x="51257" y="17454"/>
                      <a:pt x="51400" y="17657"/>
                    </a:cubicBezTo>
                    <a:cubicBezTo>
                      <a:pt x="51578" y="17895"/>
                      <a:pt x="51697" y="18157"/>
                      <a:pt x="51888" y="18383"/>
                    </a:cubicBezTo>
                    <a:cubicBezTo>
                      <a:pt x="51876" y="18407"/>
                      <a:pt x="51864" y="18419"/>
                      <a:pt x="51852" y="18431"/>
                    </a:cubicBezTo>
                    <a:cubicBezTo>
                      <a:pt x="51626" y="18788"/>
                      <a:pt x="51340" y="19073"/>
                      <a:pt x="51007" y="19300"/>
                    </a:cubicBezTo>
                    <a:cubicBezTo>
                      <a:pt x="51007" y="19276"/>
                      <a:pt x="51007" y="19240"/>
                      <a:pt x="50995" y="19216"/>
                    </a:cubicBezTo>
                    <a:cubicBezTo>
                      <a:pt x="50876" y="18954"/>
                      <a:pt x="50614" y="18752"/>
                      <a:pt x="50423" y="18550"/>
                    </a:cubicBezTo>
                    <a:cubicBezTo>
                      <a:pt x="50292" y="18407"/>
                      <a:pt x="50162" y="18276"/>
                      <a:pt x="50031" y="18145"/>
                    </a:cubicBezTo>
                    <a:cubicBezTo>
                      <a:pt x="50185" y="18061"/>
                      <a:pt x="50316" y="17978"/>
                      <a:pt x="50435" y="17883"/>
                    </a:cubicBezTo>
                    <a:cubicBezTo>
                      <a:pt x="50673" y="17680"/>
                      <a:pt x="50840" y="17407"/>
                      <a:pt x="50935" y="17109"/>
                    </a:cubicBezTo>
                    <a:close/>
                    <a:moveTo>
                      <a:pt x="49709" y="18288"/>
                    </a:moveTo>
                    <a:cubicBezTo>
                      <a:pt x="49852" y="18466"/>
                      <a:pt x="49995" y="18645"/>
                      <a:pt x="50150" y="18823"/>
                    </a:cubicBezTo>
                    <a:cubicBezTo>
                      <a:pt x="50316" y="19050"/>
                      <a:pt x="50495" y="19324"/>
                      <a:pt x="50733" y="19478"/>
                    </a:cubicBezTo>
                    <a:lnTo>
                      <a:pt x="50745" y="19478"/>
                    </a:lnTo>
                    <a:cubicBezTo>
                      <a:pt x="50328" y="19716"/>
                      <a:pt x="49864" y="19895"/>
                      <a:pt x="49364" y="20014"/>
                    </a:cubicBezTo>
                    <a:cubicBezTo>
                      <a:pt x="49161" y="19812"/>
                      <a:pt x="48923" y="19633"/>
                      <a:pt x="48733" y="19443"/>
                    </a:cubicBezTo>
                    <a:cubicBezTo>
                      <a:pt x="48459" y="19169"/>
                      <a:pt x="48209" y="18883"/>
                      <a:pt x="47959" y="18597"/>
                    </a:cubicBezTo>
                    <a:cubicBezTo>
                      <a:pt x="48590" y="18550"/>
                      <a:pt x="49209" y="18466"/>
                      <a:pt x="49709" y="18288"/>
                    </a:cubicBezTo>
                    <a:close/>
                    <a:moveTo>
                      <a:pt x="1905" y="17800"/>
                    </a:moveTo>
                    <a:cubicBezTo>
                      <a:pt x="2370" y="18050"/>
                      <a:pt x="2929" y="18228"/>
                      <a:pt x="3501" y="18359"/>
                    </a:cubicBezTo>
                    <a:cubicBezTo>
                      <a:pt x="3953" y="18681"/>
                      <a:pt x="4394" y="19014"/>
                      <a:pt x="4823" y="19359"/>
                    </a:cubicBezTo>
                    <a:cubicBezTo>
                      <a:pt x="5132" y="19609"/>
                      <a:pt x="5418" y="19907"/>
                      <a:pt x="5727" y="20157"/>
                    </a:cubicBezTo>
                    <a:cubicBezTo>
                      <a:pt x="5073" y="20038"/>
                      <a:pt x="4418" y="19859"/>
                      <a:pt x="3822" y="19538"/>
                    </a:cubicBezTo>
                    <a:cubicBezTo>
                      <a:pt x="3037" y="19109"/>
                      <a:pt x="2429" y="18490"/>
                      <a:pt x="1905" y="17800"/>
                    </a:cubicBezTo>
                    <a:close/>
                    <a:moveTo>
                      <a:pt x="41053" y="18657"/>
                    </a:moveTo>
                    <a:cubicBezTo>
                      <a:pt x="41518" y="19181"/>
                      <a:pt x="41994" y="19716"/>
                      <a:pt x="42494" y="20216"/>
                    </a:cubicBezTo>
                    <a:cubicBezTo>
                      <a:pt x="41827" y="20228"/>
                      <a:pt x="41148" y="20228"/>
                      <a:pt x="40482" y="20228"/>
                    </a:cubicBezTo>
                    <a:cubicBezTo>
                      <a:pt x="39934" y="19716"/>
                      <a:pt x="39422" y="19204"/>
                      <a:pt x="38922" y="18669"/>
                    </a:cubicBezTo>
                    <a:cubicBezTo>
                      <a:pt x="39624" y="18669"/>
                      <a:pt x="40339" y="18669"/>
                      <a:pt x="41053" y="18657"/>
                    </a:cubicBezTo>
                    <a:close/>
                    <a:moveTo>
                      <a:pt x="33874" y="18692"/>
                    </a:moveTo>
                    <a:cubicBezTo>
                      <a:pt x="34481" y="19216"/>
                      <a:pt x="35088" y="19764"/>
                      <a:pt x="35731" y="20240"/>
                    </a:cubicBezTo>
                    <a:lnTo>
                      <a:pt x="33457" y="20240"/>
                    </a:lnTo>
                    <a:cubicBezTo>
                      <a:pt x="32933" y="19681"/>
                      <a:pt x="32362" y="19181"/>
                      <a:pt x="31754" y="18716"/>
                    </a:cubicBezTo>
                    <a:cubicBezTo>
                      <a:pt x="32457" y="18704"/>
                      <a:pt x="33159" y="18704"/>
                      <a:pt x="33874" y="18692"/>
                    </a:cubicBezTo>
                    <a:close/>
                    <a:moveTo>
                      <a:pt x="36243" y="18681"/>
                    </a:moveTo>
                    <a:cubicBezTo>
                      <a:pt x="36684" y="19216"/>
                      <a:pt x="37172" y="19776"/>
                      <a:pt x="37708" y="20240"/>
                    </a:cubicBezTo>
                    <a:lnTo>
                      <a:pt x="36160" y="20240"/>
                    </a:lnTo>
                    <a:cubicBezTo>
                      <a:pt x="36160" y="20228"/>
                      <a:pt x="36148" y="20216"/>
                      <a:pt x="36136" y="20205"/>
                    </a:cubicBezTo>
                    <a:cubicBezTo>
                      <a:pt x="35553" y="19657"/>
                      <a:pt x="34898" y="19181"/>
                      <a:pt x="34255" y="18692"/>
                    </a:cubicBezTo>
                    <a:cubicBezTo>
                      <a:pt x="34910" y="18692"/>
                      <a:pt x="35576" y="18692"/>
                      <a:pt x="36243" y="18681"/>
                    </a:cubicBezTo>
                    <a:close/>
                    <a:moveTo>
                      <a:pt x="38553" y="18669"/>
                    </a:moveTo>
                    <a:cubicBezTo>
                      <a:pt x="38982" y="19216"/>
                      <a:pt x="39458" y="19752"/>
                      <a:pt x="39958" y="20228"/>
                    </a:cubicBezTo>
                    <a:cubicBezTo>
                      <a:pt x="39422" y="20228"/>
                      <a:pt x="38874" y="20228"/>
                      <a:pt x="38339" y="20240"/>
                    </a:cubicBezTo>
                    <a:cubicBezTo>
                      <a:pt x="37755" y="19716"/>
                      <a:pt x="37160" y="19228"/>
                      <a:pt x="36600" y="18681"/>
                    </a:cubicBezTo>
                    <a:cubicBezTo>
                      <a:pt x="36969" y="18681"/>
                      <a:pt x="37338" y="18669"/>
                      <a:pt x="37708" y="18669"/>
                    </a:cubicBezTo>
                    <a:close/>
                    <a:moveTo>
                      <a:pt x="31314" y="18716"/>
                    </a:moveTo>
                    <a:cubicBezTo>
                      <a:pt x="31897" y="19193"/>
                      <a:pt x="32433" y="19705"/>
                      <a:pt x="32957" y="20252"/>
                    </a:cubicBezTo>
                    <a:lnTo>
                      <a:pt x="31135" y="20252"/>
                    </a:lnTo>
                    <a:cubicBezTo>
                      <a:pt x="31123" y="20240"/>
                      <a:pt x="31123" y="20240"/>
                      <a:pt x="31123" y="20228"/>
                    </a:cubicBezTo>
                    <a:cubicBezTo>
                      <a:pt x="30921" y="19931"/>
                      <a:pt x="30540" y="19716"/>
                      <a:pt x="30278" y="19466"/>
                    </a:cubicBezTo>
                    <a:cubicBezTo>
                      <a:pt x="30028" y="19228"/>
                      <a:pt x="29802" y="18990"/>
                      <a:pt x="29588" y="18728"/>
                    </a:cubicBezTo>
                    <a:cubicBezTo>
                      <a:pt x="30159" y="18716"/>
                      <a:pt x="30742" y="18716"/>
                      <a:pt x="31314" y="18716"/>
                    </a:cubicBezTo>
                    <a:close/>
                    <a:moveTo>
                      <a:pt x="26623" y="18740"/>
                    </a:moveTo>
                    <a:cubicBezTo>
                      <a:pt x="27159" y="19264"/>
                      <a:pt x="27718" y="19788"/>
                      <a:pt x="28302" y="20264"/>
                    </a:cubicBezTo>
                    <a:lnTo>
                      <a:pt x="26159" y="20264"/>
                    </a:lnTo>
                    <a:cubicBezTo>
                      <a:pt x="25599" y="19728"/>
                      <a:pt x="24992" y="19216"/>
                      <a:pt x="24373" y="18764"/>
                    </a:cubicBezTo>
                    <a:cubicBezTo>
                      <a:pt x="25123" y="18752"/>
                      <a:pt x="25873" y="18752"/>
                      <a:pt x="26623" y="18740"/>
                    </a:cubicBezTo>
                    <a:close/>
                    <a:moveTo>
                      <a:pt x="29218" y="18728"/>
                    </a:moveTo>
                    <a:cubicBezTo>
                      <a:pt x="29230" y="18752"/>
                      <a:pt x="29230" y="18764"/>
                      <a:pt x="29254" y="18788"/>
                    </a:cubicBezTo>
                    <a:cubicBezTo>
                      <a:pt x="29516" y="19121"/>
                      <a:pt x="29778" y="19454"/>
                      <a:pt x="30076" y="19752"/>
                    </a:cubicBezTo>
                    <a:cubicBezTo>
                      <a:pt x="30219" y="19919"/>
                      <a:pt x="30385" y="20097"/>
                      <a:pt x="30564" y="20252"/>
                    </a:cubicBezTo>
                    <a:cubicBezTo>
                      <a:pt x="29969" y="20252"/>
                      <a:pt x="29373" y="20264"/>
                      <a:pt x="28778" y="20264"/>
                    </a:cubicBezTo>
                    <a:cubicBezTo>
                      <a:pt x="28242" y="19716"/>
                      <a:pt x="27647" y="19216"/>
                      <a:pt x="27051" y="18740"/>
                    </a:cubicBezTo>
                    <a:cubicBezTo>
                      <a:pt x="27778" y="18740"/>
                      <a:pt x="28492" y="18728"/>
                      <a:pt x="29218" y="18728"/>
                    </a:cubicBezTo>
                    <a:close/>
                    <a:moveTo>
                      <a:pt x="43470" y="18633"/>
                    </a:moveTo>
                    <a:cubicBezTo>
                      <a:pt x="43792" y="18883"/>
                      <a:pt x="44101" y="19157"/>
                      <a:pt x="44387" y="19454"/>
                    </a:cubicBezTo>
                    <a:cubicBezTo>
                      <a:pt x="44649" y="19716"/>
                      <a:pt x="44875" y="20050"/>
                      <a:pt x="45161" y="20264"/>
                    </a:cubicBezTo>
                    <a:cubicBezTo>
                      <a:pt x="44518" y="20240"/>
                      <a:pt x="43923" y="20216"/>
                      <a:pt x="43399" y="20216"/>
                    </a:cubicBezTo>
                    <a:lnTo>
                      <a:pt x="43065" y="20216"/>
                    </a:lnTo>
                    <a:cubicBezTo>
                      <a:pt x="42613" y="19669"/>
                      <a:pt x="42077" y="19145"/>
                      <a:pt x="41529" y="18657"/>
                    </a:cubicBezTo>
                    <a:cubicBezTo>
                      <a:pt x="42184" y="18657"/>
                      <a:pt x="42815" y="18645"/>
                      <a:pt x="43470" y="18633"/>
                    </a:cubicBezTo>
                    <a:close/>
                    <a:moveTo>
                      <a:pt x="47792" y="18609"/>
                    </a:moveTo>
                    <a:lnTo>
                      <a:pt x="47792" y="18609"/>
                    </a:lnTo>
                    <a:cubicBezTo>
                      <a:pt x="47768" y="18633"/>
                      <a:pt x="47756" y="18681"/>
                      <a:pt x="47792" y="18716"/>
                    </a:cubicBezTo>
                    <a:cubicBezTo>
                      <a:pt x="48006" y="19026"/>
                      <a:pt x="48245" y="19312"/>
                      <a:pt x="48483" y="19597"/>
                    </a:cubicBezTo>
                    <a:cubicBezTo>
                      <a:pt x="48626" y="19764"/>
                      <a:pt x="48768" y="19943"/>
                      <a:pt x="48935" y="20109"/>
                    </a:cubicBezTo>
                    <a:cubicBezTo>
                      <a:pt x="48530" y="20193"/>
                      <a:pt x="48102" y="20240"/>
                      <a:pt x="47673" y="20264"/>
                    </a:cubicBezTo>
                    <a:cubicBezTo>
                      <a:pt x="47673" y="20252"/>
                      <a:pt x="47673" y="20240"/>
                      <a:pt x="47661" y="20240"/>
                    </a:cubicBezTo>
                    <a:cubicBezTo>
                      <a:pt x="47435" y="19895"/>
                      <a:pt x="47054" y="19645"/>
                      <a:pt x="46768" y="19347"/>
                    </a:cubicBezTo>
                    <a:cubicBezTo>
                      <a:pt x="46542" y="19109"/>
                      <a:pt x="46328" y="18871"/>
                      <a:pt x="46125" y="18621"/>
                    </a:cubicBezTo>
                    <a:lnTo>
                      <a:pt x="46125" y="18621"/>
                    </a:lnTo>
                    <a:cubicBezTo>
                      <a:pt x="46342" y="18626"/>
                      <a:pt x="46569" y="18629"/>
                      <a:pt x="46801" y="18629"/>
                    </a:cubicBezTo>
                    <a:cubicBezTo>
                      <a:pt x="47128" y="18629"/>
                      <a:pt x="47464" y="18623"/>
                      <a:pt x="47792" y="18609"/>
                    </a:cubicBezTo>
                    <a:close/>
                    <a:moveTo>
                      <a:pt x="23873" y="18764"/>
                    </a:moveTo>
                    <a:cubicBezTo>
                      <a:pt x="24444" y="19264"/>
                      <a:pt x="25039" y="19764"/>
                      <a:pt x="25623" y="20264"/>
                    </a:cubicBezTo>
                    <a:cubicBezTo>
                      <a:pt x="25123" y="20264"/>
                      <a:pt x="24623" y="20276"/>
                      <a:pt x="24134" y="20276"/>
                    </a:cubicBezTo>
                    <a:cubicBezTo>
                      <a:pt x="23873" y="20002"/>
                      <a:pt x="23539" y="19788"/>
                      <a:pt x="23253" y="19562"/>
                    </a:cubicBezTo>
                    <a:cubicBezTo>
                      <a:pt x="22908" y="19300"/>
                      <a:pt x="22563" y="19038"/>
                      <a:pt x="22218" y="18776"/>
                    </a:cubicBezTo>
                    <a:lnTo>
                      <a:pt x="22337" y="18776"/>
                    </a:lnTo>
                    <a:cubicBezTo>
                      <a:pt x="22849" y="18764"/>
                      <a:pt x="23361" y="18764"/>
                      <a:pt x="23873" y="18764"/>
                    </a:cubicBezTo>
                    <a:close/>
                    <a:moveTo>
                      <a:pt x="17574" y="18800"/>
                    </a:moveTo>
                    <a:cubicBezTo>
                      <a:pt x="17955" y="19085"/>
                      <a:pt x="18324" y="19395"/>
                      <a:pt x="18681" y="19716"/>
                    </a:cubicBezTo>
                    <a:cubicBezTo>
                      <a:pt x="18884" y="19895"/>
                      <a:pt x="19074" y="20097"/>
                      <a:pt x="19265" y="20288"/>
                    </a:cubicBezTo>
                    <a:lnTo>
                      <a:pt x="17741" y="20288"/>
                    </a:lnTo>
                    <a:cubicBezTo>
                      <a:pt x="17122" y="19824"/>
                      <a:pt x="16491" y="19395"/>
                      <a:pt x="15919" y="18847"/>
                    </a:cubicBezTo>
                    <a:cubicBezTo>
                      <a:pt x="15895" y="18835"/>
                      <a:pt x="15883" y="18823"/>
                      <a:pt x="15872" y="18812"/>
                    </a:cubicBezTo>
                    <a:cubicBezTo>
                      <a:pt x="16443" y="18812"/>
                      <a:pt x="17003" y="18812"/>
                      <a:pt x="17574" y="18800"/>
                    </a:cubicBezTo>
                    <a:close/>
                    <a:moveTo>
                      <a:pt x="21932" y="18776"/>
                    </a:moveTo>
                    <a:cubicBezTo>
                      <a:pt x="21884" y="18835"/>
                      <a:pt x="21884" y="18931"/>
                      <a:pt x="21944" y="18978"/>
                    </a:cubicBezTo>
                    <a:cubicBezTo>
                      <a:pt x="22313" y="19264"/>
                      <a:pt x="22670" y="19562"/>
                      <a:pt x="23039" y="19847"/>
                    </a:cubicBezTo>
                    <a:cubicBezTo>
                      <a:pt x="23218" y="19978"/>
                      <a:pt x="23384" y="20133"/>
                      <a:pt x="23563" y="20276"/>
                    </a:cubicBezTo>
                    <a:lnTo>
                      <a:pt x="21979" y="20276"/>
                    </a:lnTo>
                    <a:cubicBezTo>
                      <a:pt x="21741" y="20097"/>
                      <a:pt x="21467" y="19931"/>
                      <a:pt x="21229" y="19752"/>
                    </a:cubicBezTo>
                    <a:cubicBezTo>
                      <a:pt x="20848" y="19466"/>
                      <a:pt x="20467" y="19157"/>
                      <a:pt x="20098" y="18847"/>
                    </a:cubicBezTo>
                    <a:cubicBezTo>
                      <a:pt x="20074" y="18835"/>
                      <a:pt x="20051" y="18823"/>
                      <a:pt x="20027" y="18823"/>
                    </a:cubicBezTo>
                    <a:cubicBezTo>
                      <a:pt x="19943" y="18823"/>
                      <a:pt x="19872" y="18931"/>
                      <a:pt x="19955" y="19002"/>
                    </a:cubicBezTo>
                    <a:cubicBezTo>
                      <a:pt x="20301" y="19312"/>
                      <a:pt x="20658" y="19609"/>
                      <a:pt x="21027" y="19895"/>
                    </a:cubicBezTo>
                    <a:cubicBezTo>
                      <a:pt x="21182" y="20014"/>
                      <a:pt x="21336" y="20157"/>
                      <a:pt x="21491" y="20276"/>
                    </a:cubicBezTo>
                    <a:cubicBezTo>
                      <a:pt x="20908" y="20288"/>
                      <a:pt x="20313" y="20288"/>
                      <a:pt x="19729" y="20288"/>
                    </a:cubicBezTo>
                    <a:cubicBezTo>
                      <a:pt x="19265" y="19693"/>
                      <a:pt x="18586" y="19216"/>
                      <a:pt x="17943" y="18800"/>
                    </a:cubicBezTo>
                    <a:cubicBezTo>
                      <a:pt x="18634" y="18800"/>
                      <a:pt x="19336" y="18788"/>
                      <a:pt x="20027" y="18788"/>
                    </a:cubicBezTo>
                    <a:cubicBezTo>
                      <a:pt x="20670" y="18788"/>
                      <a:pt x="21301" y="18776"/>
                      <a:pt x="21932" y="18776"/>
                    </a:cubicBezTo>
                    <a:close/>
                    <a:moveTo>
                      <a:pt x="45117" y="18604"/>
                    </a:moveTo>
                    <a:cubicBezTo>
                      <a:pt x="45312" y="18604"/>
                      <a:pt x="45526" y="18609"/>
                      <a:pt x="45756" y="18609"/>
                    </a:cubicBezTo>
                    <a:cubicBezTo>
                      <a:pt x="45971" y="18943"/>
                      <a:pt x="46185" y="19276"/>
                      <a:pt x="46447" y="19574"/>
                    </a:cubicBezTo>
                    <a:cubicBezTo>
                      <a:pt x="46625" y="19812"/>
                      <a:pt x="46840" y="20074"/>
                      <a:pt x="47078" y="20288"/>
                    </a:cubicBezTo>
                    <a:cubicBezTo>
                      <a:pt x="46910" y="20291"/>
                      <a:pt x="46743" y="20293"/>
                      <a:pt x="46576" y="20293"/>
                    </a:cubicBezTo>
                    <a:cubicBezTo>
                      <a:pt x="46174" y="20293"/>
                      <a:pt x="45774" y="20284"/>
                      <a:pt x="45387" y="20276"/>
                    </a:cubicBezTo>
                    <a:cubicBezTo>
                      <a:pt x="45447" y="20216"/>
                      <a:pt x="45459" y="20133"/>
                      <a:pt x="45435" y="20062"/>
                    </a:cubicBezTo>
                    <a:cubicBezTo>
                      <a:pt x="45280" y="19693"/>
                      <a:pt x="44899" y="19395"/>
                      <a:pt x="44625" y="19133"/>
                    </a:cubicBezTo>
                    <a:cubicBezTo>
                      <a:pt x="44423" y="18954"/>
                      <a:pt x="44220" y="18788"/>
                      <a:pt x="44018" y="18621"/>
                    </a:cubicBezTo>
                    <a:cubicBezTo>
                      <a:pt x="44292" y="18621"/>
                      <a:pt x="44566" y="18609"/>
                      <a:pt x="44839" y="18609"/>
                    </a:cubicBezTo>
                    <a:cubicBezTo>
                      <a:pt x="44927" y="18605"/>
                      <a:pt x="45019" y="18604"/>
                      <a:pt x="45117" y="18604"/>
                    </a:cubicBezTo>
                    <a:close/>
                    <a:moveTo>
                      <a:pt x="15776" y="18812"/>
                    </a:moveTo>
                    <a:cubicBezTo>
                      <a:pt x="15693" y="18847"/>
                      <a:pt x="15633" y="18954"/>
                      <a:pt x="15717" y="19038"/>
                    </a:cubicBezTo>
                    <a:cubicBezTo>
                      <a:pt x="16157" y="19466"/>
                      <a:pt x="16622" y="19919"/>
                      <a:pt x="17110" y="20288"/>
                    </a:cubicBezTo>
                    <a:lnTo>
                      <a:pt x="16610" y="20288"/>
                    </a:lnTo>
                    <a:cubicBezTo>
                      <a:pt x="16181" y="20300"/>
                      <a:pt x="15741" y="20300"/>
                      <a:pt x="15300" y="20300"/>
                    </a:cubicBezTo>
                    <a:cubicBezTo>
                      <a:pt x="14705" y="19776"/>
                      <a:pt x="14038" y="19312"/>
                      <a:pt x="13419" y="18823"/>
                    </a:cubicBezTo>
                    <a:cubicBezTo>
                      <a:pt x="14205" y="18823"/>
                      <a:pt x="14990" y="18812"/>
                      <a:pt x="15776" y="18812"/>
                    </a:cubicBezTo>
                    <a:close/>
                    <a:moveTo>
                      <a:pt x="4168" y="18478"/>
                    </a:moveTo>
                    <a:cubicBezTo>
                      <a:pt x="4775" y="18573"/>
                      <a:pt x="5394" y="18621"/>
                      <a:pt x="5977" y="18657"/>
                    </a:cubicBezTo>
                    <a:cubicBezTo>
                      <a:pt x="6251" y="18954"/>
                      <a:pt x="6525" y="19240"/>
                      <a:pt x="6823" y="19514"/>
                    </a:cubicBezTo>
                    <a:cubicBezTo>
                      <a:pt x="7120" y="19788"/>
                      <a:pt x="7430" y="20133"/>
                      <a:pt x="7799" y="20312"/>
                    </a:cubicBezTo>
                    <a:cubicBezTo>
                      <a:pt x="7823" y="20324"/>
                      <a:pt x="7834" y="20324"/>
                      <a:pt x="7858" y="20324"/>
                    </a:cubicBezTo>
                    <a:lnTo>
                      <a:pt x="7858" y="20324"/>
                    </a:lnTo>
                    <a:cubicBezTo>
                      <a:pt x="7334" y="20324"/>
                      <a:pt x="6799" y="20300"/>
                      <a:pt x="6287" y="20240"/>
                    </a:cubicBezTo>
                    <a:cubicBezTo>
                      <a:pt x="6275" y="20228"/>
                      <a:pt x="6275" y="20228"/>
                      <a:pt x="6275" y="20216"/>
                    </a:cubicBezTo>
                    <a:cubicBezTo>
                      <a:pt x="5751" y="19526"/>
                      <a:pt x="4953" y="18966"/>
                      <a:pt x="4168" y="18478"/>
                    </a:cubicBezTo>
                    <a:close/>
                    <a:moveTo>
                      <a:pt x="10990" y="18812"/>
                    </a:moveTo>
                    <a:cubicBezTo>
                      <a:pt x="11692" y="18812"/>
                      <a:pt x="12395" y="18823"/>
                      <a:pt x="13109" y="18823"/>
                    </a:cubicBezTo>
                    <a:cubicBezTo>
                      <a:pt x="13085" y="18859"/>
                      <a:pt x="13085" y="18919"/>
                      <a:pt x="13145" y="18966"/>
                    </a:cubicBezTo>
                    <a:cubicBezTo>
                      <a:pt x="13681" y="19395"/>
                      <a:pt x="14205" y="19871"/>
                      <a:pt x="14752" y="20312"/>
                    </a:cubicBezTo>
                    <a:cubicBezTo>
                      <a:pt x="14121" y="20312"/>
                      <a:pt x="13478" y="20324"/>
                      <a:pt x="12847" y="20324"/>
                    </a:cubicBezTo>
                    <a:cubicBezTo>
                      <a:pt x="12502" y="20038"/>
                      <a:pt x="12109" y="19812"/>
                      <a:pt x="11764" y="19538"/>
                    </a:cubicBezTo>
                    <a:cubicBezTo>
                      <a:pt x="11490" y="19312"/>
                      <a:pt x="11240" y="19062"/>
                      <a:pt x="10990" y="18812"/>
                    </a:cubicBezTo>
                    <a:close/>
                    <a:moveTo>
                      <a:pt x="6335" y="18681"/>
                    </a:moveTo>
                    <a:lnTo>
                      <a:pt x="6335" y="18681"/>
                    </a:lnTo>
                    <a:cubicBezTo>
                      <a:pt x="6656" y="18692"/>
                      <a:pt x="6966" y="18704"/>
                      <a:pt x="7239" y="18716"/>
                    </a:cubicBezTo>
                    <a:cubicBezTo>
                      <a:pt x="7525" y="18728"/>
                      <a:pt x="7823" y="18740"/>
                      <a:pt x="8109" y="18740"/>
                    </a:cubicBezTo>
                    <a:cubicBezTo>
                      <a:pt x="8954" y="18764"/>
                      <a:pt x="9811" y="18788"/>
                      <a:pt x="10657" y="18800"/>
                    </a:cubicBezTo>
                    <a:cubicBezTo>
                      <a:pt x="10978" y="19133"/>
                      <a:pt x="11300" y="19466"/>
                      <a:pt x="11645" y="19764"/>
                    </a:cubicBezTo>
                    <a:cubicBezTo>
                      <a:pt x="11847" y="19955"/>
                      <a:pt x="12062" y="20145"/>
                      <a:pt x="12276" y="20324"/>
                    </a:cubicBezTo>
                    <a:cubicBezTo>
                      <a:pt x="11585" y="20336"/>
                      <a:pt x="10883" y="20347"/>
                      <a:pt x="10192" y="20347"/>
                    </a:cubicBezTo>
                    <a:cubicBezTo>
                      <a:pt x="9537" y="19824"/>
                      <a:pt x="8823" y="19371"/>
                      <a:pt x="8156" y="18859"/>
                    </a:cubicBezTo>
                    <a:cubicBezTo>
                      <a:pt x="8132" y="18859"/>
                      <a:pt x="8121" y="18847"/>
                      <a:pt x="8109" y="18847"/>
                    </a:cubicBezTo>
                    <a:cubicBezTo>
                      <a:pt x="8037" y="18847"/>
                      <a:pt x="8001" y="18954"/>
                      <a:pt x="8073" y="19002"/>
                    </a:cubicBezTo>
                    <a:cubicBezTo>
                      <a:pt x="8633" y="19443"/>
                      <a:pt x="9180" y="19907"/>
                      <a:pt x="9752" y="20347"/>
                    </a:cubicBezTo>
                    <a:cubicBezTo>
                      <a:pt x="9180" y="20336"/>
                      <a:pt x="8609" y="20336"/>
                      <a:pt x="8025" y="20336"/>
                    </a:cubicBezTo>
                    <a:cubicBezTo>
                      <a:pt x="7966" y="20336"/>
                      <a:pt x="7918" y="20336"/>
                      <a:pt x="7859" y="20324"/>
                    </a:cubicBezTo>
                    <a:cubicBezTo>
                      <a:pt x="7942" y="20324"/>
                      <a:pt x="7990" y="20216"/>
                      <a:pt x="7930" y="20145"/>
                    </a:cubicBezTo>
                    <a:cubicBezTo>
                      <a:pt x="7668" y="19812"/>
                      <a:pt x="7287" y="19550"/>
                      <a:pt x="6966" y="19264"/>
                    </a:cubicBezTo>
                    <a:cubicBezTo>
                      <a:pt x="6751" y="19073"/>
                      <a:pt x="6549" y="18871"/>
                      <a:pt x="6335" y="18681"/>
                    </a:cubicBezTo>
                    <a:close/>
                    <a:moveTo>
                      <a:pt x="30460" y="0"/>
                    </a:moveTo>
                    <a:cubicBezTo>
                      <a:pt x="25688" y="0"/>
                      <a:pt x="20917" y="125"/>
                      <a:pt x="16193" y="369"/>
                    </a:cubicBezTo>
                    <a:cubicBezTo>
                      <a:pt x="13312" y="524"/>
                      <a:pt x="10430" y="750"/>
                      <a:pt x="7561" y="1071"/>
                    </a:cubicBezTo>
                    <a:cubicBezTo>
                      <a:pt x="5787" y="1274"/>
                      <a:pt x="3822" y="1464"/>
                      <a:pt x="2322" y="2548"/>
                    </a:cubicBezTo>
                    <a:cubicBezTo>
                      <a:pt x="893" y="3572"/>
                      <a:pt x="465" y="5155"/>
                      <a:pt x="298" y="6846"/>
                    </a:cubicBezTo>
                    <a:cubicBezTo>
                      <a:pt x="36" y="9656"/>
                      <a:pt x="0" y="12549"/>
                      <a:pt x="322" y="15347"/>
                    </a:cubicBezTo>
                    <a:cubicBezTo>
                      <a:pt x="322" y="15418"/>
                      <a:pt x="358" y="15478"/>
                      <a:pt x="405" y="15525"/>
                    </a:cubicBezTo>
                    <a:cubicBezTo>
                      <a:pt x="429" y="16204"/>
                      <a:pt x="655" y="16728"/>
                      <a:pt x="1024" y="17133"/>
                    </a:cubicBezTo>
                    <a:cubicBezTo>
                      <a:pt x="1763" y="18431"/>
                      <a:pt x="2667" y="19597"/>
                      <a:pt x="4096" y="20216"/>
                    </a:cubicBezTo>
                    <a:cubicBezTo>
                      <a:pt x="5418" y="20779"/>
                      <a:pt x="6909" y="20880"/>
                      <a:pt x="8387" y="20880"/>
                    </a:cubicBezTo>
                    <a:cubicBezTo>
                      <a:pt x="9226" y="20880"/>
                      <a:pt x="10061" y="20848"/>
                      <a:pt x="10859" y="20848"/>
                    </a:cubicBezTo>
                    <a:cubicBezTo>
                      <a:pt x="16729" y="20848"/>
                      <a:pt x="22610" y="20836"/>
                      <a:pt x="28480" y="20812"/>
                    </a:cubicBezTo>
                    <a:cubicBezTo>
                      <a:pt x="30147" y="20812"/>
                      <a:pt x="31814" y="20812"/>
                      <a:pt x="33481" y="20800"/>
                    </a:cubicBezTo>
                    <a:cubicBezTo>
                      <a:pt x="33505" y="20836"/>
                      <a:pt x="33528" y="20859"/>
                      <a:pt x="33564" y="20895"/>
                    </a:cubicBezTo>
                    <a:cubicBezTo>
                      <a:pt x="33599" y="20934"/>
                      <a:pt x="33639" y="20950"/>
                      <a:pt x="33677" y="20950"/>
                    </a:cubicBezTo>
                    <a:cubicBezTo>
                      <a:pt x="33758" y="20950"/>
                      <a:pt x="33834" y="20880"/>
                      <a:pt x="33850" y="20800"/>
                    </a:cubicBezTo>
                    <a:cubicBezTo>
                      <a:pt x="37934" y="20788"/>
                      <a:pt x="42018" y="20776"/>
                      <a:pt x="46113" y="20776"/>
                    </a:cubicBezTo>
                    <a:cubicBezTo>
                      <a:pt x="46403" y="20778"/>
                      <a:pt x="46701" y="20782"/>
                      <a:pt x="47003" y="20782"/>
                    </a:cubicBezTo>
                    <a:cubicBezTo>
                      <a:pt x="48575" y="20782"/>
                      <a:pt x="50260" y="20680"/>
                      <a:pt x="51519" y="19681"/>
                    </a:cubicBezTo>
                    <a:cubicBezTo>
                      <a:pt x="53007" y="18490"/>
                      <a:pt x="53257" y="16323"/>
                      <a:pt x="53400" y="14549"/>
                    </a:cubicBezTo>
                    <a:cubicBezTo>
                      <a:pt x="53519" y="13025"/>
                      <a:pt x="53460" y="11489"/>
                      <a:pt x="53412" y="9953"/>
                    </a:cubicBezTo>
                    <a:cubicBezTo>
                      <a:pt x="53364" y="8310"/>
                      <a:pt x="53567" y="6679"/>
                      <a:pt x="53555" y="5036"/>
                    </a:cubicBezTo>
                    <a:cubicBezTo>
                      <a:pt x="53531" y="3119"/>
                      <a:pt x="51757" y="1821"/>
                      <a:pt x="50138" y="1167"/>
                    </a:cubicBezTo>
                    <a:cubicBezTo>
                      <a:pt x="50114" y="1143"/>
                      <a:pt x="50078" y="1143"/>
                      <a:pt x="50054" y="1143"/>
                    </a:cubicBezTo>
                    <a:cubicBezTo>
                      <a:pt x="48911" y="524"/>
                      <a:pt x="47435" y="536"/>
                      <a:pt x="46185" y="464"/>
                    </a:cubicBezTo>
                    <a:cubicBezTo>
                      <a:pt x="40979" y="152"/>
                      <a:pt x="35718" y="0"/>
                      <a:pt x="30460"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9" name="Google Shape;529;p19"/>
              <p:cNvSpPr/>
              <p:nvPr/>
            </p:nvSpPr>
            <p:spPr>
              <a:xfrm>
                <a:off x="2923099" y="1107719"/>
                <a:ext cx="1171115" cy="392644"/>
              </a:xfrm>
              <a:custGeom>
                <a:rect b="b" l="l" r="r" t="t"/>
                <a:pathLst>
                  <a:path extrusionOk="0" h="17341" w="51722">
                    <a:moveTo>
                      <a:pt x="27108" y="1"/>
                    </a:moveTo>
                    <a:cubicBezTo>
                      <a:pt x="22462" y="1"/>
                      <a:pt x="17818" y="105"/>
                      <a:pt x="13181" y="430"/>
                    </a:cubicBezTo>
                    <a:cubicBezTo>
                      <a:pt x="11193" y="561"/>
                      <a:pt x="9192" y="728"/>
                      <a:pt x="7204" y="954"/>
                    </a:cubicBezTo>
                    <a:cubicBezTo>
                      <a:pt x="5478" y="1168"/>
                      <a:pt x="3406" y="1335"/>
                      <a:pt x="2049" y="2561"/>
                    </a:cubicBezTo>
                    <a:cubicBezTo>
                      <a:pt x="453" y="4002"/>
                      <a:pt x="584" y="6585"/>
                      <a:pt x="513" y="8550"/>
                    </a:cubicBezTo>
                    <a:cubicBezTo>
                      <a:pt x="453" y="10288"/>
                      <a:pt x="489" y="12015"/>
                      <a:pt x="477" y="13753"/>
                    </a:cubicBezTo>
                    <a:cubicBezTo>
                      <a:pt x="560" y="13801"/>
                      <a:pt x="620" y="13896"/>
                      <a:pt x="596" y="14015"/>
                    </a:cubicBezTo>
                    <a:cubicBezTo>
                      <a:pt x="0" y="17168"/>
                      <a:pt x="4287" y="17273"/>
                      <a:pt x="6813" y="17273"/>
                    </a:cubicBezTo>
                    <a:cubicBezTo>
                      <a:pt x="6994" y="17273"/>
                      <a:pt x="7165" y="17273"/>
                      <a:pt x="7325" y="17273"/>
                    </a:cubicBezTo>
                    <a:cubicBezTo>
                      <a:pt x="7522" y="17273"/>
                      <a:pt x="7701" y="17274"/>
                      <a:pt x="7859" y="17277"/>
                    </a:cubicBezTo>
                    <a:cubicBezTo>
                      <a:pt x="9622" y="17323"/>
                      <a:pt x="11392" y="17341"/>
                      <a:pt x="13164" y="17341"/>
                    </a:cubicBezTo>
                    <a:cubicBezTo>
                      <a:pt x="13677" y="17341"/>
                      <a:pt x="14191" y="17339"/>
                      <a:pt x="14705" y="17337"/>
                    </a:cubicBezTo>
                    <a:cubicBezTo>
                      <a:pt x="19134" y="17325"/>
                      <a:pt x="23563" y="17289"/>
                      <a:pt x="27992" y="17265"/>
                    </a:cubicBezTo>
                    <a:cubicBezTo>
                      <a:pt x="32005" y="17230"/>
                      <a:pt x="36017" y="17218"/>
                      <a:pt x="40029" y="17194"/>
                    </a:cubicBezTo>
                    <a:cubicBezTo>
                      <a:pt x="41923" y="17170"/>
                      <a:pt x="43828" y="17182"/>
                      <a:pt x="45733" y="17087"/>
                    </a:cubicBezTo>
                    <a:cubicBezTo>
                      <a:pt x="46149" y="17063"/>
                      <a:pt x="46554" y="17039"/>
                      <a:pt x="46971" y="17003"/>
                    </a:cubicBezTo>
                    <a:cubicBezTo>
                      <a:pt x="48078" y="16908"/>
                      <a:pt x="48173" y="16920"/>
                      <a:pt x="49102" y="16134"/>
                    </a:cubicBezTo>
                    <a:cubicBezTo>
                      <a:pt x="50162" y="15229"/>
                      <a:pt x="49971" y="15491"/>
                      <a:pt x="49935" y="14336"/>
                    </a:cubicBezTo>
                    <a:cubicBezTo>
                      <a:pt x="49924" y="13896"/>
                      <a:pt x="49924" y="13467"/>
                      <a:pt x="49924" y="13039"/>
                    </a:cubicBezTo>
                    <a:cubicBezTo>
                      <a:pt x="49924" y="11276"/>
                      <a:pt x="50019" y="9514"/>
                      <a:pt x="50257" y="7764"/>
                    </a:cubicBezTo>
                    <a:cubicBezTo>
                      <a:pt x="50543" y="5669"/>
                      <a:pt x="51721" y="2287"/>
                      <a:pt x="49304" y="930"/>
                    </a:cubicBezTo>
                    <a:cubicBezTo>
                      <a:pt x="48221" y="323"/>
                      <a:pt x="46599" y="255"/>
                      <a:pt x="45113" y="255"/>
                    </a:cubicBezTo>
                    <a:cubicBezTo>
                      <a:pt x="44683" y="255"/>
                      <a:pt x="44264" y="261"/>
                      <a:pt x="43873" y="261"/>
                    </a:cubicBezTo>
                    <a:cubicBezTo>
                      <a:pt x="43627" y="261"/>
                      <a:pt x="43392" y="259"/>
                      <a:pt x="43173" y="251"/>
                    </a:cubicBezTo>
                    <a:cubicBezTo>
                      <a:pt x="41172" y="192"/>
                      <a:pt x="39172" y="156"/>
                      <a:pt x="37184" y="120"/>
                    </a:cubicBezTo>
                    <a:cubicBezTo>
                      <a:pt x="33827" y="55"/>
                      <a:pt x="30467" y="1"/>
                      <a:pt x="27108" y="1"/>
                    </a:cubicBezTo>
                    <a:close/>
                  </a:path>
                </a:pathLst>
              </a:custGeom>
              <a:solidFill>
                <a:srgbClr val="F4F4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Si un bucle dado  tiene más de un instrumento con la misma identificación funcional, es preferible añadir un sufijo.</a:t>
                </a:r>
                <a:endParaRPr b="0" i="0" sz="2000" u="none" cap="none" strike="noStrike">
                  <a:solidFill>
                    <a:srgbClr val="000000"/>
                  </a:solidFill>
                  <a:latin typeface="Times New Roman"/>
                  <a:ea typeface="Times New Roman"/>
                  <a:cs typeface="Times New Roman"/>
                  <a:sym typeface="Times New Roman"/>
                </a:endParaRPr>
              </a:p>
            </p:txBody>
          </p:sp>
          <p:sp>
            <p:nvSpPr>
              <p:cNvPr id="530" name="Google Shape;530;p19"/>
              <p:cNvSpPr/>
              <p:nvPr/>
            </p:nvSpPr>
            <p:spPr>
              <a:xfrm>
                <a:off x="3368443" y="1514254"/>
                <a:ext cx="80087" cy="33986"/>
              </a:xfrm>
              <a:custGeom>
                <a:rect b="b" l="l" r="r" t="t"/>
                <a:pathLst>
                  <a:path extrusionOk="0" h="1501" w="3537">
                    <a:moveTo>
                      <a:pt x="1906" y="1"/>
                    </a:moveTo>
                    <a:cubicBezTo>
                      <a:pt x="1275" y="1"/>
                      <a:pt x="644" y="13"/>
                      <a:pt x="1" y="13"/>
                    </a:cubicBezTo>
                    <a:lnTo>
                      <a:pt x="1" y="48"/>
                    </a:lnTo>
                    <a:cubicBezTo>
                      <a:pt x="25" y="48"/>
                      <a:pt x="48" y="60"/>
                      <a:pt x="72" y="72"/>
                    </a:cubicBezTo>
                    <a:cubicBezTo>
                      <a:pt x="441" y="382"/>
                      <a:pt x="822" y="691"/>
                      <a:pt x="1203" y="977"/>
                    </a:cubicBezTo>
                    <a:cubicBezTo>
                      <a:pt x="1441" y="1156"/>
                      <a:pt x="1715" y="1322"/>
                      <a:pt x="1953" y="1501"/>
                    </a:cubicBezTo>
                    <a:lnTo>
                      <a:pt x="3537" y="1501"/>
                    </a:lnTo>
                    <a:cubicBezTo>
                      <a:pt x="3358" y="1358"/>
                      <a:pt x="3192" y="1203"/>
                      <a:pt x="3013" y="1072"/>
                    </a:cubicBezTo>
                    <a:cubicBezTo>
                      <a:pt x="2644" y="787"/>
                      <a:pt x="2287" y="489"/>
                      <a:pt x="1918" y="203"/>
                    </a:cubicBezTo>
                    <a:cubicBezTo>
                      <a:pt x="1858" y="156"/>
                      <a:pt x="1858" y="60"/>
                      <a:pt x="190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1" name="Google Shape;531;p19"/>
              <p:cNvSpPr/>
              <p:nvPr/>
            </p:nvSpPr>
            <p:spPr>
              <a:xfrm>
                <a:off x="3321280" y="1514525"/>
                <a:ext cx="80358" cy="33986"/>
              </a:xfrm>
              <a:custGeom>
                <a:rect b="b" l="l" r="r" t="t"/>
                <a:pathLst>
                  <a:path extrusionOk="0" h="1501" w="3549">
                    <a:moveTo>
                      <a:pt x="2084" y="1"/>
                    </a:moveTo>
                    <a:cubicBezTo>
                      <a:pt x="1393" y="1"/>
                      <a:pt x="691" y="13"/>
                      <a:pt x="0" y="13"/>
                    </a:cubicBezTo>
                    <a:cubicBezTo>
                      <a:pt x="643" y="429"/>
                      <a:pt x="1322" y="906"/>
                      <a:pt x="1786" y="1501"/>
                    </a:cubicBezTo>
                    <a:cubicBezTo>
                      <a:pt x="2370" y="1501"/>
                      <a:pt x="2965" y="1501"/>
                      <a:pt x="3548" y="1489"/>
                    </a:cubicBezTo>
                    <a:cubicBezTo>
                      <a:pt x="3393" y="1370"/>
                      <a:pt x="3239" y="1227"/>
                      <a:pt x="3084" y="1108"/>
                    </a:cubicBezTo>
                    <a:cubicBezTo>
                      <a:pt x="2715" y="822"/>
                      <a:pt x="2358" y="525"/>
                      <a:pt x="2012" y="215"/>
                    </a:cubicBezTo>
                    <a:cubicBezTo>
                      <a:pt x="1929" y="144"/>
                      <a:pt x="2000" y="36"/>
                      <a:pt x="2084" y="36"/>
                    </a:cubicBezTo>
                    <a:lnTo>
                      <a:pt x="2084" y="1"/>
                    </a:ln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2" name="Google Shape;532;p19"/>
              <p:cNvSpPr/>
              <p:nvPr/>
            </p:nvSpPr>
            <p:spPr>
              <a:xfrm>
                <a:off x="3274366" y="1514797"/>
                <a:ext cx="76849" cy="33715"/>
              </a:xfrm>
              <a:custGeom>
                <a:rect b="b" l="l" r="r" t="t"/>
                <a:pathLst>
                  <a:path extrusionOk="0" h="1489" w="3394">
                    <a:moveTo>
                      <a:pt x="1691" y="1"/>
                    </a:moveTo>
                    <a:cubicBezTo>
                      <a:pt x="1132" y="13"/>
                      <a:pt x="560" y="13"/>
                      <a:pt x="1" y="13"/>
                    </a:cubicBezTo>
                    <a:cubicBezTo>
                      <a:pt x="12" y="24"/>
                      <a:pt x="24" y="36"/>
                      <a:pt x="48" y="48"/>
                    </a:cubicBezTo>
                    <a:cubicBezTo>
                      <a:pt x="620" y="596"/>
                      <a:pt x="1239" y="1025"/>
                      <a:pt x="1870" y="1489"/>
                    </a:cubicBezTo>
                    <a:lnTo>
                      <a:pt x="3394" y="1489"/>
                    </a:lnTo>
                    <a:cubicBezTo>
                      <a:pt x="3203" y="1298"/>
                      <a:pt x="3013" y="1096"/>
                      <a:pt x="2810" y="917"/>
                    </a:cubicBezTo>
                    <a:cubicBezTo>
                      <a:pt x="2453" y="596"/>
                      <a:pt x="2084" y="286"/>
                      <a:pt x="169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3" name="Google Shape;533;p19"/>
              <p:cNvSpPr/>
              <p:nvPr/>
            </p:nvSpPr>
            <p:spPr>
              <a:xfrm>
                <a:off x="3218825" y="1515069"/>
                <a:ext cx="83868" cy="33715"/>
              </a:xfrm>
              <a:custGeom>
                <a:rect b="b" l="l" r="r" t="t"/>
                <a:pathLst>
                  <a:path extrusionOk="0" h="1489" w="3704">
                    <a:moveTo>
                      <a:pt x="2358" y="1"/>
                    </a:moveTo>
                    <a:cubicBezTo>
                      <a:pt x="1572" y="1"/>
                      <a:pt x="787" y="12"/>
                      <a:pt x="1" y="12"/>
                    </a:cubicBezTo>
                    <a:cubicBezTo>
                      <a:pt x="620" y="501"/>
                      <a:pt x="1287" y="965"/>
                      <a:pt x="1882" y="1489"/>
                    </a:cubicBezTo>
                    <a:cubicBezTo>
                      <a:pt x="2323" y="1489"/>
                      <a:pt x="2763" y="1489"/>
                      <a:pt x="3192" y="1477"/>
                    </a:cubicBezTo>
                    <a:lnTo>
                      <a:pt x="3704" y="1477"/>
                    </a:lnTo>
                    <a:cubicBezTo>
                      <a:pt x="3204" y="1108"/>
                      <a:pt x="2739" y="655"/>
                      <a:pt x="2299" y="227"/>
                    </a:cubicBezTo>
                    <a:cubicBezTo>
                      <a:pt x="2215" y="143"/>
                      <a:pt x="2275" y="36"/>
                      <a:pt x="2358"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4" name="Google Shape;534;p19"/>
              <p:cNvSpPr/>
              <p:nvPr/>
            </p:nvSpPr>
            <p:spPr>
              <a:xfrm>
                <a:off x="3163828" y="1515069"/>
                <a:ext cx="85226" cy="34258"/>
              </a:xfrm>
              <a:custGeom>
                <a:rect b="b" l="l" r="r" t="t"/>
                <a:pathLst>
                  <a:path extrusionOk="0" h="1513" w="3764">
                    <a:moveTo>
                      <a:pt x="1" y="1"/>
                    </a:moveTo>
                    <a:cubicBezTo>
                      <a:pt x="251" y="251"/>
                      <a:pt x="501" y="501"/>
                      <a:pt x="787" y="727"/>
                    </a:cubicBezTo>
                    <a:cubicBezTo>
                      <a:pt x="1120" y="1001"/>
                      <a:pt x="1513" y="1227"/>
                      <a:pt x="1858" y="1513"/>
                    </a:cubicBezTo>
                    <a:cubicBezTo>
                      <a:pt x="2489" y="1513"/>
                      <a:pt x="3132" y="1501"/>
                      <a:pt x="3763" y="1501"/>
                    </a:cubicBezTo>
                    <a:cubicBezTo>
                      <a:pt x="3216" y="1060"/>
                      <a:pt x="2692" y="584"/>
                      <a:pt x="2156" y="155"/>
                    </a:cubicBezTo>
                    <a:cubicBezTo>
                      <a:pt x="2096" y="108"/>
                      <a:pt x="2096" y="48"/>
                      <a:pt x="2120" y="12"/>
                    </a:cubicBezTo>
                    <a:cubicBezTo>
                      <a:pt x="1406" y="12"/>
                      <a:pt x="703" y="1"/>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5" name="Google Shape;535;p19"/>
              <p:cNvSpPr/>
              <p:nvPr/>
            </p:nvSpPr>
            <p:spPr>
              <a:xfrm>
                <a:off x="3098597" y="1513461"/>
                <a:ext cx="94374" cy="36409"/>
              </a:xfrm>
              <a:custGeom>
                <a:rect b="b" l="l" r="r" t="t"/>
                <a:pathLst>
                  <a:path extrusionOk="0" h="1608" w="4168">
                    <a:moveTo>
                      <a:pt x="1" y="0"/>
                    </a:moveTo>
                    <a:lnTo>
                      <a:pt x="1" y="107"/>
                    </a:lnTo>
                    <a:cubicBezTo>
                      <a:pt x="13" y="107"/>
                      <a:pt x="24" y="119"/>
                      <a:pt x="48" y="119"/>
                    </a:cubicBezTo>
                    <a:cubicBezTo>
                      <a:pt x="715" y="619"/>
                      <a:pt x="1429" y="1084"/>
                      <a:pt x="2084" y="1607"/>
                    </a:cubicBezTo>
                    <a:cubicBezTo>
                      <a:pt x="2775" y="1607"/>
                      <a:pt x="3477" y="1596"/>
                      <a:pt x="4168" y="1584"/>
                    </a:cubicBezTo>
                    <a:cubicBezTo>
                      <a:pt x="3954" y="1405"/>
                      <a:pt x="3739" y="1215"/>
                      <a:pt x="3537" y="1024"/>
                    </a:cubicBezTo>
                    <a:cubicBezTo>
                      <a:pt x="3192" y="726"/>
                      <a:pt x="2870" y="405"/>
                      <a:pt x="2549" y="60"/>
                    </a:cubicBezTo>
                    <a:cubicBezTo>
                      <a:pt x="1703" y="48"/>
                      <a:pt x="846" y="24"/>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6" name="Google Shape;536;p19"/>
              <p:cNvSpPr/>
              <p:nvPr/>
            </p:nvSpPr>
            <p:spPr>
              <a:xfrm>
                <a:off x="3058430" y="1512103"/>
                <a:ext cx="77392" cy="37768"/>
              </a:xfrm>
              <a:custGeom>
                <a:rect b="b" l="l" r="r" t="t"/>
                <a:pathLst>
                  <a:path extrusionOk="0" h="1668" w="3418">
                    <a:moveTo>
                      <a:pt x="1" y="1"/>
                    </a:moveTo>
                    <a:lnTo>
                      <a:pt x="1" y="1"/>
                    </a:lnTo>
                    <a:cubicBezTo>
                      <a:pt x="215" y="191"/>
                      <a:pt x="417" y="393"/>
                      <a:pt x="632" y="584"/>
                    </a:cubicBezTo>
                    <a:cubicBezTo>
                      <a:pt x="953" y="870"/>
                      <a:pt x="1334" y="1132"/>
                      <a:pt x="1596" y="1465"/>
                    </a:cubicBezTo>
                    <a:cubicBezTo>
                      <a:pt x="1656" y="1536"/>
                      <a:pt x="1608" y="1644"/>
                      <a:pt x="1525" y="1644"/>
                    </a:cubicBezTo>
                    <a:cubicBezTo>
                      <a:pt x="1584" y="1656"/>
                      <a:pt x="1632" y="1656"/>
                      <a:pt x="1691" y="1656"/>
                    </a:cubicBezTo>
                    <a:cubicBezTo>
                      <a:pt x="2275" y="1656"/>
                      <a:pt x="2846" y="1656"/>
                      <a:pt x="3418" y="1667"/>
                    </a:cubicBezTo>
                    <a:cubicBezTo>
                      <a:pt x="2846" y="1227"/>
                      <a:pt x="2299" y="763"/>
                      <a:pt x="1739" y="322"/>
                    </a:cubicBezTo>
                    <a:cubicBezTo>
                      <a:pt x="1667" y="274"/>
                      <a:pt x="1703" y="167"/>
                      <a:pt x="1775" y="167"/>
                    </a:cubicBezTo>
                    <a:lnTo>
                      <a:pt x="1775" y="60"/>
                    </a:lnTo>
                    <a:cubicBezTo>
                      <a:pt x="1489" y="60"/>
                      <a:pt x="1191" y="48"/>
                      <a:pt x="905" y="36"/>
                    </a:cubicBezTo>
                    <a:cubicBezTo>
                      <a:pt x="632" y="24"/>
                      <a:pt x="322" y="12"/>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7" name="Google Shape;537;p19"/>
              <p:cNvSpPr/>
              <p:nvPr/>
            </p:nvSpPr>
            <p:spPr>
              <a:xfrm>
                <a:off x="3009365" y="1507529"/>
                <a:ext cx="83596" cy="41798"/>
              </a:xfrm>
              <a:custGeom>
                <a:rect b="b" l="l" r="r" t="t"/>
                <a:pathLst>
                  <a:path extrusionOk="0" h="1846" w="3692">
                    <a:moveTo>
                      <a:pt x="1" y="0"/>
                    </a:moveTo>
                    <a:lnTo>
                      <a:pt x="1" y="0"/>
                    </a:lnTo>
                    <a:cubicBezTo>
                      <a:pt x="786" y="488"/>
                      <a:pt x="1584" y="1048"/>
                      <a:pt x="2108" y="1738"/>
                    </a:cubicBezTo>
                    <a:cubicBezTo>
                      <a:pt x="2108" y="1750"/>
                      <a:pt x="2108" y="1750"/>
                      <a:pt x="2120" y="1762"/>
                    </a:cubicBezTo>
                    <a:cubicBezTo>
                      <a:pt x="2632" y="1810"/>
                      <a:pt x="3167" y="1846"/>
                      <a:pt x="3690" y="1846"/>
                    </a:cubicBezTo>
                    <a:lnTo>
                      <a:pt x="3690" y="1846"/>
                    </a:lnTo>
                    <a:cubicBezTo>
                      <a:pt x="3667" y="1846"/>
                      <a:pt x="3655" y="1845"/>
                      <a:pt x="3632" y="1834"/>
                    </a:cubicBezTo>
                    <a:cubicBezTo>
                      <a:pt x="3263" y="1655"/>
                      <a:pt x="2953" y="1310"/>
                      <a:pt x="2656" y="1036"/>
                    </a:cubicBezTo>
                    <a:cubicBezTo>
                      <a:pt x="2358" y="762"/>
                      <a:pt x="2084" y="476"/>
                      <a:pt x="1810" y="179"/>
                    </a:cubicBezTo>
                    <a:cubicBezTo>
                      <a:pt x="1227" y="143"/>
                      <a:pt x="608" y="95"/>
                      <a:pt x="1" y="0"/>
                    </a:cubicBezTo>
                    <a:close/>
                    <a:moveTo>
                      <a:pt x="3690" y="1846"/>
                    </a:moveTo>
                    <a:cubicBezTo>
                      <a:pt x="3691" y="1846"/>
                      <a:pt x="3691" y="1846"/>
                      <a:pt x="3692" y="1846"/>
                    </a:cubicBezTo>
                    <a:cubicBezTo>
                      <a:pt x="3691" y="1846"/>
                      <a:pt x="3691" y="1846"/>
                      <a:pt x="3690" y="1846"/>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8" name="Google Shape;538;p19"/>
              <p:cNvSpPr/>
              <p:nvPr/>
            </p:nvSpPr>
            <p:spPr>
              <a:xfrm>
                <a:off x="2958149" y="1492155"/>
                <a:ext cx="86562" cy="53391"/>
              </a:xfrm>
              <a:custGeom>
                <a:rect b="b" l="l" r="r" t="t"/>
                <a:pathLst>
                  <a:path extrusionOk="0" h="2358" w="3823">
                    <a:moveTo>
                      <a:pt x="0" y="1"/>
                    </a:moveTo>
                    <a:lnTo>
                      <a:pt x="0" y="1"/>
                    </a:lnTo>
                    <a:cubicBezTo>
                      <a:pt x="524" y="691"/>
                      <a:pt x="1132" y="1310"/>
                      <a:pt x="1917" y="1739"/>
                    </a:cubicBezTo>
                    <a:cubicBezTo>
                      <a:pt x="2513" y="2060"/>
                      <a:pt x="3168" y="2239"/>
                      <a:pt x="3822" y="2358"/>
                    </a:cubicBezTo>
                    <a:cubicBezTo>
                      <a:pt x="3513" y="2108"/>
                      <a:pt x="3227" y="1810"/>
                      <a:pt x="2918" y="1560"/>
                    </a:cubicBezTo>
                    <a:cubicBezTo>
                      <a:pt x="2489" y="1215"/>
                      <a:pt x="2048" y="882"/>
                      <a:pt x="1596" y="560"/>
                    </a:cubicBezTo>
                    <a:cubicBezTo>
                      <a:pt x="1024" y="429"/>
                      <a:pt x="465" y="251"/>
                      <a:pt x="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539" name="Google Shape;539;p19"/>
          <p:cNvGrpSpPr/>
          <p:nvPr/>
        </p:nvGrpSpPr>
        <p:grpSpPr>
          <a:xfrm>
            <a:off x="2934739" y="911754"/>
            <a:ext cx="3790615" cy="4189470"/>
            <a:chOff x="2934739" y="911754"/>
            <a:chExt cx="3790615" cy="4189470"/>
          </a:xfrm>
        </p:grpSpPr>
        <p:grpSp>
          <p:nvGrpSpPr>
            <p:cNvPr id="540" name="Google Shape;540;p19"/>
            <p:cNvGrpSpPr/>
            <p:nvPr/>
          </p:nvGrpSpPr>
          <p:grpSpPr>
            <a:xfrm>
              <a:off x="2934739" y="911754"/>
              <a:ext cx="3790615" cy="1278859"/>
              <a:chOff x="2915016" y="1089153"/>
              <a:chExt cx="1212891" cy="474360"/>
            </a:xfrm>
          </p:grpSpPr>
          <p:sp>
            <p:nvSpPr>
              <p:cNvPr id="541" name="Google Shape;541;p19"/>
              <p:cNvSpPr/>
              <p:nvPr/>
            </p:nvSpPr>
            <p:spPr>
              <a:xfrm>
                <a:off x="4077452" y="1144399"/>
                <a:ext cx="30749" cy="46394"/>
              </a:xfrm>
              <a:custGeom>
                <a:rect b="b" l="l" r="r" t="t"/>
                <a:pathLst>
                  <a:path extrusionOk="0" h="2049" w="1358">
                    <a:moveTo>
                      <a:pt x="0" y="0"/>
                    </a:moveTo>
                    <a:lnTo>
                      <a:pt x="0" y="0"/>
                    </a:lnTo>
                    <a:cubicBezTo>
                      <a:pt x="226" y="417"/>
                      <a:pt x="369" y="870"/>
                      <a:pt x="441" y="1334"/>
                    </a:cubicBezTo>
                    <a:cubicBezTo>
                      <a:pt x="762" y="1548"/>
                      <a:pt x="1072" y="1786"/>
                      <a:pt x="1358" y="2048"/>
                    </a:cubicBezTo>
                    <a:cubicBezTo>
                      <a:pt x="1131" y="1215"/>
                      <a:pt x="655" y="548"/>
                      <a:pt x="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2" name="Google Shape;542;p19"/>
              <p:cNvSpPr/>
              <p:nvPr/>
            </p:nvSpPr>
            <p:spPr>
              <a:xfrm>
                <a:off x="4087958" y="1185652"/>
                <a:ext cx="24024" cy="53391"/>
              </a:xfrm>
              <a:custGeom>
                <a:rect b="b" l="l" r="r" t="t"/>
                <a:pathLst>
                  <a:path extrusionOk="0" h="2358" w="1061">
                    <a:moveTo>
                      <a:pt x="36" y="0"/>
                    </a:moveTo>
                    <a:lnTo>
                      <a:pt x="36" y="0"/>
                    </a:lnTo>
                    <a:cubicBezTo>
                      <a:pt x="72" y="524"/>
                      <a:pt x="48" y="1048"/>
                      <a:pt x="1" y="1560"/>
                    </a:cubicBezTo>
                    <a:cubicBezTo>
                      <a:pt x="358" y="1786"/>
                      <a:pt x="739" y="2048"/>
                      <a:pt x="1048" y="2358"/>
                    </a:cubicBezTo>
                    <a:cubicBezTo>
                      <a:pt x="1048" y="2048"/>
                      <a:pt x="1060" y="1738"/>
                      <a:pt x="1060" y="1429"/>
                    </a:cubicBezTo>
                    <a:cubicBezTo>
                      <a:pt x="1060" y="1262"/>
                      <a:pt x="1048" y="1119"/>
                      <a:pt x="1036" y="965"/>
                    </a:cubicBezTo>
                    <a:cubicBezTo>
                      <a:pt x="715" y="631"/>
                      <a:pt x="393" y="298"/>
                      <a:pt x="36"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3" name="Google Shape;543;p19"/>
              <p:cNvSpPr/>
              <p:nvPr/>
            </p:nvSpPr>
            <p:spPr>
              <a:xfrm>
                <a:off x="4081211" y="1228514"/>
                <a:ext cx="30228" cy="59323"/>
              </a:xfrm>
              <a:custGeom>
                <a:rect b="b" l="l" r="r" t="t"/>
                <a:pathLst>
                  <a:path extrusionOk="0" h="2620" w="1335">
                    <a:moveTo>
                      <a:pt x="251" y="0"/>
                    </a:moveTo>
                    <a:cubicBezTo>
                      <a:pt x="251" y="12"/>
                      <a:pt x="251" y="24"/>
                      <a:pt x="251" y="36"/>
                    </a:cubicBezTo>
                    <a:cubicBezTo>
                      <a:pt x="168" y="631"/>
                      <a:pt x="84" y="1227"/>
                      <a:pt x="1" y="1822"/>
                    </a:cubicBezTo>
                    <a:cubicBezTo>
                      <a:pt x="10" y="1757"/>
                      <a:pt x="70" y="1699"/>
                      <a:pt x="130" y="1699"/>
                    </a:cubicBezTo>
                    <a:cubicBezTo>
                      <a:pt x="147" y="1699"/>
                      <a:pt x="164" y="1704"/>
                      <a:pt x="180" y="1715"/>
                    </a:cubicBezTo>
                    <a:cubicBezTo>
                      <a:pt x="441" y="1893"/>
                      <a:pt x="691" y="2084"/>
                      <a:pt x="930" y="2286"/>
                    </a:cubicBezTo>
                    <a:cubicBezTo>
                      <a:pt x="1049" y="2393"/>
                      <a:pt x="1192" y="2501"/>
                      <a:pt x="1311" y="2620"/>
                    </a:cubicBezTo>
                    <a:cubicBezTo>
                      <a:pt x="1323" y="2060"/>
                      <a:pt x="1323" y="1512"/>
                      <a:pt x="1334" y="953"/>
                    </a:cubicBezTo>
                    <a:cubicBezTo>
                      <a:pt x="1108" y="762"/>
                      <a:pt x="906" y="536"/>
                      <a:pt x="680" y="346"/>
                    </a:cubicBezTo>
                    <a:cubicBezTo>
                      <a:pt x="549" y="226"/>
                      <a:pt x="406" y="107"/>
                      <a:pt x="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4" name="Google Shape;544;p19"/>
              <p:cNvSpPr/>
              <p:nvPr/>
            </p:nvSpPr>
            <p:spPr>
              <a:xfrm>
                <a:off x="4075822" y="1270016"/>
                <a:ext cx="36953" cy="76328"/>
              </a:xfrm>
              <a:custGeom>
                <a:rect b="b" l="l" r="r" t="t"/>
                <a:pathLst>
                  <a:path extrusionOk="0" h="3371" w="1632">
                    <a:moveTo>
                      <a:pt x="239" y="1"/>
                    </a:moveTo>
                    <a:cubicBezTo>
                      <a:pt x="156" y="608"/>
                      <a:pt x="72" y="1227"/>
                      <a:pt x="1" y="1846"/>
                    </a:cubicBezTo>
                    <a:cubicBezTo>
                      <a:pt x="298" y="2096"/>
                      <a:pt x="584" y="2382"/>
                      <a:pt x="870" y="2644"/>
                    </a:cubicBezTo>
                    <a:cubicBezTo>
                      <a:pt x="1120" y="2882"/>
                      <a:pt x="1394" y="3120"/>
                      <a:pt x="1632" y="3370"/>
                    </a:cubicBezTo>
                    <a:cubicBezTo>
                      <a:pt x="1608" y="2763"/>
                      <a:pt x="1572" y="2180"/>
                      <a:pt x="1561" y="1644"/>
                    </a:cubicBezTo>
                    <a:cubicBezTo>
                      <a:pt x="1561" y="1525"/>
                      <a:pt x="1561" y="1418"/>
                      <a:pt x="1561" y="1310"/>
                    </a:cubicBezTo>
                    <a:cubicBezTo>
                      <a:pt x="1346" y="1132"/>
                      <a:pt x="1168" y="906"/>
                      <a:pt x="989" y="715"/>
                    </a:cubicBezTo>
                    <a:cubicBezTo>
                      <a:pt x="763" y="489"/>
                      <a:pt x="525" y="275"/>
                      <a:pt x="275" y="72"/>
                    </a:cubicBezTo>
                    <a:cubicBezTo>
                      <a:pt x="251" y="48"/>
                      <a:pt x="239" y="25"/>
                      <a:pt x="23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5" name="Google Shape;545;p19"/>
              <p:cNvSpPr/>
              <p:nvPr/>
            </p:nvSpPr>
            <p:spPr>
              <a:xfrm>
                <a:off x="4070976" y="1319624"/>
                <a:ext cx="43428" cy="81988"/>
              </a:xfrm>
              <a:custGeom>
                <a:rect b="b" l="l" r="r" t="t"/>
                <a:pathLst>
                  <a:path extrusionOk="0" h="3621" w="1918">
                    <a:moveTo>
                      <a:pt x="167" y="1"/>
                    </a:moveTo>
                    <a:cubicBezTo>
                      <a:pt x="96" y="596"/>
                      <a:pt x="36" y="1191"/>
                      <a:pt x="0" y="1786"/>
                    </a:cubicBezTo>
                    <a:cubicBezTo>
                      <a:pt x="655" y="2358"/>
                      <a:pt x="1310" y="2977"/>
                      <a:pt x="1905" y="3620"/>
                    </a:cubicBezTo>
                    <a:cubicBezTo>
                      <a:pt x="1917" y="2953"/>
                      <a:pt x="1894" y="2287"/>
                      <a:pt x="1870" y="1632"/>
                    </a:cubicBezTo>
                    <a:cubicBezTo>
                      <a:pt x="1822" y="1632"/>
                      <a:pt x="1786" y="1620"/>
                      <a:pt x="1751" y="1584"/>
                    </a:cubicBezTo>
                    <a:cubicBezTo>
                      <a:pt x="1417" y="1322"/>
                      <a:pt x="1143" y="1001"/>
                      <a:pt x="846" y="691"/>
                    </a:cubicBezTo>
                    <a:cubicBezTo>
                      <a:pt x="620" y="465"/>
                      <a:pt x="393" y="239"/>
                      <a:pt x="167"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6" name="Google Shape;546;p19"/>
              <p:cNvSpPr/>
              <p:nvPr/>
            </p:nvSpPr>
            <p:spPr>
              <a:xfrm>
                <a:off x="4069369" y="1369776"/>
                <a:ext cx="44221" cy="78456"/>
              </a:xfrm>
              <a:custGeom>
                <a:rect b="b" l="l" r="r" t="t"/>
                <a:pathLst>
                  <a:path extrusionOk="0" h="3465" w="1953">
                    <a:moveTo>
                      <a:pt x="48" y="0"/>
                    </a:moveTo>
                    <a:cubicBezTo>
                      <a:pt x="12" y="488"/>
                      <a:pt x="0" y="976"/>
                      <a:pt x="0" y="1465"/>
                    </a:cubicBezTo>
                    <a:cubicBezTo>
                      <a:pt x="0" y="1500"/>
                      <a:pt x="0" y="1548"/>
                      <a:pt x="0" y="1584"/>
                    </a:cubicBezTo>
                    <a:cubicBezTo>
                      <a:pt x="0" y="1596"/>
                      <a:pt x="12" y="1596"/>
                      <a:pt x="12" y="1596"/>
                    </a:cubicBezTo>
                    <a:cubicBezTo>
                      <a:pt x="381" y="1929"/>
                      <a:pt x="679" y="2334"/>
                      <a:pt x="1024" y="2691"/>
                    </a:cubicBezTo>
                    <a:cubicBezTo>
                      <a:pt x="1274" y="2953"/>
                      <a:pt x="1548" y="3203"/>
                      <a:pt x="1798" y="3465"/>
                    </a:cubicBezTo>
                    <a:cubicBezTo>
                      <a:pt x="1881" y="2977"/>
                      <a:pt x="1929" y="2477"/>
                      <a:pt x="1953" y="1977"/>
                    </a:cubicBezTo>
                    <a:cubicBezTo>
                      <a:pt x="1274" y="1405"/>
                      <a:pt x="619" y="714"/>
                      <a:pt x="48"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7" name="Google Shape;547;p19"/>
              <p:cNvSpPr/>
              <p:nvPr/>
            </p:nvSpPr>
            <p:spPr>
              <a:xfrm>
                <a:off x="4070161" y="1418026"/>
                <a:ext cx="37768" cy="77392"/>
              </a:xfrm>
              <a:custGeom>
                <a:rect b="b" l="l" r="r" t="t"/>
                <a:pathLst>
                  <a:path extrusionOk="0" h="3418" w="1668">
                    <a:moveTo>
                      <a:pt x="1" y="0"/>
                    </a:moveTo>
                    <a:lnTo>
                      <a:pt x="1" y="0"/>
                    </a:lnTo>
                    <a:cubicBezTo>
                      <a:pt x="48" y="691"/>
                      <a:pt x="144" y="1500"/>
                      <a:pt x="13" y="2203"/>
                    </a:cubicBezTo>
                    <a:cubicBezTo>
                      <a:pt x="406" y="2536"/>
                      <a:pt x="858" y="2953"/>
                      <a:pt x="1120" y="3417"/>
                    </a:cubicBezTo>
                    <a:cubicBezTo>
                      <a:pt x="1370" y="2929"/>
                      <a:pt x="1549" y="2382"/>
                      <a:pt x="1668" y="1822"/>
                    </a:cubicBezTo>
                    <a:cubicBezTo>
                      <a:pt x="1322" y="1536"/>
                      <a:pt x="1013" y="1179"/>
                      <a:pt x="703" y="834"/>
                    </a:cubicBezTo>
                    <a:cubicBezTo>
                      <a:pt x="465" y="572"/>
                      <a:pt x="215" y="298"/>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8" name="Google Shape;548;p19"/>
              <p:cNvSpPr/>
              <p:nvPr/>
            </p:nvSpPr>
            <p:spPr>
              <a:xfrm>
                <a:off x="4047791" y="1476510"/>
                <a:ext cx="42070" cy="49632"/>
              </a:xfrm>
              <a:custGeom>
                <a:rect b="b" l="l" r="r" t="t"/>
                <a:pathLst>
                  <a:path extrusionOk="0" h="2192" w="1858">
                    <a:moveTo>
                      <a:pt x="905" y="1"/>
                    </a:moveTo>
                    <a:cubicBezTo>
                      <a:pt x="810" y="299"/>
                      <a:pt x="643" y="572"/>
                      <a:pt x="405" y="775"/>
                    </a:cubicBezTo>
                    <a:cubicBezTo>
                      <a:pt x="286" y="870"/>
                      <a:pt x="155" y="953"/>
                      <a:pt x="1" y="1037"/>
                    </a:cubicBezTo>
                    <a:cubicBezTo>
                      <a:pt x="132" y="1168"/>
                      <a:pt x="262" y="1299"/>
                      <a:pt x="393" y="1442"/>
                    </a:cubicBezTo>
                    <a:cubicBezTo>
                      <a:pt x="584" y="1644"/>
                      <a:pt x="846" y="1846"/>
                      <a:pt x="965" y="2108"/>
                    </a:cubicBezTo>
                    <a:cubicBezTo>
                      <a:pt x="977" y="2132"/>
                      <a:pt x="977" y="2168"/>
                      <a:pt x="977" y="2192"/>
                    </a:cubicBezTo>
                    <a:cubicBezTo>
                      <a:pt x="1310" y="1965"/>
                      <a:pt x="1596" y="1680"/>
                      <a:pt x="1822" y="1323"/>
                    </a:cubicBezTo>
                    <a:cubicBezTo>
                      <a:pt x="1834" y="1311"/>
                      <a:pt x="1846" y="1299"/>
                      <a:pt x="1858" y="1275"/>
                    </a:cubicBezTo>
                    <a:cubicBezTo>
                      <a:pt x="1667" y="1049"/>
                      <a:pt x="1548" y="787"/>
                      <a:pt x="1370" y="549"/>
                    </a:cubicBezTo>
                    <a:cubicBezTo>
                      <a:pt x="1227" y="346"/>
                      <a:pt x="1072" y="168"/>
                      <a:pt x="905"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9" name="Google Shape;549;p19"/>
              <p:cNvSpPr/>
              <p:nvPr/>
            </p:nvSpPr>
            <p:spPr>
              <a:xfrm>
                <a:off x="4000877" y="1503204"/>
                <a:ext cx="63105" cy="39126"/>
              </a:xfrm>
              <a:custGeom>
                <a:rect b="b" l="l" r="r" t="t"/>
                <a:pathLst>
                  <a:path extrusionOk="0" h="1728" w="2787">
                    <a:moveTo>
                      <a:pt x="1751" y="1"/>
                    </a:moveTo>
                    <a:cubicBezTo>
                      <a:pt x="1251" y="179"/>
                      <a:pt x="632" y="263"/>
                      <a:pt x="1" y="310"/>
                    </a:cubicBezTo>
                    <a:cubicBezTo>
                      <a:pt x="251" y="596"/>
                      <a:pt x="501" y="882"/>
                      <a:pt x="775" y="1156"/>
                    </a:cubicBezTo>
                    <a:cubicBezTo>
                      <a:pt x="965" y="1346"/>
                      <a:pt x="1203" y="1525"/>
                      <a:pt x="1406" y="1727"/>
                    </a:cubicBezTo>
                    <a:cubicBezTo>
                      <a:pt x="1906" y="1608"/>
                      <a:pt x="2370" y="1429"/>
                      <a:pt x="2787" y="1191"/>
                    </a:cubicBezTo>
                    <a:lnTo>
                      <a:pt x="2775" y="1191"/>
                    </a:lnTo>
                    <a:cubicBezTo>
                      <a:pt x="2537" y="1037"/>
                      <a:pt x="2358" y="763"/>
                      <a:pt x="2192" y="536"/>
                    </a:cubicBezTo>
                    <a:cubicBezTo>
                      <a:pt x="2037" y="358"/>
                      <a:pt x="1894" y="179"/>
                      <a:pt x="175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0" name="Google Shape;550;p19"/>
              <p:cNvSpPr/>
              <p:nvPr/>
            </p:nvSpPr>
            <p:spPr>
              <a:xfrm>
                <a:off x="3959374" y="1510495"/>
                <a:ext cx="63648" cy="37496"/>
              </a:xfrm>
              <a:custGeom>
                <a:rect b="b" l="l" r="r" t="t"/>
                <a:pathLst>
                  <a:path extrusionOk="0" h="1656" w="2811">
                    <a:moveTo>
                      <a:pt x="1667" y="0"/>
                    </a:moveTo>
                    <a:cubicBezTo>
                      <a:pt x="1339" y="14"/>
                      <a:pt x="1003" y="20"/>
                      <a:pt x="676" y="20"/>
                    </a:cubicBezTo>
                    <a:cubicBezTo>
                      <a:pt x="444" y="20"/>
                      <a:pt x="217" y="17"/>
                      <a:pt x="0" y="12"/>
                    </a:cubicBezTo>
                    <a:lnTo>
                      <a:pt x="0" y="12"/>
                    </a:lnTo>
                    <a:cubicBezTo>
                      <a:pt x="203" y="262"/>
                      <a:pt x="417" y="500"/>
                      <a:pt x="643" y="738"/>
                    </a:cubicBezTo>
                    <a:cubicBezTo>
                      <a:pt x="929" y="1036"/>
                      <a:pt x="1310" y="1286"/>
                      <a:pt x="1536" y="1631"/>
                    </a:cubicBezTo>
                    <a:cubicBezTo>
                      <a:pt x="1548" y="1631"/>
                      <a:pt x="1548" y="1643"/>
                      <a:pt x="1548" y="1655"/>
                    </a:cubicBezTo>
                    <a:cubicBezTo>
                      <a:pt x="1977" y="1631"/>
                      <a:pt x="2405" y="1584"/>
                      <a:pt x="2810" y="1500"/>
                    </a:cubicBezTo>
                    <a:cubicBezTo>
                      <a:pt x="2643" y="1334"/>
                      <a:pt x="2501" y="1155"/>
                      <a:pt x="2358" y="988"/>
                    </a:cubicBezTo>
                    <a:cubicBezTo>
                      <a:pt x="2120" y="703"/>
                      <a:pt x="1881" y="417"/>
                      <a:pt x="1667" y="107"/>
                    </a:cubicBezTo>
                    <a:cubicBezTo>
                      <a:pt x="1631" y="72"/>
                      <a:pt x="1643" y="24"/>
                      <a:pt x="16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 name="Google Shape;551;p19"/>
              <p:cNvSpPr/>
              <p:nvPr/>
            </p:nvSpPr>
            <p:spPr>
              <a:xfrm>
                <a:off x="3911645" y="1510359"/>
                <a:ext cx="69309" cy="38266"/>
              </a:xfrm>
              <a:custGeom>
                <a:rect b="b" l="l" r="r" t="t"/>
                <a:pathLst>
                  <a:path extrusionOk="0" h="1690" w="3061">
                    <a:moveTo>
                      <a:pt x="1100" y="1"/>
                    </a:moveTo>
                    <a:cubicBezTo>
                      <a:pt x="1002" y="1"/>
                      <a:pt x="910" y="2"/>
                      <a:pt x="822" y="6"/>
                    </a:cubicBezTo>
                    <a:cubicBezTo>
                      <a:pt x="549" y="6"/>
                      <a:pt x="275" y="18"/>
                      <a:pt x="1" y="18"/>
                    </a:cubicBezTo>
                    <a:cubicBezTo>
                      <a:pt x="203" y="185"/>
                      <a:pt x="406" y="351"/>
                      <a:pt x="608" y="530"/>
                    </a:cubicBezTo>
                    <a:cubicBezTo>
                      <a:pt x="882" y="792"/>
                      <a:pt x="1263" y="1090"/>
                      <a:pt x="1418" y="1459"/>
                    </a:cubicBezTo>
                    <a:cubicBezTo>
                      <a:pt x="1442" y="1530"/>
                      <a:pt x="1430" y="1613"/>
                      <a:pt x="1370" y="1673"/>
                    </a:cubicBezTo>
                    <a:cubicBezTo>
                      <a:pt x="1757" y="1681"/>
                      <a:pt x="2157" y="1690"/>
                      <a:pt x="2559" y="1690"/>
                    </a:cubicBezTo>
                    <a:cubicBezTo>
                      <a:pt x="2726" y="1690"/>
                      <a:pt x="2893" y="1688"/>
                      <a:pt x="3061" y="1685"/>
                    </a:cubicBezTo>
                    <a:cubicBezTo>
                      <a:pt x="2823" y="1471"/>
                      <a:pt x="2608" y="1209"/>
                      <a:pt x="2430" y="971"/>
                    </a:cubicBezTo>
                    <a:cubicBezTo>
                      <a:pt x="2168" y="673"/>
                      <a:pt x="1954" y="340"/>
                      <a:pt x="1739" y="6"/>
                    </a:cubicBezTo>
                    <a:cubicBezTo>
                      <a:pt x="1509" y="6"/>
                      <a:pt x="1295" y="1"/>
                      <a:pt x="110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 name="Google Shape;552;p19"/>
              <p:cNvSpPr/>
              <p:nvPr/>
            </p:nvSpPr>
            <p:spPr>
              <a:xfrm>
                <a:off x="3855584" y="1511016"/>
                <a:ext cx="81966" cy="36975"/>
              </a:xfrm>
              <a:custGeom>
                <a:rect b="b" l="l" r="r" t="t"/>
                <a:pathLst>
                  <a:path extrusionOk="0" h="1633" w="3620">
                    <a:moveTo>
                      <a:pt x="1929" y="1"/>
                    </a:moveTo>
                    <a:cubicBezTo>
                      <a:pt x="1274" y="13"/>
                      <a:pt x="643" y="25"/>
                      <a:pt x="0" y="25"/>
                    </a:cubicBezTo>
                    <a:cubicBezTo>
                      <a:pt x="536" y="513"/>
                      <a:pt x="1072" y="1037"/>
                      <a:pt x="1524" y="1584"/>
                    </a:cubicBezTo>
                    <a:lnTo>
                      <a:pt x="1858" y="1584"/>
                    </a:lnTo>
                    <a:cubicBezTo>
                      <a:pt x="2382" y="1584"/>
                      <a:pt x="2977" y="1608"/>
                      <a:pt x="3620" y="1632"/>
                    </a:cubicBezTo>
                    <a:cubicBezTo>
                      <a:pt x="3334" y="1418"/>
                      <a:pt x="3108" y="1084"/>
                      <a:pt x="2846" y="822"/>
                    </a:cubicBezTo>
                    <a:cubicBezTo>
                      <a:pt x="2560" y="525"/>
                      <a:pt x="2251" y="251"/>
                      <a:pt x="192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3" name="Google Shape;553;p19"/>
              <p:cNvSpPr/>
              <p:nvPr/>
            </p:nvSpPr>
            <p:spPr>
              <a:xfrm>
                <a:off x="3796285" y="1511559"/>
                <a:ext cx="80879" cy="35617"/>
              </a:xfrm>
              <a:custGeom>
                <a:rect b="b" l="l" r="r" t="t"/>
                <a:pathLst>
                  <a:path extrusionOk="0" h="1573" w="3572">
                    <a:moveTo>
                      <a:pt x="2131" y="1"/>
                    </a:moveTo>
                    <a:cubicBezTo>
                      <a:pt x="1417" y="1"/>
                      <a:pt x="702" y="1"/>
                      <a:pt x="0" y="13"/>
                    </a:cubicBezTo>
                    <a:cubicBezTo>
                      <a:pt x="500" y="548"/>
                      <a:pt x="1012" y="1060"/>
                      <a:pt x="1560" y="1572"/>
                    </a:cubicBezTo>
                    <a:cubicBezTo>
                      <a:pt x="2226" y="1572"/>
                      <a:pt x="2905" y="1572"/>
                      <a:pt x="3572" y="1560"/>
                    </a:cubicBezTo>
                    <a:cubicBezTo>
                      <a:pt x="3072" y="1060"/>
                      <a:pt x="2596" y="525"/>
                      <a:pt x="213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4" name="Google Shape;554;p19"/>
              <p:cNvSpPr/>
              <p:nvPr/>
            </p:nvSpPr>
            <p:spPr>
              <a:xfrm>
                <a:off x="3743710" y="1511831"/>
                <a:ext cx="76034" cy="35617"/>
              </a:xfrm>
              <a:custGeom>
                <a:rect b="b" l="l" r="r" t="t"/>
                <a:pathLst>
                  <a:path extrusionOk="0" h="1573" w="3358">
                    <a:moveTo>
                      <a:pt x="1108" y="1"/>
                    </a:moveTo>
                    <a:cubicBezTo>
                      <a:pt x="738" y="1"/>
                      <a:pt x="369" y="13"/>
                      <a:pt x="0" y="13"/>
                    </a:cubicBezTo>
                    <a:cubicBezTo>
                      <a:pt x="560" y="560"/>
                      <a:pt x="1155" y="1048"/>
                      <a:pt x="1739" y="1572"/>
                    </a:cubicBezTo>
                    <a:cubicBezTo>
                      <a:pt x="2274" y="1560"/>
                      <a:pt x="2822" y="1560"/>
                      <a:pt x="3358" y="1560"/>
                    </a:cubicBezTo>
                    <a:cubicBezTo>
                      <a:pt x="2858" y="1084"/>
                      <a:pt x="2382" y="548"/>
                      <a:pt x="1953"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5" name="Google Shape;555;p19"/>
              <p:cNvSpPr/>
              <p:nvPr/>
            </p:nvSpPr>
            <p:spPr>
              <a:xfrm>
                <a:off x="3690592" y="1512103"/>
                <a:ext cx="78207" cy="35345"/>
              </a:xfrm>
              <a:custGeom>
                <a:rect b="b" l="l" r="r" t="t"/>
                <a:pathLst>
                  <a:path extrusionOk="0" h="1561" w="3454">
                    <a:moveTo>
                      <a:pt x="1989" y="1"/>
                    </a:moveTo>
                    <a:cubicBezTo>
                      <a:pt x="1322" y="12"/>
                      <a:pt x="656" y="12"/>
                      <a:pt x="1" y="12"/>
                    </a:cubicBezTo>
                    <a:cubicBezTo>
                      <a:pt x="644" y="501"/>
                      <a:pt x="1299" y="977"/>
                      <a:pt x="1882" y="1525"/>
                    </a:cubicBezTo>
                    <a:cubicBezTo>
                      <a:pt x="1894" y="1536"/>
                      <a:pt x="1906" y="1548"/>
                      <a:pt x="1906" y="1560"/>
                    </a:cubicBezTo>
                    <a:lnTo>
                      <a:pt x="3454" y="1560"/>
                    </a:lnTo>
                    <a:cubicBezTo>
                      <a:pt x="2918" y="1096"/>
                      <a:pt x="2430" y="536"/>
                      <a:pt x="198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6" name="Google Shape;556;p19"/>
              <p:cNvSpPr/>
              <p:nvPr/>
            </p:nvSpPr>
            <p:spPr>
              <a:xfrm>
                <a:off x="3633987" y="1512374"/>
                <a:ext cx="90072" cy="35073"/>
              </a:xfrm>
              <a:custGeom>
                <a:rect b="b" l="l" r="r" t="t"/>
                <a:pathLst>
                  <a:path extrusionOk="0" h="1549" w="3978">
                    <a:moveTo>
                      <a:pt x="2120" y="0"/>
                    </a:moveTo>
                    <a:cubicBezTo>
                      <a:pt x="1405" y="12"/>
                      <a:pt x="703" y="12"/>
                      <a:pt x="0" y="24"/>
                    </a:cubicBezTo>
                    <a:cubicBezTo>
                      <a:pt x="608" y="489"/>
                      <a:pt x="1179" y="989"/>
                      <a:pt x="1703" y="1548"/>
                    </a:cubicBezTo>
                    <a:lnTo>
                      <a:pt x="3977" y="1548"/>
                    </a:lnTo>
                    <a:cubicBezTo>
                      <a:pt x="3334" y="1072"/>
                      <a:pt x="2727" y="524"/>
                      <a:pt x="212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7" name="Google Shape;557;p19"/>
              <p:cNvSpPr/>
              <p:nvPr/>
            </p:nvSpPr>
            <p:spPr>
              <a:xfrm>
                <a:off x="3584922" y="1512918"/>
                <a:ext cx="76305" cy="34802"/>
              </a:xfrm>
              <a:custGeom>
                <a:rect b="b" l="l" r="r" t="t"/>
                <a:pathLst>
                  <a:path extrusionOk="0" h="1537" w="3370">
                    <a:moveTo>
                      <a:pt x="1727" y="0"/>
                    </a:moveTo>
                    <a:cubicBezTo>
                      <a:pt x="1155" y="0"/>
                      <a:pt x="572" y="0"/>
                      <a:pt x="1" y="12"/>
                    </a:cubicBezTo>
                    <a:cubicBezTo>
                      <a:pt x="215" y="274"/>
                      <a:pt x="441" y="512"/>
                      <a:pt x="691" y="750"/>
                    </a:cubicBezTo>
                    <a:cubicBezTo>
                      <a:pt x="953" y="1000"/>
                      <a:pt x="1334" y="1215"/>
                      <a:pt x="1536" y="1512"/>
                    </a:cubicBezTo>
                    <a:cubicBezTo>
                      <a:pt x="1536" y="1524"/>
                      <a:pt x="1536" y="1524"/>
                      <a:pt x="1548" y="1536"/>
                    </a:cubicBezTo>
                    <a:lnTo>
                      <a:pt x="3370" y="1536"/>
                    </a:lnTo>
                    <a:cubicBezTo>
                      <a:pt x="2846" y="989"/>
                      <a:pt x="2310" y="477"/>
                      <a:pt x="172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8" name="Google Shape;558;p19"/>
              <p:cNvSpPr/>
              <p:nvPr/>
            </p:nvSpPr>
            <p:spPr>
              <a:xfrm>
                <a:off x="3527502" y="1513190"/>
                <a:ext cx="79543" cy="34802"/>
              </a:xfrm>
              <a:custGeom>
                <a:rect b="b" l="l" r="r" t="t"/>
                <a:pathLst>
                  <a:path extrusionOk="0" h="1537" w="3513">
                    <a:moveTo>
                      <a:pt x="2167" y="0"/>
                    </a:moveTo>
                    <a:cubicBezTo>
                      <a:pt x="1441" y="0"/>
                      <a:pt x="727" y="12"/>
                      <a:pt x="0" y="12"/>
                    </a:cubicBezTo>
                    <a:cubicBezTo>
                      <a:pt x="596" y="488"/>
                      <a:pt x="1191" y="988"/>
                      <a:pt x="1727" y="1536"/>
                    </a:cubicBezTo>
                    <a:cubicBezTo>
                      <a:pt x="2322" y="1536"/>
                      <a:pt x="2918" y="1524"/>
                      <a:pt x="3513" y="1524"/>
                    </a:cubicBezTo>
                    <a:cubicBezTo>
                      <a:pt x="3334" y="1369"/>
                      <a:pt x="3168" y="1191"/>
                      <a:pt x="3025" y="1024"/>
                    </a:cubicBezTo>
                    <a:cubicBezTo>
                      <a:pt x="2727" y="726"/>
                      <a:pt x="2465" y="393"/>
                      <a:pt x="2203" y="60"/>
                    </a:cubicBezTo>
                    <a:cubicBezTo>
                      <a:pt x="2179" y="36"/>
                      <a:pt x="2179" y="24"/>
                      <a:pt x="21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9" name="Google Shape;559;p19"/>
              <p:cNvSpPr/>
              <p:nvPr/>
            </p:nvSpPr>
            <p:spPr>
              <a:xfrm>
                <a:off x="3466845" y="1513461"/>
                <a:ext cx="88985" cy="34530"/>
              </a:xfrm>
              <a:custGeom>
                <a:rect b="b" l="l" r="r" t="t"/>
                <a:pathLst>
                  <a:path extrusionOk="0" h="1525" w="3930">
                    <a:moveTo>
                      <a:pt x="2251" y="0"/>
                    </a:moveTo>
                    <a:cubicBezTo>
                      <a:pt x="1501" y="12"/>
                      <a:pt x="751" y="12"/>
                      <a:pt x="1" y="24"/>
                    </a:cubicBezTo>
                    <a:cubicBezTo>
                      <a:pt x="620" y="476"/>
                      <a:pt x="1227" y="988"/>
                      <a:pt x="1787" y="1524"/>
                    </a:cubicBezTo>
                    <a:lnTo>
                      <a:pt x="3930" y="1524"/>
                    </a:lnTo>
                    <a:cubicBezTo>
                      <a:pt x="3346" y="1048"/>
                      <a:pt x="2787" y="524"/>
                      <a:pt x="2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0" name="Google Shape;560;p19"/>
              <p:cNvSpPr/>
              <p:nvPr/>
            </p:nvSpPr>
            <p:spPr>
              <a:xfrm>
                <a:off x="3418051" y="1513982"/>
                <a:ext cx="77120" cy="34258"/>
              </a:xfrm>
              <a:custGeom>
                <a:rect b="b" l="l" r="r" t="t"/>
                <a:pathLst>
                  <a:path extrusionOk="0" h="1513" w="3406">
                    <a:moveTo>
                      <a:pt x="1656" y="1"/>
                    </a:moveTo>
                    <a:cubicBezTo>
                      <a:pt x="1144" y="1"/>
                      <a:pt x="632" y="1"/>
                      <a:pt x="120" y="13"/>
                    </a:cubicBezTo>
                    <a:lnTo>
                      <a:pt x="1" y="13"/>
                    </a:lnTo>
                    <a:cubicBezTo>
                      <a:pt x="346" y="275"/>
                      <a:pt x="691" y="537"/>
                      <a:pt x="1036" y="799"/>
                    </a:cubicBezTo>
                    <a:cubicBezTo>
                      <a:pt x="1322" y="1025"/>
                      <a:pt x="1656" y="1239"/>
                      <a:pt x="1917" y="1513"/>
                    </a:cubicBezTo>
                    <a:cubicBezTo>
                      <a:pt x="2406" y="1513"/>
                      <a:pt x="2906" y="1501"/>
                      <a:pt x="3406" y="1501"/>
                    </a:cubicBezTo>
                    <a:cubicBezTo>
                      <a:pt x="2822" y="1001"/>
                      <a:pt x="2227" y="501"/>
                      <a:pt x="165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1" name="Google Shape;561;p19"/>
              <p:cNvSpPr/>
              <p:nvPr/>
            </p:nvSpPr>
            <p:spPr>
              <a:xfrm>
                <a:off x="2915016" y="1089153"/>
                <a:ext cx="1212891" cy="474360"/>
              </a:xfrm>
              <a:custGeom>
                <a:rect b="b" l="l" r="r" t="t"/>
                <a:pathLst>
                  <a:path extrusionOk="0" h="20950" w="53567">
                    <a:moveTo>
                      <a:pt x="51340" y="2440"/>
                    </a:moveTo>
                    <a:cubicBezTo>
                      <a:pt x="51995" y="2988"/>
                      <a:pt x="52471" y="3655"/>
                      <a:pt x="52698" y="4488"/>
                    </a:cubicBezTo>
                    <a:cubicBezTo>
                      <a:pt x="52412" y="4226"/>
                      <a:pt x="52102" y="3988"/>
                      <a:pt x="51781" y="3774"/>
                    </a:cubicBezTo>
                    <a:cubicBezTo>
                      <a:pt x="51709" y="3310"/>
                      <a:pt x="51566" y="2857"/>
                      <a:pt x="51340" y="2440"/>
                    </a:cubicBezTo>
                    <a:close/>
                    <a:moveTo>
                      <a:pt x="51840" y="4262"/>
                    </a:moveTo>
                    <a:cubicBezTo>
                      <a:pt x="52197" y="4560"/>
                      <a:pt x="52519" y="4893"/>
                      <a:pt x="52840" y="5227"/>
                    </a:cubicBezTo>
                    <a:cubicBezTo>
                      <a:pt x="52852" y="5381"/>
                      <a:pt x="52864" y="5524"/>
                      <a:pt x="52864" y="5691"/>
                    </a:cubicBezTo>
                    <a:cubicBezTo>
                      <a:pt x="52864" y="6000"/>
                      <a:pt x="52852" y="6310"/>
                      <a:pt x="52852" y="6620"/>
                    </a:cubicBezTo>
                    <a:cubicBezTo>
                      <a:pt x="52543" y="6310"/>
                      <a:pt x="52162" y="6048"/>
                      <a:pt x="51805" y="5822"/>
                    </a:cubicBezTo>
                    <a:cubicBezTo>
                      <a:pt x="51852" y="5310"/>
                      <a:pt x="51876" y="4786"/>
                      <a:pt x="51840" y="4262"/>
                    </a:cubicBezTo>
                    <a:close/>
                    <a:moveTo>
                      <a:pt x="51757" y="6155"/>
                    </a:moveTo>
                    <a:cubicBezTo>
                      <a:pt x="51912" y="6262"/>
                      <a:pt x="52055" y="6381"/>
                      <a:pt x="52186" y="6501"/>
                    </a:cubicBezTo>
                    <a:cubicBezTo>
                      <a:pt x="52412" y="6691"/>
                      <a:pt x="52614" y="6917"/>
                      <a:pt x="52840" y="7108"/>
                    </a:cubicBezTo>
                    <a:cubicBezTo>
                      <a:pt x="52829" y="7667"/>
                      <a:pt x="52829" y="8215"/>
                      <a:pt x="52817" y="8775"/>
                    </a:cubicBezTo>
                    <a:cubicBezTo>
                      <a:pt x="52698" y="8656"/>
                      <a:pt x="52555" y="8548"/>
                      <a:pt x="52436" y="8441"/>
                    </a:cubicBezTo>
                    <a:cubicBezTo>
                      <a:pt x="52197" y="8239"/>
                      <a:pt x="51947" y="8048"/>
                      <a:pt x="51686" y="7870"/>
                    </a:cubicBezTo>
                    <a:cubicBezTo>
                      <a:pt x="51669" y="7859"/>
                      <a:pt x="51652" y="7854"/>
                      <a:pt x="51635" y="7854"/>
                    </a:cubicBezTo>
                    <a:cubicBezTo>
                      <a:pt x="51575" y="7854"/>
                      <a:pt x="51516" y="7910"/>
                      <a:pt x="51507" y="7965"/>
                    </a:cubicBezTo>
                    <a:cubicBezTo>
                      <a:pt x="51590" y="7382"/>
                      <a:pt x="51674" y="6786"/>
                      <a:pt x="51757" y="6191"/>
                    </a:cubicBezTo>
                    <a:cubicBezTo>
                      <a:pt x="51757" y="6179"/>
                      <a:pt x="51757" y="6167"/>
                      <a:pt x="51757" y="6155"/>
                    </a:cubicBezTo>
                    <a:close/>
                    <a:moveTo>
                      <a:pt x="51507" y="7989"/>
                    </a:moveTo>
                    <a:cubicBezTo>
                      <a:pt x="51507" y="8013"/>
                      <a:pt x="51519" y="8036"/>
                      <a:pt x="51543" y="8060"/>
                    </a:cubicBezTo>
                    <a:cubicBezTo>
                      <a:pt x="51793" y="8263"/>
                      <a:pt x="52031" y="8477"/>
                      <a:pt x="52257" y="8703"/>
                    </a:cubicBezTo>
                    <a:cubicBezTo>
                      <a:pt x="52436" y="8894"/>
                      <a:pt x="52614" y="9120"/>
                      <a:pt x="52829" y="9298"/>
                    </a:cubicBezTo>
                    <a:cubicBezTo>
                      <a:pt x="52829" y="9406"/>
                      <a:pt x="52829" y="9513"/>
                      <a:pt x="52829" y="9632"/>
                    </a:cubicBezTo>
                    <a:cubicBezTo>
                      <a:pt x="52840" y="10168"/>
                      <a:pt x="52876" y="10751"/>
                      <a:pt x="52900" y="11358"/>
                    </a:cubicBezTo>
                    <a:cubicBezTo>
                      <a:pt x="52662" y="11108"/>
                      <a:pt x="52388" y="10870"/>
                      <a:pt x="52138" y="10632"/>
                    </a:cubicBezTo>
                    <a:cubicBezTo>
                      <a:pt x="51852" y="10370"/>
                      <a:pt x="51566" y="10084"/>
                      <a:pt x="51269" y="9834"/>
                    </a:cubicBezTo>
                    <a:cubicBezTo>
                      <a:pt x="51340" y="9215"/>
                      <a:pt x="51424" y="8596"/>
                      <a:pt x="51507" y="7989"/>
                    </a:cubicBezTo>
                    <a:close/>
                    <a:moveTo>
                      <a:pt x="51221" y="10180"/>
                    </a:moveTo>
                    <a:cubicBezTo>
                      <a:pt x="51447" y="10418"/>
                      <a:pt x="51674" y="10644"/>
                      <a:pt x="51900" y="10870"/>
                    </a:cubicBezTo>
                    <a:cubicBezTo>
                      <a:pt x="52197" y="11180"/>
                      <a:pt x="52471" y="11501"/>
                      <a:pt x="52805" y="11763"/>
                    </a:cubicBezTo>
                    <a:cubicBezTo>
                      <a:pt x="52840" y="11799"/>
                      <a:pt x="52876" y="11811"/>
                      <a:pt x="52924" y="11811"/>
                    </a:cubicBezTo>
                    <a:cubicBezTo>
                      <a:pt x="52948" y="12466"/>
                      <a:pt x="52971" y="13132"/>
                      <a:pt x="52959" y="13799"/>
                    </a:cubicBezTo>
                    <a:cubicBezTo>
                      <a:pt x="52364" y="13156"/>
                      <a:pt x="51709" y="12537"/>
                      <a:pt x="51054" y="11965"/>
                    </a:cubicBezTo>
                    <a:cubicBezTo>
                      <a:pt x="51090" y="11370"/>
                      <a:pt x="51150" y="10775"/>
                      <a:pt x="51221" y="10180"/>
                    </a:cubicBezTo>
                    <a:close/>
                    <a:moveTo>
                      <a:pt x="51031" y="12394"/>
                    </a:moveTo>
                    <a:cubicBezTo>
                      <a:pt x="51602" y="13108"/>
                      <a:pt x="52257" y="13799"/>
                      <a:pt x="52936" y="14371"/>
                    </a:cubicBezTo>
                    <a:cubicBezTo>
                      <a:pt x="52912" y="14871"/>
                      <a:pt x="52864" y="15371"/>
                      <a:pt x="52781" y="15859"/>
                    </a:cubicBezTo>
                    <a:cubicBezTo>
                      <a:pt x="52531" y="15597"/>
                      <a:pt x="52257" y="15347"/>
                      <a:pt x="52007" y="15085"/>
                    </a:cubicBezTo>
                    <a:cubicBezTo>
                      <a:pt x="51662" y="14728"/>
                      <a:pt x="51364" y="14323"/>
                      <a:pt x="50995" y="13990"/>
                    </a:cubicBezTo>
                    <a:cubicBezTo>
                      <a:pt x="50995" y="13990"/>
                      <a:pt x="50983" y="13990"/>
                      <a:pt x="50983" y="13978"/>
                    </a:cubicBezTo>
                    <a:cubicBezTo>
                      <a:pt x="50983" y="13942"/>
                      <a:pt x="50983" y="13894"/>
                      <a:pt x="50983" y="13859"/>
                    </a:cubicBezTo>
                    <a:cubicBezTo>
                      <a:pt x="50983" y="13370"/>
                      <a:pt x="50995" y="12882"/>
                      <a:pt x="51031" y="12394"/>
                    </a:cubicBezTo>
                    <a:close/>
                    <a:moveTo>
                      <a:pt x="51019" y="14525"/>
                    </a:moveTo>
                    <a:lnTo>
                      <a:pt x="51019" y="14525"/>
                    </a:lnTo>
                    <a:cubicBezTo>
                      <a:pt x="51233" y="14823"/>
                      <a:pt x="51483" y="15097"/>
                      <a:pt x="51721" y="15359"/>
                    </a:cubicBezTo>
                    <a:cubicBezTo>
                      <a:pt x="52031" y="15704"/>
                      <a:pt x="52340" y="16061"/>
                      <a:pt x="52686" y="16347"/>
                    </a:cubicBezTo>
                    <a:cubicBezTo>
                      <a:pt x="52567" y="16907"/>
                      <a:pt x="52388" y="17454"/>
                      <a:pt x="52138" y="17942"/>
                    </a:cubicBezTo>
                    <a:cubicBezTo>
                      <a:pt x="51876" y="17478"/>
                      <a:pt x="51424" y="17061"/>
                      <a:pt x="51031" y="16728"/>
                    </a:cubicBezTo>
                    <a:cubicBezTo>
                      <a:pt x="51162" y="16025"/>
                      <a:pt x="51066" y="15216"/>
                      <a:pt x="51019" y="14525"/>
                    </a:cubicBezTo>
                    <a:close/>
                    <a:moveTo>
                      <a:pt x="27465" y="821"/>
                    </a:moveTo>
                    <a:cubicBezTo>
                      <a:pt x="30824" y="821"/>
                      <a:pt x="34184" y="875"/>
                      <a:pt x="37541" y="940"/>
                    </a:cubicBezTo>
                    <a:cubicBezTo>
                      <a:pt x="39529" y="976"/>
                      <a:pt x="41529" y="1012"/>
                      <a:pt x="43530" y="1071"/>
                    </a:cubicBezTo>
                    <a:cubicBezTo>
                      <a:pt x="43749" y="1079"/>
                      <a:pt x="43984" y="1081"/>
                      <a:pt x="44230" y="1081"/>
                    </a:cubicBezTo>
                    <a:cubicBezTo>
                      <a:pt x="44621" y="1081"/>
                      <a:pt x="45040" y="1075"/>
                      <a:pt x="45470" y="1075"/>
                    </a:cubicBezTo>
                    <a:cubicBezTo>
                      <a:pt x="46956" y="1075"/>
                      <a:pt x="48578" y="1143"/>
                      <a:pt x="49661" y="1750"/>
                    </a:cubicBezTo>
                    <a:cubicBezTo>
                      <a:pt x="52078" y="3107"/>
                      <a:pt x="50900" y="6489"/>
                      <a:pt x="50614" y="8584"/>
                    </a:cubicBezTo>
                    <a:cubicBezTo>
                      <a:pt x="50376" y="10334"/>
                      <a:pt x="50281" y="12096"/>
                      <a:pt x="50281" y="13859"/>
                    </a:cubicBezTo>
                    <a:cubicBezTo>
                      <a:pt x="50281" y="14287"/>
                      <a:pt x="50281" y="14716"/>
                      <a:pt x="50292" y="15156"/>
                    </a:cubicBezTo>
                    <a:cubicBezTo>
                      <a:pt x="50328" y="16311"/>
                      <a:pt x="50519" y="16049"/>
                      <a:pt x="49459" y="16954"/>
                    </a:cubicBezTo>
                    <a:cubicBezTo>
                      <a:pt x="48530" y="17740"/>
                      <a:pt x="48435" y="17728"/>
                      <a:pt x="47328" y="17823"/>
                    </a:cubicBezTo>
                    <a:cubicBezTo>
                      <a:pt x="46911" y="17859"/>
                      <a:pt x="46506" y="17883"/>
                      <a:pt x="46090" y="17907"/>
                    </a:cubicBezTo>
                    <a:cubicBezTo>
                      <a:pt x="44185" y="18002"/>
                      <a:pt x="42280" y="17990"/>
                      <a:pt x="40375" y="18014"/>
                    </a:cubicBezTo>
                    <a:cubicBezTo>
                      <a:pt x="36374" y="18038"/>
                      <a:pt x="32362" y="18050"/>
                      <a:pt x="28349" y="18085"/>
                    </a:cubicBezTo>
                    <a:cubicBezTo>
                      <a:pt x="23920" y="18109"/>
                      <a:pt x="19491" y="18145"/>
                      <a:pt x="15062" y="18157"/>
                    </a:cubicBezTo>
                    <a:cubicBezTo>
                      <a:pt x="14548" y="18159"/>
                      <a:pt x="14034" y="18161"/>
                      <a:pt x="13521" y="18161"/>
                    </a:cubicBezTo>
                    <a:cubicBezTo>
                      <a:pt x="11749" y="18161"/>
                      <a:pt x="9979" y="18143"/>
                      <a:pt x="8216" y="18097"/>
                    </a:cubicBezTo>
                    <a:cubicBezTo>
                      <a:pt x="8058" y="18094"/>
                      <a:pt x="7879" y="18093"/>
                      <a:pt x="7682" y="18093"/>
                    </a:cubicBezTo>
                    <a:cubicBezTo>
                      <a:pt x="7522" y="18093"/>
                      <a:pt x="7351" y="18093"/>
                      <a:pt x="7170" y="18093"/>
                    </a:cubicBezTo>
                    <a:cubicBezTo>
                      <a:pt x="4644" y="18093"/>
                      <a:pt x="357" y="17988"/>
                      <a:pt x="953" y="14835"/>
                    </a:cubicBezTo>
                    <a:cubicBezTo>
                      <a:pt x="977" y="14716"/>
                      <a:pt x="917" y="14621"/>
                      <a:pt x="834" y="14573"/>
                    </a:cubicBezTo>
                    <a:cubicBezTo>
                      <a:pt x="846" y="12835"/>
                      <a:pt x="810" y="11108"/>
                      <a:pt x="870" y="9370"/>
                    </a:cubicBezTo>
                    <a:cubicBezTo>
                      <a:pt x="941" y="7405"/>
                      <a:pt x="810" y="4822"/>
                      <a:pt x="2406" y="3381"/>
                    </a:cubicBezTo>
                    <a:cubicBezTo>
                      <a:pt x="3763" y="2155"/>
                      <a:pt x="5835" y="1988"/>
                      <a:pt x="7561" y="1774"/>
                    </a:cubicBezTo>
                    <a:cubicBezTo>
                      <a:pt x="9549" y="1548"/>
                      <a:pt x="11550" y="1381"/>
                      <a:pt x="13538" y="1250"/>
                    </a:cubicBezTo>
                    <a:cubicBezTo>
                      <a:pt x="18175" y="925"/>
                      <a:pt x="22819" y="821"/>
                      <a:pt x="27465" y="821"/>
                    </a:cubicBezTo>
                    <a:close/>
                    <a:moveTo>
                      <a:pt x="50935" y="17109"/>
                    </a:moveTo>
                    <a:cubicBezTo>
                      <a:pt x="51102" y="17276"/>
                      <a:pt x="51257" y="17454"/>
                      <a:pt x="51400" y="17657"/>
                    </a:cubicBezTo>
                    <a:cubicBezTo>
                      <a:pt x="51578" y="17895"/>
                      <a:pt x="51697" y="18157"/>
                      <a:pt x="51888" y="18383"/>
                    </a:cubicBezTo>
                    <a:cubicBezTo>
                      <a:pt x="51876" y="18407"/>
                      <a:pt x="51864" y="18419"/>
                      <a:pt x="51852" y="18431"/>
                    </a:cubicBezTo>
                    <a:cubicBezTo>
                      <a:pt x="51626" y="18788"/>
                      <a:pt x="51340" y="19073"/>
                      <a:pt x="51007" y="19300"/>
                    </a:cubicBezTo>
                    <a:cubicBezTo>
                      <a:pt x="51007" y="19276"/>
                      <a:pt x="51007" y="19240"/>
                      <a:pt x="50995" y="19216"/>
                    </a:cubicBezTo>
                    <a:cubicBezTo>
                      <a:pt x="50876" y="18954"/>
                      <a:pt x="50614" y="18752"/>
                      <a:pt x="50423" y="18550"/>
                    </a:cubicBezTo>
                    <a:cubicBezTo>
                      <a:pt x="50292" y="18407"/>
                      <a:pt x="50162" y="18276"/>
                      <a:pt x="50031" y="18145"/>
                    </a:cubicBezTo>
                    <a:cubicBezTo>
                      <a:pt x="50185" y="18061"/>
                      <a:pt x="50316" y="17978"/>
                      <a:pt x="50435" y="17883"/>
                    </a:cubicBezTo>
                    <a:cubicBezTo>
                      <a:pt x="50673" y="17680"/>
                      <a:pt x="50840" y="17407"/>
                      <a:pt x="50935" y="17109"/>
                    </a:cubicBezTo>
                    <a:close/>
                    <a:moveTo>
                      <a:pt x="49709" y="18288"/>
                    </a:moveTo>
                    <a:cubicBezTo>
                      <a:pt x="49852" y="18466"/>
                      <a:pt x="49995" y="18645"/>
                      <a:pt x="50150" y="18823"/>
                    </a:cubicBezTo>
                    <a:cubicBezTo>
                      <a:pt x="50316" y="19050"/>
                      <a:pt x="50495" y="19324"/>
                      <a:pt x="50733" y="19478"/>
                    </a:cubicBezTo>
                    <a:lnTo>
                      <a:pt x="50745" y="19478"/>
                    </a:lnTo>
                    <a:cubicBezTo>
                      <a:pt x="50328" y="19716"/>
                      <a:pt x="49864" y="19895"/>
                      <a:pt x="49364" y="20014"/>
                    </a:cubicBezTo>
                    <a:cubicBezTo>
                      <a:pt x="49161" y="19812"/>
                      <a:pt x="48923" y="19633"/>
                      <a:pt x="48733" y="19443"/>
                    </a:cubicBezTo>
                    <a:cubicBezTo>
                      <a:pt x="48459" y="19169"/>
                      <a:pt x="48209" y="18883"/>
                      <a:pt x="47959" y="18597"/>
                    </a:cubicBezTo>
                    <a:cubicBezTo>
                      <a:pt x="48590" y="18550"/>
                      <a:pt x="49209" y="18466"/>
                      <a:pt x="49709" y="18288"/>
                    </a:cubicBezTo>
                    <a:close/>
                    <a:moveTo>
                      <a:pt x="1905" y="17800"/>
                    </a:moveTo>
                    <a:cubicBezTo>
                      <a:pt x="2370" y="18050"/>
                      <a:pt x="2929" y="18228"/>
                      <a:pt x="3501" y="18359"/>
                    </a:cubicBezTo>
                    <a:cubicBezTo>
                      <a:pt x="3953" y="18681"/>
                      <a:pt x="4394" y="19014"/>
                      <a:pt x="4823" y="19359"/>
                    </a:cubicBezTo>
                    <a:cubicBezTo>
                      <a:pt x="5132" y="19609"/>
                      <a:pt x="5418" y="19907"/>
                      <a:pt x="5727" y="20157"/>
                    </a:cubicBezTo>
                    <a:cubicBezTo>
                      <a:pt x="5073" y="20038"/>
                      <a:pt x="4418" y="19859"/>
                      <a:pt x="3822" y="19538"/>
                    </a:cubicBezTo>
                    <a:cubicBezTo>
                      <a:pt x="3037" y="19109"/>
                      <a:pt x="2429" y="18490"/>
                      <a:pt x="1905" y="17800"/>
                    </a:cubicBezTo>
                    <a:close/>
                    <a:moveTo>
                      <a:pt x="41053" y="18657"/>
                    </a:moveTo>
                    <a:cubicBezTo>
                      <a:pt x="41518" y="19181"/>
                      <a:pt x="41994" y="19716"/>
                      <a:pt x="42494" y="20216"/>
                    </a:cubicBezTo>
                    <a:cubicBezTo>
                      <a:pt x="41827" y="20228"/>
                      <a:pt x="41148" y="20228"/>
                      <a:pt x="40482" y="20228"/>
                    </a:cubicBezTo>
                    <a:cubicBezTo>
                      <a:pt x="39934" y="19716"/>
                      <a:pt x="39422" y="19204"/>
                      <a:pt x="38922" y="18669"/>
                    </a:cubicBezTo>
                    <a:cubicBezTo>
                      <a:pt x="39624" y="18669"/>
                      <a:pt x="40339" y="18669"/>
                      <a:pt x="41053" y="18657"/>
                    </a:cubicBezTo>
                    <a:close/>
                    <a:moveTo>
                      <a:pt x="33874" y="18692"/>
                    </a:moveTo>
                    <a:cubicBezTo>
                      <a:pt x="34481" y="19216"/>
                      <a:pt x="35088" y="19764"/>
                      <a:pt x="35731" y="20240"/>
                    </a:cubicBezTo>
                    <a:lnTo>
                      <a:pt x="33457" y="20240"/>
                    </a:lnTo>
                    <a:cubicBezTo>
                      <a:pt x="32933" y="19681"/>
                      <a:pt x="32362" y="19181"/>
                      <a:pt x="31754" y="18716"/>
                    </a:cubicBezTo>
                    <a:cubicBezTo>
                      <a:pt x="32457" y="18704"/>
                      <a:pt x="33159" y="18704"/>
                      <a:pt x="33874" y="18692"/>
                    </a:cubicBezTo>
                    <a:close/>
                    <a:moveTo>
                      <a:pt x="36243" y="18681"/>
                    </a:moveTo>
                    <a:cubicBezTo>
                      <a:pt x="36684" y="19216"/>
                      <a:pt x="37172" y="19776"/>
                      <a:pt x="37708" y="20240"/>
                    </a:cubicBezTo>
                    <a:lnTo>
                      <a:pt x="36160" y="20240"/>
                    </a:lnTo>
                    <a:cubicBezTo>
                      <a:pt x="36160" y="20228"/>
                      <a:pt x="36148" y="20216"/>
                      <a:pt x="36136" y="20205"/>
                    </a:cubicBezTo>
                    <a:cubicBezTo>
                      <a:pt x="35553" y="19657"/>
                      <a:pt x="34898" y="19181"/>
                      <a:pt x="34255" y="18692"/>
                    </a:cubicBezTo>
                    <a:cubicBezTo>
                      <a:pt x="34910" y="18692"/>
                      <a:pt x="35576" y="18692"/>
                      <a:pt x="36243" y="18681"/>
                    </a:cubicBezTo>
                    <a:close/>
                    <a:moveTo>
                      <a:pt x="38553" y="18669"/>
                    </a:moveTo>
                    <a:cubicBezTo>
                      <a:pt x="38982" y="19216"/>
                      <a:pt x="39458" y="19752"/>
                      <a:pt x="39958" y="20228"/>
                    </a:cubicBezTo>
                    <a:cubicBezTo>
                      <a:pt x="39422" y="20228"/>
                      <a:pt x="38874" y="20228"/>
                      <a:pt x="38339" y="20240"/>
                    </a:cubicBezTo>
                    <a:cubicBezTo>
                      <a:pt x="37755" y="19716"/>
                      <a:pt x="37160" y="19228"/>
                      <a:pt x="36600" y="18681"/>
                    </a:cubicBezTo>
                    <a:cubicBezTo>
                      <a:pt x="36969" y="18681"/>
                      <a:pt x="37338" y="18669"/>
                      <a:pt x="37708" y="18669"/>
                    </a:cubicBezTo>
                    <a:close/>
                    <a:moveTo>
                      <a:pt x="31314" y="18716"/>
                    </a:moveTo>
                    <a:cubicBezTo>
                      <a:pt x="31897" y="19193"/>
                      <a:pt x="32433" y="19705"/>
                      <a:pt x="32957" y="20252"/>
                    </a:cubicBezTo>
                    <a:lnTo>
                      <a:pt x="31135" y="20252"/>
                    </a:lnTo>
                    <a:cubicBezTo>
                      <a:pt x="31123" y="20240"/>
                      <a:pt x="31123" y="20240"/>
                      <a:pt x="31123" y="20228"/>
                    </a:cubicBezTo>
                    <a:cubicBezTo>
                      <a:pt x="30921" y="19931"/>
                      <a:pt x="30540" y="19716"/>
                      <a:pt x="30278" y="19466"/>
                    </a:cubicBezTo>
                    <a:cubicBezTo>
                      <a:pt x="30028" y="19228"/>
                      <a:pt x="29802" y="18990"/>
                      <a:pt x="29588" y="18728"/>
                    </a:cubicBezTo>
                    <a:cubicBezTo>
                      <a:pt x="30159" y="18716"/>
                      <a:pt x="30742" y="18716"/>
                      <a:pt x="31314" y="18716"/>
                    </a:cubicBezTo>
                    <a:close/>
                    <a:moveTo>
                      <a:pt x="26623" y="18740"/>
                    </a:moveTo>
                    <a:cubicBezTo>
                      <a:pt x="27159" y="19264"/>
                      <a:pt x="27718" y="19788"/>
                      <a:pt x="28302" y="20264"/>
                    </a:cubicBezTo>
                    <a:lnTo>
                      <a:pt x="26159" y="20264"/>
                    </a:lnTo>
                    <a:cubicBezTo>
                      <a:pt x="25599" y="19728"/>
                      <a:pt x="24992" y="19216"/>
                      <a:pt x="24373" y="18764"/>
                    </a:cubicBezTo>
                    <a:cubicBezTo>
                      <a:pt x="25123" y="18752"/>
                      <a:pt x="25873" y="18752"/>
                      <a:pt x="26623" y="18740"/>
                    </a:cubicBezTo>
                    <a:close/>
                    <a:moveTo>
                      <a:pt x="29218" y="18728"/>
                    </a:moveTo>
                    <a:cubicBezTo>
                      <a:pt x="29230" y="18752"/>
                      <a:pt x="29230" y="18764"/>
                      <a:pt x="29254" y="18788"/>
                    </a:cubicBezTo>
                    <a:cubicBezTo>
                      <a:pt x="29516" y="19121"/>
                      <a:pt x="29778" y="19454"/>
                      <a:pt x="30076" y="19752"/>
                    </a:cubicBezTo>
                    <a:cubicBezTo>
                      <a:pt x="30219" y="19919"/>
                      <a:pt x="30385" y="20097"/>
                      <a:pt x="30564" y="20252"/>
                    </a:cubicBezTo>
                    <a:cubicBezTo>
                      <a:pt x="29969" y="20252"/>
                      <a:pt x="29373" y="20264"/>
                      <a:pt x="28778" y="20264"/>
                    </a:cubicBezTo>
                    <a:cubicBezTo>
                      <a:pt x="28242" y="19716"/>
                      <a:pt x="27647" y="19216"/>
                      <a:pt x="27051" y="18740"/>
                    </a:cubicBezTo>
                    <a:cubicBezTo>
                      <a:pt x="27778" y="18740"/>
                      <a:pt x="28492" y="18728"/>
                      <a:pt x="29218" y="18728"/>
                    </a:cubicBezTo>
                    <a:close/>
                    <a:moveTo>
                      <a:pt x="43470" y="18633"/>
                    </a:moveTo>
                    <a:cubicBezTo>
                      <a:pt x="43792" y="18883"/>
                      <a:pt x="44101" y="19157"/>
                      <a:pt x="44387" y="19454"/>
                    </a:cubicBezTo>
                    <a:cubicBezTo>
                      <a:pt x="44649" y="19716"/>
                      <a:pt x="44875" y="20050"/>
                      <a:pt x="45161" y="20264"/>
                    </a:cubicBezTo>
                    <a:cubicBezTo>
                      <a:pt x="44518" y="20240"/>
                      <a:pt x="43923" y="20216"/>
                      <a:pt x="43399" y="20216"/>
                    </a:cubicBezTo>
                    <a:lnTo>
                      <a:pt x="43065" y="20216"/>
                    </a:lnTo>
                    <a:cubicBezTo>
                      <a:pt x="42613" y="19669"/>
                      <a:pt x="42077" y="19145"/>
                      <a:pt x="41529" y="18657"/>
                    </a:cubicBezTo>
                    <a:cubicBezTo>
                      <a:pt x="42184" y="18657"/>
                      <a:pt x="42815" y="18645"/>
                      <a:pt x="43470" y="18633"/>
                    </a:cubicBezTo>
                    <a:close/>
                    <a:moveTo>
                      <a:pt x="47792" y="18609"/>
                    </a:moveTo>
                    <a:lnTo>
                      <a:pt x="47792" y="18609"/>
                    </a:lnTo>
                    <a:cubicBezTo>
                      <a:pt x="47768" y="18633"/>
                      <a:pt x="47756" y="18681"/>
                      <a:pt x="47792" y="18716"/>
                    </a:cubicBezTo>
                    <a:cubicBezTo>
                      <a:pt x="48006" y="19026"/>
                      <a:pt x="48245" y="19312"/>
                      <a:pt x="48483" y="19597"/>
                    </a:cubicBezTo>
                    <a:cubicBezTo>
                      <a:pt x="48626" y="19764"/>
                      <a:pt x="48768" y="19943"/>
                      <a:pt x="48935" y="20109"/>
                    </a:cubicBezTo>
                    <a:cubicBezTo>
                      <a:pt x="48530" y="20193"/>
                      <a:pt x="48102" y="20240"/>
                      <a:pt x="47673" y="20264"/>
                    </a:cubicBezTo>
                    <a:cubicBezTo>
                      <a:pt x="47673" y="20252"/>
                      <a:pt x="47673" y="20240"/>
                      <a:pt x="47661" y="20240"/>
                    </a:cubicBezTo>
                    <a:cubicBezTo>
                      <a:pt x="47435" y="19895"/>
                      <a:pt x="47054" y="19645"/>
                      <a:pt x="46768" y="19347"/>
                    </a:cubicBezTo>
                    <a:cubicBezTo>
                      <a:pt x="46542" y="19109"/>
                      <a:pt x="46328" y="18871"/>
                      <a:pt x="46125" y="18621"/>
                    </a:cubicBezTo>
                    <a:lnTo>
                      <a:pt x="46125" y="18621"/>
                    </a:lnTo>
                    <a:cubicBezTo>
                      <a:pt x="46342" y="18626"/>
                      <a:pt x="46569" y="18629"/>
                      <a:pt x="46801" y="18629"/>
                    </a:cubicBezTo>
                    <a:cubicBezTo>
                      <a:pt x="47128" y="18629"/>
                      <a:pt x="47464" y="18623"/>
                      <a:pt x="47792" y="18609"/>
                    </a:cubicBezTo>
                    <a:close/>
                    <a:moveTo>
                      <a:pt x="23873" y="18764"/>
                    </a:moveTo>
                    <a:cubicBezTo>
                      <a:pt x="24444" y="19264"/>
                      <a:pt x="25039" y="19764"/>
                      <a:pt x="25623" y="20264"/>
                    </a:cubicBezTo>
                    <a:cubicBezTo>
                      <a:pt x="25123" y="20264"/>
                      <a:pt x="24623" y="20276"/>
                      <a:pt x="24134" y="20276"/>
                    </a:cubicBezTo>
                    <a:cubicBezTo>
                      <a:pt x="23873" y="20002"/>
                      <a:pt x="23539" y="19788"/>
                      <a:pt x="23253" y="19562"/>
                    </a:cubicBezTo>
                    <a:cubicBezTo>
                      <a:pt x="22908" y="19300"/>
                      <a:pt x="22563" y="19038"/>
                      <a:pt x="22218" y="18776"/>
                    </a:cubicBezTo>
                    <a:lnTo>
                      <a:pt x="22337" y="18776"/>
                    </a:lnTo>
                    <a:cubicBezTo>
                      <a:pt x="22849" y="18764"/>
                      <a:pt x="23361" y="18764"/>
                      <a:pt x="23873" y="18764"/>
                    </a:cubicBezTo>
                    <a:close/>
                    <a:moveTo>
                      <a:pt x="17574" y="18800"/>
                    </a:moveTo>
                    <a:cubicBezTo>
                      <a:pt x="17955" y="19085"/>
                      <a:pt x="18324" y="19395"/>
                      <a:pt x="18681" y="19716"/>
                    </a:cubicBezTo>
                    <a:cubicBezTo>
                      <a:pt x="18884" y="19895"/>
                      <a:pt x="19074" y="20097"/>
                      <a:pt x="19265" y="20288"/>
                    </a:cubicBezTo>
                    <a:lnTo>
                      <a:pt x="17741" y="20288"/>
                    </a:lnTo>
                    <a:cubicBezTo>
                      <a:pt x="17122" y="19824"/>
                      <a:pt x="16491" y="19395"/>
                      <a:pt x="15919" y="18847"/>
                    </a:cubicBezTo>
                    <a:cubicBezTo>
                      <a:pt x="15895" y="18835"/>
                      <a:pt x="15883" y="18823"/>
                      <a:pt x="15872" y="18812"/>
                    </a:cubicBezTo>
                    <a:cubicBezTo>
                      <a:pt x="16443" y="18812"/>
                      <a:pt x="17003" y="18812"/>
                      <a:pt x="17574" y="18800"/>
                    </a:cubicBezTo>
                    <a:close/>
                    <a:moveTo>
                      <a:pt x="21932" y="18776"/>
                    </a:moveTo>
                    <a:cubicBezTo>
                      <a:pt x="21884" y="18835"/>
                      <a:pt x="21884" y="18931"/>
                      <a:pt x="21944" y="18978"/>
                    </a:cubicBezTo>
                    <a:cubicBezTo>
                      <a:pt x="22313" y="19264"/>
                      <a:pt x="22670" y="19562"/>
                      <a:pt x="23039" y="19847"/>
                    </a:cubicBezTo>
                    <a:cubicBezTo>
                      <a:pt x="23218" y="19978"/>
                      <a:pt x="23384" y="20133"/>
                      <a:pt x="23563" y="20276"/>
                    </a:cubicBezTo>
                    <a:lnTo>
                      <a:pt x="21979" y="20276"/>
                    </a:lnTo>
                    <a:cubicBezTo>
                      <a:pt x="21741" y="20097"/>
                      <a:pt x="21467" y="19931"/>
                      <a:pt x="21229" y="19752"/>
                    </a:cubicBezTo>
                    <a:cubicBezTo>
                      <a:pt x="20848" y="19466"/>
                      <a:pt x="20467" y="19157"/>
                      <a:pt x="20098" y="18847"/>
                    </a:cubicBezTo>
                    <a:cubicBezTo>
                      <a:pt x="20074" y="18835"/>
                      <a:pt x="20051" y="18823"/>
                      <a:pt x="20027" y="18823"/>
                    </a:cubicBezTo>
                    <a:cubicBezTo>
                      <a:pt x="19943" y="18823"/>
                      <a:pt x="19872" y="18931"/>
                      <a:pt x="19955" y="19002"/>
                    </a:cubicBezTo>
                    <a:cubicBezTo>
                      <a:pt x="20301" y="19312"/>
                      <a:pt x="20658" y="19609"/>
                      <a:pt x="21027" y="19895"/>
                    </a:cubicBezTo>
                    <a:cubicBezTo>
                      <a:pt x="21182" y="20014"/>
                      <a:pt x="21336" y="20157"/>
                      <a:pt x="21491" y="20276"/>
                    </a:cubicBezTo>
                    <a:cubicBezTo>
                      <a:pt x="20908" y="20288"/>
                      <a:pt x="20313" y="20288"/>
                      <a:pt x="19729" y="20288"/>
                    </a:cubicBezTo>
                    <a:cubicBezTo>
                      <a:pt x="19265" y="19693"/>
                      <a:pt x="18586" y="19216"/>
                      <a:pt x="17943" y="18800"/>
                    </a:cubicBezTo>
                    <a:cubicBezTo>
                      <a:pt x="18634" y="18800"/>
                      <a:pt x="19336" y="18788"/>
                      <a:pt x="20027" y="18788"/>
                    </a:cubicBezTo>
                    <a:cubicBezTo>
                      <a:pt x="20670" y="18788"/>
                      <a:pt x="21301" y="18776"/>
                      <a:pt x="21932" y="18776"/>
                    </a:cubicBezTo>
                    <a:close/>
                    <a:moveTo>
                      <a:pt x="45117" y="18604"/>
                    </a:moveTo>
                    <a:cubicBezTo>
                      <a:pt x="45312" y="18604"/>
                      <a:pt x="45526" y="18609"/>
                      <a:pt x="45756" y="18609"/>
                    </a:cubicBezTo>
                    <a:cubicBezTo>
                      <a:pt x="45971" y="18943"/>
                      <a:pt x="46185" y="19276"/>
                      <a:pt x="46447" y="19574"/>
                    </a:cubicBezTo>
                    <a:cubicBezTo>
                      <a:pt x="46625" y="19812"/>
                      <a:pt x="46840" y="20074"/>
                      <a:pt x="47078" y="20288"/>
                    </a:cubicBezTo>
                    <a:cubicBezTo>
                      <a:pt x="46910" y="20291"/>
                      <a:pt x="46743" y="20293"/>
                      <a:pt x="46576" y="20293"/>
                    </a:cubicBezTo>
                    <a:cubicBezTo>
                      <a:pt x="46174" y="20293"/>
                      <a:pt x="45774" y="20284"/>
                      <a:pt x="45387" y="20276"/>
                    </a:cubicBezTo>
                    <a:cubicBezTo>
                      <a:pt x="45447" y="20216"/>
                      <a:pt x="45459" y="20133"/>
                      <a:pt x="45435" y="20062"/>
                    </a:cubicBezTo>
                    <a:cubicBezTo>
                      <a:pt x="45280" y="19693"/>
                      <a:pt x="44899" y="19395"/>
                      <a:pt x="44625" y="19133"/>
                    </a:cubicBezTo>
                    <a:cubicBezTo>
                      <a:pt x="44423" y="18954"/>
                      <a:pt x="44220" y="18788"/>
                      <a:pt x="44018" y="18621"/>
                    </a:cubicBezTo>
                    <a:cubicBezTo>
                      <a:pt x="44292" y="18621"/>
                      <a:pt x="44566" y="18609"/>
                      <a:pt x="44839" y="18609"/>
                    </a:cubicBezTo>
                    <a:cubicBezTo>
                      <a:pt x="44927" y="18605"/>
                      <a:pt x="45019" y="18604"/>
                      <a:pt x="45117" y="18604"/>
                    </a:cubicBezTo>
                    <a:close/>
                    <a:moveTo>
                      <a:pt x="15776" y="18812"/>
                    </a:moveTo>
                    <a:cubicBezTo>
                      <a:pt x="15693" y="18847"/>
                      <a:pt x="15633" y="18954"/>
                      <a:pt x="15717" y="19038"/>
                    </a:cubicBezTo>
                    <a:cubicBezTo>
                      <a:pt x="16157" y="19466"/>
                      <a:pt x="16622" y="19919"/>
                      <a:pt x="17110" y="20288"/>
                    </a:cubicBezTo>
                    <a:lnTo>
                      <a:pt x="16610" y="20288"/>
                    </a:lnTo>
                    <a:cubicBezTo>
                      <a:pt x="16181" y="20300"/>
                      <a:pt x="15741" y="20300"/>
                      <a:pt x="15300" y="20300"/>
                    </a:cubicBezTo>
                    <a:cubicBezTo>
                      <a:pt x="14705" y="19776"/>
                      <a:pt x="14038" y="19312"/>
                      <a:pt x="13419" y="18823"/>
                    </a:cubicBezTo>
                    <a:cubicBezTo>
                      <a:pt x="14205" y="18823"/>
                      <a:pt x="14990" y="18812"/>
                      <a:pt x="15776" y="18812"/>
                    </a:cubicBezTo>
                    <a:close/>
                    <a:moveTo>
                      <a:pt x="4168" y="18478"/>
                    </a:moveTo>
                    <a:cubicBezTo>
                      <a:pt x="4775" y="18573"/>
                      <a:pt x="5394" y="18621"/>
                      <a:pt x="5977" y="18657"/>
                    </a:cubicBezTo>
                    <a:cubicBezTo>
                      <a:pt x="6251" y="18954"/>
                      <a:pt x="6525" y="19240"/>
                      <a:pt x="6823" y="19514"/>
                    </a:cubicBezTo>
                    <a:cubicBezTo>
                      <a:pt x="7120" y="19788"/>
                      <a:pt x="7430" y="20133"/>
                      <a:pt x="7799" y="20312"/>
                    </a:cubicBezTo>
                    <a:cubicBezTo>
                      <a:pt x="7823" y="20324"/>
                      <a:pt x="7834" y="20324"/>
                      <a:pt x="7858" y="20324"/>
                    </a:cubicBezTo>
                    <a:lnTo>
                      <a:pt x="7858" y="20324"/>
                    </a:lnTo>
                    <a:cubicBezTo>
                      <a:pt x="7334" y="20324"/>
                      <a:pt x="6799" y="20300"/>
                      <a:pt x="6287" y="20240"/>
                    </a:cubicBezTo>
                    <a:cubicBezTo>
                      <a:pt x="6275" y="20228"/>
                      <a:pt x="6275" y="20228"/>
                      <a:pt x="6275" y="20216"/>
                    </a:cubicBezTo>
                    <a:cubicBezTo>
                      <a:pt x="5751" y="19526"/>
                      <a:pt x="4953" y="18966"/>
                      <a:pt x="4168" y="18478"/>
                    </a:cubicBezTo>
                    <a:close/>
                    <a:moveTo>
                      <a:pt x="10990" y="18812"/>
                    </a:moveTo>
                    <a:cubicBezTo>
                      <a:pt x="11692" y="18812"/>
                      <a:pt x="12395" y="18823"/>
                      <a:pt x="13109" y="18823"/>
                    </a:cubicBezTo>
                    <a:cubicBezTo>
                      <a:pt x="13085" y="18859"/>
                      <a:pt x="13085" y="18919"/>
                      <a:pt x="13145" y="18966"/>
                    </a:cubicBezTo>
                    <a:cubicBezTo>
                      <a:pt x="13681" y="19395"/>
                      <a:pt x="14205" y="19871"/>
                      <a:pt x="14752" y="20312"/>
                    </a:cubicBezTo>
                    <a:cubicBezTo>
                      <a:pt x="14121" y="20312"/>
                      <a:pt x="13478" y="20324"/>
                      <a:pt x="12847" y="20324"/>
                    </a:cubicBezTo>
                    <a:cubicBezTo>
                      <a:pt x="12502" y="20038"/>
                      <a:pt x="12109" y="19812"/>
                      <a:pt x="11764" y="19538"/>
                    </a:cubicBezTo>
                    <a:cubicBezTo>
                      <a:pt x="11490" y="19312"/>
                      <a:pt x="11240" y="19062"/>
                      <a:pt x="10990" y="18812"/>
                    </a:cubicBezTo>
                    <a:close/>
                    <a:moveTo>
                      <a:pt x="6335" y="18681"/>
                    </a:moveTo>
                    <a:lnTo>
                      <a:pt x="6335" y="18681"/>
                    </a:lnTo>
                    <a:cubicBezTo>
                      <a:pt x="6656" y="18692"/>
                      <a:pt x="6966" y="18704"/>
                      <a:pt x="7239" y="18716"/>
                    </a:cubicBezTo>
                    <a:cubicBezTo>
                      <a:pt x="7525" y="18728"/>
                      <a:pt x="7823" y="18740"/>
                      <a:pt x="8109" y="18740"/>
                    </a:cubicBezTo>
                    <a:cubicBezTo>
                      <a:pt x="8954" y="18764"/>
                      <a:pt x="9811" y="18788"/>
                      <a:pt x="10657" y="18800"/>
                    </a:cubicBezTo>
                    <a:cubicBezTo>
                      <a:pt x="10978" y="19133"/>
                      <a:pt x="11300" y="19466"/>
                      <a:pt x="11645" y="19764"/>
                    </a:cubicBezTo>
                    <a:cubicBezTo>
                      <a:pt x="11847" y="19955"/>
                      <a:pt x="12062" y="20145"/>
                      <a:pt x="12276" y="20324"/>
                    </a:cubicBezTo>
                    <a:cubicBezTo>
                      <a:pt x="11585" y="20336"/>
                      <a:pt x="10883" y="20347"/>
                      <a:pt x="10192" y="20347"/>
                    </a:cubicBezTo>
                    <a:cubicBezTo>
                      <a:pt x="9537" y="19824"/>
                      <a:pt x="8823" y="19371"/>
                      <a:pt x="8156" y="18859"/>
                    </a:cubicBezTo>
                    <a:cubicBezTo>
                      <a:pt x="8132" y="18859"/>
                      <a:pt x="8121" y="18847"/>
                      <a:pt x="8109" y="18847"/>
                    </a:cubicBezTo>
                    <a:cubicBezTo>
                      <a:pt x="8037" y="18847"/>
                      <a:pt x="8001" y="18954"/>
                      <a:pt x="8073" y="19002"/>
                    </a:cubicBezTo>
                    <a:cubicBezTo>
                      <a:pt x="8633" y="19443"/>
                      <a:pt x="9180" y="19907"/>
                      <a:pt x="9752" y="20347"/>
                    </a:cubicBezTo>
                    <a:cubicBezTo>
                      <a:pt x="9180" y="20336"/>
                      <a:pt x="8609" y="20336"/>
                      <a:pt x="8025" y="20336"/>
                    </a:cubicBezTo>
                    <a:cubicBezTo>
                      <a:pt x="7966" y="20336"/>
                      <a:pt x="7918" y="20336"/>
                      <a:pt x="7859" y="20324"/>
                    </a:cubicBezTo>
                    <a:cubicBezTo>
                      <a:pt x="7942" y="20324"/>
                      <a:pt x="7990" y="20216"/>
                      <a:pt x="7930" y="20145"/>
                    </a:cubicBezTo>
                    <a:cubicBezTo>
                      <a:pt x="7668" y="19812"/>
                      <a:pt x="7287" y="19550"/>
                      <a:pt x="6966" y="19264"/>
                    </a:cubicBezTo>
                    <a:cubicBezTo>
                      <a:pt x="6751" y="19073"/>
                      <a:pt x="6549" y="18871"/>
                      <a:pt x="6335" y="18681"/>
                    </a:cubicBezTo>
                    <a:close/>
                    <a:moveTo>
                      <a:pt x="30460" y="0"/>
                    </a:moveTo>
                    <a:cubicBezTo>
                      <a:pt x="25688" y="0"/>
                      <a:pt x="20917" y="125"/>
                      <a:pt x="16193" y="369"/>
                    </a:cubicBezTo>
                    <a:cubicBezTo>
                      <a:pt x="13312" y="524"/>
                      <a:pt x="10430" y="750"/>
                      <a:pt x="7561" y="1071"/>
                    </a:cubicBezTo>
                    <a:cubicBezTo>
                      <a:pt x="5787" y="1274"/>
                      <a:pt x="3822" y="1464"/>
                      <a:pt x="2322" y="2548"/>
                    </a:cubicBezTo>
                    <a:cubicBezTo>
                      <a:pt x="893" y="3572"/>
                      <a:pt x="465" y="5155"/>
                      <a:pt x="298" y="6846"/>
                    </a:cubicBezTo>
                    <a:cubicBezTo>
                      <a:pt x="36" y="9656"/>
                      <a:pt x="0" y="12549"/>
                      <a:pt x="322" y="15347"/>
                    </a:cubicBezTo>
                    <a:cubicBezTo>
                      <a:pt x="322" y="15418"/>
                      <a:pt x="358" y="15478"/>
                      <a:pt x="405" y="15525"/>
                    </a:cubicBezTo>
                    <a:cubicBezTo>
                      <a:pt x="429" y="16204"/>
                      <a:pt x="655" y="16728"/>
                      <a:pt x="1024" y="17133"/>
                    </a:cubicBezTo>
                    <a:cubicBezTo>
                      <a:pt x="1763" y="18431"/>
                      <a:pt x="2667" y="19597"/>
                      <a:pt x="4096" y="20216"/>
                    </a:cubicBezTo>
                    <a:cubicBezTo>
                      <a:pt x="5418" y="20779"/>
                      <a:pt x="6909" y="20880"/>
                      <a:pt x="8387" y="20880"/>
                    </a:cubicBezTo>
                    <a:cubicBezTo>
                      <a:pt x="9226" y="20880"/>
                      <a:pt x="10061" y="20848"/>
                      <a:pt x="10859" y="20848"/>
                    </a:cubicBezTo>
                    <a:cubicBezTo>
                      <a:pt x="16729" y="20848"/>
                      <a:pt x="22610" y="20836"/>
                      <a:pt x="28480" y="20812"/>
                    </a:cubicBezTo>
                    <a:cubicBezTo>
                      <a:pt x="30147" y="20812"/>
                      <a:pt x="31814" y="20812"/>
                      <a:pt x="33481" y="20800"/>
                    </a:cubicBezTo>
                    <a:cubicBezTo>
                      <a:pt x="33505" y="20836"/>
                      <a:pt x="33528" y="20859"/>
                      <a:pt x="33564" y="20895"/>
                    </a:cubicBezTo>
                    <a:cubicBezTo>
                      <a:pt x="33599" y="20934"/>
                      <a:pt x="33639" y="20950"/>
                      <a:pt x="33677" y="20950"/>
                    </a:cubicBezTo>
                    <a:cubicBezTo>
                      <a:pt x="33758" y="20950"/>
                      <a:pt x="33834" y="20880"/>
                      <a:pt x="33850" y="20800"/>
                    </a:cubicBezTo>
                    <a:cubicBezTo>
                      <a:pt x="37934" y="20788"/>
                      <a:pt x="42018" y="20776"/>
                      <a:pt x="46113" y="20776"/>
                    </a:cubicBezTo>
                    <a:cubicBezTo>
                      <a:pt x="46403" y="20778"/>
                      <a:pt x="46701" y="20782"/>
                      <a:pt x="47003" y="20782"/>
                    </a:cubicBezTo>
                    <a:cubicBezTo>
                      <a:pt x="48575" y="20782"/>
                      <a:pt x="50260" y="20680"/>
                      <a:pt x="51519" y="19681"/>
                    </a:cubicBezTo>
                    <a:cubicBezTo>
                      <a:pt x="53007" y="18490"/>
                      <a:pt x="53257" y="16323"/>
                      <a:pt x="53400" y="14549"/>
                    </a:cubicBezTo>
                    <a:cubicBezTo>
                      <a:pt x="53519" y="13025"/>
                      <a:pt x="53460" y="11489"/>
                      <a:pt x="53412" y="9953"/>
                    </a:cubicBezTo>
                    <a:cubicBezTo>
                      <a:pt x="53364" y="8310"/>
                      <a:pt x="53567" y="6679"/>
                      <a:pt x="53555" y="5036"/>
                    </a:cubicBezTo>
                    <a:cubicBezTo>
                      <a:pt x="53531" y="3119"/>
                      <a:pt x="51757" y="1821"/>
                      <a:pt x="50138" y="1167"/>
                    </a:cubicBezTo>
                    <a:cubicBezTo>
                      <a:pt x="50114" y="1143"/>
                      <a:pt x="50078" y="1143"/>
                      <a:pt x="50054" y="1143"/>
                    </a:cubicBezTo>
                    <a:cubicBezTo>
                      <a:pt x="48911" y="524"/>
                      <a:pt x="47435" y="536"/>
                      <a:pt x="46185" y="464"/>
                    </a:cubicBezTo>
                    <a:cubicBezTo>
                      <a:pt x="40979" y="152"/>
                      <a:pt x="35718" y="0"/>
                      <a:pt x="30460"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2" name="Google Shape;562;p19"/>
              <p:cNvSpPr/>
              <p:nvPr/>
            </p:nvSpPr>
            <p:spPr>
              <a:xfrm>
                <a:off x="2923099" y="1107719"/>
                <a:ext cx="1171115" cy="392644"/>
              </a:xfrm>
              <a:custGeom>
                <a:rect b="b" l="l" r="r" t="t"/>
                <a:pathLst>
                  <a:path extrusionOk="0" h="17341" w="51722">
                    <a:moveTo>
                      <a:pt x="27108" y="1"/>
                    </a:moveTo>
                    <a:cubicBezTo>
                      <a:pt x="22462" y="1"/>
                      <a:pt x="17818" y="105"/>
                      <a:pt x="13181" y="430"/>
                    </a:cubicBezTo>
                    <a:cubicBezTo>
                      <a:pt x="11193" y="561"/>
                      <a:pt x="9192" y="728"/>
                      <a:pt x="7204" y="954"/>
                    </a:cubicBezTo>
                    <a:cubicBezTo>
                      <a:pt x="5478" y="1168"/>
                      <a:pt x="3406" y="1335"/>
                      <a:pt x="2049" y="2561"/>
                    </a:cubicBezTo>
                    <a:cubicBezTo>
                      <a:pt x="453" y="4002"/>
                      <a:pt x="584" y="6585"/>
                      <a:pt x="513" y="8550"/>
                    </a:cubicBezTo>
                    <a:cubicBezTo>
                      <a:pt x="453" y="10288"/>
                      <a:pt x="489" y="12015"/>
                      <a:pt x="477" y="13753"/>
                    </a:cubicBezTo>
                    <a:cubicBezTo>
                      <a:pt x="560" y="13801"/>
                      <a:pt x="620" y="13896"/>
                      <a:pt x="596" y="14015"/>
                    </a:cubicBezTo>
                    <a:cubicBezTo>
                      <a:pt x="0" y="17168"/>
                      <a:pt x="4287" y="17273"/>
                      <a:pt x="6813" y="17273"/>
                    </a:cubicBezTo>
                    <a:cubicBezTo>
                      <a:pt x="6994" y="17273"/>
                      <a:pt x="7165" y="17273"/>
                      <a:pt x="7325" y="17273"/>
                    </a:cubicBezTo>
                    <a:cubicBezTo>
                      <a:pt x="7522" y="17273"/>
                      <a:pt x="7701" y="17274"/>
                      <a:pt x="7859" y="17277"/>
                    </a:cubicBezTo>
                    <a:cubicBezTo>
                      <a:pt x="9622" y="17323"/>
                      <a:pt x="11392" y="17341"/>
                      <a:pt x="13164" y="17341"/>
                    </a:cubicBezTo>
                    <a:cubicBezTo>
                      <a:pt x="13677" y="17341"/>
                      <a:pt x="14191" y="17339"/>
                      <a:pt x="14705" y="17337"/>
                    </a:cubicBezTo>
                    <a:cubicBezTo>
                      <a:pt x="19134" y="17325"/>
                      <a:pt x="23563" y="17289"/>
                      <a:pt x="27992" y="17265"/>
                    </a:cubicBezTo>
                    <a:cubicBezTo>
                      <a:pt x="32005" y="17230"/>
                      <a:pt x="36017" y="17218"/>
                      <a:pt x="40029" y="17194"/>
                    </a:cubicBezTo>
                    <a:cubicBezTo>
                      <a:pt x="41923" y="17170"/>
                      <a:pt x="43828" y="17182"/>
                      <a:pt x="45733" y="17087"/>
                    </a:cubicBezTo>
                    <a:cubicBezTo>
                      <a:pt x="46149" y="17063"/>
                      <a:pt x="46554" y="17039"/>
                      <a:pt x="46971" y="17003"/>
                    </a:cubicBezTo>
                    <a:cubicBezTo>
                      <a:pt x="48078" y="16908"/>
                      <a:pt x="48173" y="16920"/>
                      <a:pt x="49102" y="16134"/>
                    </a:cubicBezTo>
                    <a:cubicBezTo>
                      <a:pt x="50162" y="15229"/>
                      <a:pt x="49971" y="15491"/>
                      <a:pt x="49935" y="14336"/>
                    </a:cubicBezTo>
                    <a:cubicBezTo>
                      <a:pt x="49924" y="13896"/>
                      <a:pt x="49924" y="13467"/>
                      <a:pt x="49924" y="13039"/>
                    </a:cubicBezTo>
                    <a:cubicBezTo>
                      <a:pt x="49924" y="11276"/>
                      <a:pt x="50019" y="9514"/>
                      <a:pt x="50257" y="7764"/>
                    </a:cubicBezTo>
                    <a:cubicBezTo>
                      <a:pt x="50543" y="5669"/>
                      <a:pt x="51721" y="2287"/>
                      <a:pt x="49304" y="930"/>
                    </a:cubicBezTo>
                    <a:cubicBezTo>
                      <a:pt x="48221" y="323"/>
                      <a:pt x="46599" y="255"/>
                      <a:pt x="45113" y="255"/>
                    </a:cubicBezTo>
                    <a:cubicBezTo>
                      <a:pt x="44683" y="255"/>
                      <a:pt x="44264" y="261"/>
                      <a:pt x="43873" y="261"/>
                    </a:cubicBezTo>
                    <a:cubicBezTo>
                      <a:pt x="43627" y="261"/>
                      <a:pt x="43392" y="259"/>
                      <a:pt x="43173" y="251"/>
                    </a:cubicBezTo>
                    <a:cubicBezTo>
                      <a:pt x="41172" y="192"/>
                      <a:pt x="39172" y="156"/>
                      <a:pt x="37184" y="120"/>
                    </a:cubicBezTo>
                    <a:cubicBezTo>
                      <a:pt x="33827" y="55"/>
                      <a:pt x="30467" y="1"/>
                      <a:pt x="27108" y="1"/>
                    </a:cubicBezTo>
                    <a:close/>
                  </a:path>
                </a:pathLst>
              </a:custGeom>
              <a:solidFill>
                <a:srgbClr val="F4F4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Un instrumento que realiza dos o más funciones puede designarse por todas sus funcione</a:t>
                </a:r>
                <a:endParaRPr b="0" i="0" sz="2000" u="none" cap="none" strike="noStrike">
                  <a:solidFill>
                    <a:srgbClr val="000000"/>
                  </a:solidFill>
                  <a:latin typeface="Times New Roman"/>
                  <a:ea typeface="Times New Roman"/>
                  <a:cs typeface="Times New Roman"/>
                  <a:sym typeface="Times New Roman"/>
                </a:endParaRPr>
              </a:p>
            </p:txBody>
          </p:sp>
          <p:sp>
            <p:nvSpPr>
              <p:cNvPr id="563" name="Google Shape;563;p19"/>
              <p:cNvSpPr/>
              <p:nvPr/>
            </p:nvSpPr>
            <p:spPr>
              <a:xfrm>
                <a:off x="3368443" y="1514254"/>
                <a:ext cx="80087" cy="33986"/>
              </a:xfrm>
              <a:custGeom>
                <a:rect b="b" l="l" r="r" t="t"/>
                <a:pathLst>
                  <a:path extrusionOk="0" h="1501" w="3537">
                    <a:moveTo>
                      <a:pt x="1906" y="1"/>
                    </a:moveTo>
                    <a:cubicBezTo>
                      <a:pt x="1275" y="1"/>
                      <a:pt x="644" y="13"/>
                      <a:pt x="1" y="13"/>
                    </a:cubicBezTo>
                    <a:lnTo>
                      <a:pt x="1" y="48"/>
                    </a:lnTo>
                    <a:cubicBezTo>
                      <a:pt x="25" y="48"/>
                      <a:pt x="48" y="60"/>
                      <a:pt x="72" y="72"/>
                    </a:cubicBezTo>
                    <a:cubicBezTo>
                      <a:pt x="441" y="382"/>
                      <a:pt x="822" y="691"/>
                      <a:pt x="1203" y="977"/>
                    </a:cubicBezTo>
                    <a:cubicBezTo>
                      <a:pt x="1441" y="1156"/>
                      <a:pt x="1715" y="1322"/>
                      <a:pt x="1953" y="1501"/>
                    </a:cubicBezTo>
                    <a:lnTo>
                      <a:pt x="3537" y="1501"/>
                    </a:lnTo>
                    <a:cubicBezTo>
                      <a:pt x="3358" y="1358"/>
                      <a:pt x="3192" y="1203"/>
                      <a:pt x="3013" y="1072"/>
                    </a:cubicBezTo>
                    <a:cubicBezTo>
                      <a:pt x="2644" y="787"/>
                      <a:pt x="2287" y="489"/>
                      <a:pt x="1918" y="203"/>
                    </a:cubicBezTo>
                    <a:cubicBezTo>
                      <a:pt x="1858" y="156"/>
                      <a:pt x="1858" y="60"/>
                      <a:pt x="190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4" name="Google Shape;564;p19"/>
              <p:cNvSpPr/>
              <p:nvPr/>
            </p:nvSpPr>
            <p:spPr>
              <a:xfrm>
                <a:off x="3321280" y="1514525"/>
                <a:ext cx="80358" cy="33986"/>
              </a:xfrm>
              <a:custGeom>
                <a:rect b="b" l="l" r="r" t="t"/>
                <a:pathLst>
                  <a:path extrusionOk="0" h="1501" w="3549">
                    <a:moveTo>
                      <a:pt x="2084" y="1"/>
                    </a:moveTo>
                    <a:cubicBezTo>
                      <a:pt x="1393" y="1"/>
                      <a:pt x="691" y="13"/>
                      <a:pt x="0" y="13"/>
                    </a:cubicBezTo>
                    <a:cubicBezTo>
                      <a:pt x="643" y="429"/>
                      <a:pt x="1322" y="906"/>
                      <a:pt x="1786" y="1501"/>
                    </a:cubicBezTo>
                    <a:cubicBezTo>
                      <a:pt x="2370" y="1501"/>
                      <a:pt x="2965" y="1501"/>
                      <a:pt x="3548" y="1489"/>
                    </a:cubicBezTo>
                    <a:cubicBezTo>
                      <a:pt x="3393" y="1370"/>
                      <a:pt x="3239" y="1227"/>
                      <a:pt x="3084" y="1108"/>
                    </a:cubicBezTo>
                    <a:cubicBezTo>
                      <a:pt x="2715" y="822"/>
                      <a:pt x="2358" y="525"/>
                      <a:pt x="2012" y="215"/>
                    </a:cubicBezTo>
                    <a:cubicBezTo>
                      <a:pt x="1929" y="144"/>
                      <a:pt x="2000" y="36"/>
                      <a:pt x="2084" y="36"/>
                    </a:cubicBezTo>
                    <a:lnTo>
                      <a:pt x="2084" y="1"/>
                    </a:ln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5" name="Google Shape;565;p19"/>
              <p:cNvSpPr/>
              <p:nvPr/>
            </p:nvSpPr>
            <p:spPr>
              <a:xfrm>
                <a:off x="3274366" y="1514797"/>
                <a:ext cx="76849" cy="33715"/>
              </a:xfrm>
              <a:custGeom>
                <a:rect b="b" l="l" r="r" t="t"/>
                <a:pathLst>
                  <a:path extrusionOk="0" h="1489" w="3394">
                    <a:moveTo>
                      <a:pt x="1691" y="1"/>
                    </a:moveTo>
                    <a:cubicBezTo>
                      <a:pt x="1132" y="13"/>
                      <a:pt x="560" y="13"/>
                      <a:pt x="1" y="13"/>
                    </a:cubicBezTo>
                    <a:cubicBezTo>
                      <a:pt x="12" y="24"/>
                      <a:pt x="24" y="36"/>
                      <a:pt x="48" y="48"/>
                    </a:cubicBezTo>
                    <a:cubicBezTo>
                      <a:pt x="620" y="596"/>
                      <a:pt x="1239" y="1025"/>
                      <a:pt x="1870" y="1489"/>
                    </a:cubicBezTo>
                    <a:lnTo>
                      <a:pt x="3394" y="1489"/>
                    </a:lnTo>
                    <a:cubicBezTo>
                      <a:pt x="3203" y="1298"/>
                      <a:pt x="3013" y="1096"/>
                      <a:pt x="2810" y="917"/>
                    </a:cubicBezTo>
                    <a:cubicBezTo>
                      <a:pt x="2453" y="596"/>
                      <a:pt x="2084" y="286"/>
                      <a:pt x="169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6" name="Google Shape;566;p19"/>
              <p:cNvSpPr/>
              <p:nvPr/>
            </p:nvSpPr>
            <p:spPr>
              <a:xfrm>
                <a:off x="3218825" y="1515069"/>
                <a:ext cx="83868" cy="33715"/>
              </a:xfrm>
              <a:custGeom>
                <a:rect b="b" l="l" r="r" t="t"/>
                <a:pathLst>
                  <a:path extrusionOk="0" h="1489" w="3704">
                    <a:moveTo>
                      <a:pt x="2358" y="1"/>
                    </a:moveTo>
                    <a:cubicBezTo>
                      <a:pt x="1572" y="1"/>
                      <a:pt x="787" y="12"/>
                      <a:pt x="1" y="12"/>
                    </a:cubicBezTo>
                    <a:cubicBezTo>
                      <a:pt x="620" y="501"/>
                      <a:pt x="1287" y="965"/>
                      <a:pt x="1882" y="1489"/>
                    </a:cubicBezTo>
                    <a:cubicBezTo>
                      <a:pt x="2323" y="1489"/>
                      <a:pt x="2763" y="1489"/>
                      <a:pt x="3192" y="1477"/>
                    </a:cubicBezTo>
                    <a:lnTo>
                      <a:pt x="3704" y="1477"/>
                    </a:lnTo>
                    <a:cubicBezTo>
                      <a:pt x="3204" y="1108"/>
                      <a:pt x="2739" y="655"/>
                      <a:pt x="2299" y="227"/>
                    </a:cubicBezTo>
                    <a:cubicBezTo>
                      <a:pt x="2215" y="143"/>
                      <a:pt x="2275" y="36"/>
                      <a:pt x="2358"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7" name="Google Shape;567;p19"/>
              <p:cNvSpPr/>
              <p:nvPr/>
            </p:nvSpPr>
            <p:spPr>
              <a:xfrm>
                <a:off x="3163828" y="1515069"/>
                <a:ext cx="85226" cy="34258"/>
              </a:xfrm>
              <a:custGeom>
                <a:rect b="b" l="l" r="r" t="t"/>
                <a:pathLst>
                  <a:path extrusionOk="0" h="1513" w="3764">
                    <a:moveTo>
                      <a:pt x="1" y="1"/>
                    </a:moveTo>
                    <a:cubicBezTo>
                      <a:pt x="251" y="251"/>
                      <a:pt x="501" y="501"/>
                      <a:pt x="787" y="727"/>
                    </a:cubicBezTo>
                    <a:cubicBezTo>
                      <a:pt x="1120" y="1001"/>
                      <a:pt x="1513" y="1227"/>
                      <a:pt x="1858" y="1513"/>
                    </a:cubicBezTo>
                    <a:cubicBezTo>
                      <a:pt x="2489" y="1513"/>
                      <a:pt x="3132" y="1501"/>
                      <a:pt x="3763" y="1501"/>
                    </a:cubicBezTo>
                    <a:cubicBezTo>
                      <a:pt x="3216" y="1060"/>
                      <a:pt x="2692" y="584"/>
                      <a:pt x="2156" y="155"/>
                    </a:cubicBezTo>
                    <a:cubicBezTo>
                      <a:pt x="2096" y="108"/>
                      <a:pt x="2096" y="48"/>
                      <a:pt x="2120" y="12"/>
                    </a:cubicBezTo>
                    <a:cubicBezTo>
                      <a:pt x="1406" y="12"/>
                      <a:pt x="703" y="1"/>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8" name="Google Shape;568;p19"/>
              <p:cNvSpPr/>
              <p:nvPr/>
            </p:nvSpPr>
            <p:spPr>
              <a:xfrm>
                <a:off x="3098597" y="1513461"/>
                <a:ext cx="94374" cy="36409"/>
              </a:xfrm>
              <a:custGeom>
                <a:rect b="b" l="l" r="r" t="t"/>
                <a:pathLst>
                  <a:path extrusionOk="0" h="1608" w="4168">
                    <a:moveTo>
                      <a:pt x="1" y="0"/>
                    </a:moveTo>
                    <a:lnTo>
                      <a:pt x="1" y="107"/>
                    </a:lnTo>
                    <a:cubicBezTo>
                      <a:pt x="13" y="107"/>
                      <a:pt x="24" y="119"/>
                      <a:pt x="48" y="119"/>
                    </a:cubicBezTo>
                    <a:cubicBezTo>
                      <a:pt x="715" y="619"/>
                      <a:pt x="1429" y="1084"/>
                      <a:pt x="2084" y="1607"/>
                    </a:cubicBezTo>
                    <a:cubicBezTo>
                      <a:pt x="2775" y="1607"/>
                      <a:pt x="3477" y="1596"/>
                      <a:pt x="4168" y="1584"/>
                    </a:cubicBezTo>
                    <a:cubicBezTo>
                      <a:pt x="3954" y="1405"/>
                      <a:pt x="3739" y="1215"/>
                      <a:pt x="3537" y="1024"/>
                    </a:cubicBezTo>
                    <a:cubicBezTo>
                      <a:pt x="3192" y="726"/>
                      <a:pt x="2870" y="405"/>
                      <a:pt x="2549" y="60"/>
                    </a:cubicBezTo>
                    <a:cubicBezTo>
                      <a:pt x="1703" y="48"/>
                      <a:pt x="846" y="24"/>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69" name="Google Shape;569;p19"/>
              <p:cNvSpPr/>
              <p:nvPr/>
            </p:nvSpPr>
            <p:spPr>
              <a:xfrm>
                <a:off x="3058430" y="1512103"/>
                <a:ext cx="77392" cy="37768"/>
              </a:xfrm>
              <a:custGeom>
                <a:rect b="b" l="l" r="r" t="t"/>
                <a:pathLst>
                  <a:path extrusionOk="0" h="1668" w="3418">
                    <a:moveTo>
                      <a:pt x="1" y="1"/>
                    </a:moveTo>
                    <a:lnTo>
                      <a:pt x="1" y="1"/>
                    </a:lnTo>
                    <a:cubicBezTo>
                      <a:pt x="215" y="191"/>
                      <a:pt x="417" y="393"/>
                      <a:pt x="632" y="584"/>
                    </a:cubicBezTo>
                    <a:cubicBezTo>
                      <a:pt x="953" y="870"/>
                      <a:pt x="1334" y="1132"/>
                      <a:pt x="1596" y="1465"/>
                    </a:cubicBezTo>
                    <a:cubicBezTo>
                      <a:pt x="1656" y="1536"/>
                      <a:pt x="1608" y="1644"/>
                      <a:pt x="1525" y="1644"/>
                    </a:cubicBezTo>
                    <a:cubicBezTo>
                      <a:pt x="1584" y="1656"/>
                      <a:pt x="1632" y="1656"/>
                      <a:pt x="1691" y="1656"/>
                    </a:cubicBezTo>
                    <a:cubicBezTo>
                      <a:pt x="2275" y="1656"/>
                      <a:pt x="2846" y="1656"/>
                      <a:pt x="3418" y="1667"/>
                    </a:cubicBezTo>
                    <a:cubicBezTo>
                      <a:pt x="2846" y="1227"/>
                      <a:pt x="2299" y="763"/>
                      <a:pt x="1739" y="322"/>
                    </a:cubicBezTo>
                    <a:cubicBezTo>
                      <a:pt x="1667" y="274"/>
                      <a:pt x="1703" y="167"/>
                      <a:pt x="1775" y="167"/>
                    </a:cubicBezTo>
                    <a:lnTo>
                      <a:pt x="1775" y="60"/>
                    </a:lnTo>
                    <a:cubicBezTo>
                      <a:pt x="1489" y="60"/>
                      <a:pt x="1191" y="48"/>
                      <a:pt x="905" y="36"/>
                    </a:cubicBezTo>
                    <a:cubicBezTo>
                      <a:pt x="632" y="24"/>
                      <a:pt x="322" y="12"/>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0" name="Google Shape;570;p19"/>
              <p:cNvSpPr/>
              <p:nvPr/>
            </p:nvSpPr>
            <p:spPr>
              <a:xfrm>
                <a:off x="3009365" y="1507529"/>
                <a:ext cx="83596" cy="41798"/>
              </a:xfrm>
              <a:custGeom>
                <a:rect b="b" l="l" r="r" t="t"/>
                <a:pathLst>
                  <a:path extrusionOk="0" h="1846" w="3692">
                    <a:moveTo>
                      <a:pt x="1" y="0"/>
                    </a:moveTo>
                    <a:lnTo>
                      <a:pt x="1" y="0"/>
                    </a:lnTo>
                    <a:cubicBezTo>
                      <a:pt x="786" y="488"/>
                      <a:pt x="1584" y="1048"/>
                      <a:pt x="2108" y="1738"/>
                    </a:cubicBezTo>
                    <a:cubicBezTo>
                      <a:pt x="2108" y="1750"/>
                      <a:pt x="2108" y="1750"/>
                      <a:pt x="2120" y="1762"/>
                    </a:cubicBezTo>
                    <a:cubicBezTo>
                      <a:pt x="2632" y="1810"/>
                      <a:pt x="3167" y="1846"/>
                      <a:pt x="3690" y="1846"/>
                    </a:cubicBezTo>
                    <a:lnTo>
                      <a:pt x="3690" y="1846"/>
                    </a:lnTo>
                    <a:cubicBezTo>
                      <a:pt x="3667" y="1846"/>
                      <a:pt x="3655" y="1845"/>
                      <a:pt x="3632" y="1834"/>
                    </a:cubicBezTo>
                    <a:cubicBezTo>
                      <a:pt x="3263" y="1655"/>
                      <a:pt x="2953" y="1310"/>
                      <a:pt x="2656" y="1036"/>
                    </a:cubicBezTo>
                    <a:cubicBezTo>
                      <a:pt x="2358" y="762"/>
                      <a:pt x="2084" y="476"/>
                      <a:pt x="1810" y="179"/>
                    </a:cubicBezTo>
                    <a:cubicBezTo>
                      <a:pt x="1227" y="143"/>
                      <a:pt x="608" y="95"/>
                      <a:pt x="1" y="0"/>
                    </a:cubicBezTo>
                    <a:close/>
                    <a:moveTo>
                      <a:pt x="3690" y="1846"/>
                    </a:moveTo>
                    <a:cubicBezTo>
                      <a:pt x="3691" y="1846"/>
                      <a:pt x="3691" y="1846"/>
                      <a:pt x="3692" y="1846"/>
                    </a:cubicBezTo>
                    <a:cubicBezTo>
                      <a:pt x="3691" y="1846"/>
                      <a:pt x="3691" y="1846"/>
                      <a:pt x="3690" y="1846"/>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1" name="Google Shape;571;p19"/>
              <p:cNvSpPr/>
              <p:nvPr/>
            </p:nvSpPr>
            <p:spPr>
              <a:xfrm>
                <a:off x="2958149" y="1492155"/>
                <a:ext cx="86562" cy="53391"/>
              </a:xfrm>
              <a:custGeom>
                <a:rect b="b" l="l" r="r" t="t"/>
                <a:pathLst>
                  <a:path extrusionOk="0" h="2358" w="3823">
                    <a:moveTo>
                      <a:pt x="0" y="1"/>
                    </a:moveTo>
                    <a:lnTo>
                      <a:pt x="0" y="1"/>
                    </a:lnTo>
                    <a:cubicBezTo>
                      <a:pt x="524" y="691"/>
                      <a:pt x="1132" y="1310"/>
                      <a:pt x="1917" y="1739"/>
                    </a:cubicBezTo>
                    <a:cubicBezTo>
                      <a:pt x="2513" y="2060"/>
                      <a:pt x="3168" y="2239"/>
                      <a:pt x="3822" y="2358"/>
                    </a:cubicBezTo>
                    <a:cubicBezTo>
                      <a:pt x="3513" y="2108"/>
                      <a:pt x="3227" y="1810"/>
                      <a:pt x="2918" y="1560"/>
                    </a:cubicBezTo>
                    <a:cubicBezTo>
                      <a:pt x="2489" y="1215"/>
                      <a:pt x="2048" y="882"/>
                      <a:pt x="1596" y="560"/>
                    </a:cubicBezTo>
                    <a:cubicBezTo>
                      <a:pt x="1024" y="429"/>
                      <a:pt x="465" y="251"/>
                      <a:pt x="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72" name="Google Shape;572;p19"/>
            <p:cNvSpPr/>
            <p:nvPr/>
          </p:nvSpPr>
          <p:spPr>
            <a:xfrm flipH="1">
              <a:off x="6512638" y="1718897"/>
              <a:ext cx="211603" cy="3382327"/>
            </a:xfrm>
            <a:custGeom>
              <a:rect b="b" l="l" r="r" t="t"/>
              <a:pathLst>
                <a:path extrusionOk="0" h="38399" w="2406">
                  <a:moveTo>
                    <a:pt x="638" y="0"/>
                  </a:moveTo>
                  <a:cubicBezTo>
                    <a:pt x="347" y="0"/>
                    <a:pt x="66" y="194"/>
                    <a:pt x="60" y="590"/>
                  </a:cubicBezTo>
                  <a:cubicBezTo>
                    <a:pt x="0" y="5745"/>
                    <a:pt x="453" y="10960"/>
                    <a:pt x="679" y="16115"/>
                  </a:cubicBezTo>
                  <a:cubicBezTo>
                    <a:pt x="881" y="21068"/>
                    <a:pt x="476" y="33165"/>
                    <a:pt x="1203" y="38070"/>
                  </a:cubicBezTo>
                  <a:cubicBezTo>
                    <a:pt x="1233" y="38300"/>
                    <a:pt x="1395" y="38398"/>
                    <a:pt x="1572" y="38398"/>
                  </a:cubicBezTo>
                  <a:cubicBezTo>
                    <a:pt x="1808" y="38398"/>
                    <a:pt x="2070" y="38223"/>
                    <a:pt x="2084" y="37951"/>
                  </a:cubicBezTo>
                  <a:cubicBezTo>
                    <a:pt x="2405" y="32939"/>
                    <a:pt x="2131" y="20794"/>
                    <a:pt x="1929" y="15770"/>
                  </a:cubicBezTo>
                  <a:cubicBezTo>
                    <a:pt x="1726" y="10734"/>
                    <a:pt x="1750" y="5614"/>
                    <a:pt x="1274" y="590"/>
                  </a:cubicBezTo>
                  <a:cubicBezTo>
                    <a:pt x="1238" y="200"/>
                    <a:pt x="933" y="0"/>
                    <a:pt x="638"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73" name="Google Shape;573;p19"/>
          <p:cNvGrpSpPr/>
          <p:nvPr/>
        </p:nvGrpSpPr>
        <p:grpSpPr>
          <a:xfrm>
            <a:off x="5960931" y="4865413"/>
            <a:ext cx="1720807" cy="1676971"/>
            <a:chOff x="3739385" y="2929098"/>
            <a:chExt cx="1720807" cy="1676971"/>
          </a:xfrm>
        </p:grpSpPr>
        <p:sp>
          <p:nvSpPr>
            <p:cNvPr id="574" name="Google Shape;574;p19"/>
            <p:cNvSpPr/>
            <p:nvPr/>
          </p:nvSpPr>
          <p:spPr>
            <a:xfrm>
              <a:off x="3739385" y="2929098"/>
              <a:ext cx="1720807" cy="1676971"/>
            </a:xfrm>
            <a:custGeom>
              <a:rect b="b" l="l" r="r" t="t"/>
              <a:pathLst>
                <a:path extrusionOk="0" h="74063" w="75999">
                  <a:moveTo>
                    <a:pt x="42853" y="618"/>
                  </a:moveTo>
                  <a:cubicBezTo>
                    <a:pt x="51028" y="618"/>
                    <a:pt x="59239" y="1629"/>
                    <a:pt x="66712" y="5128"/>
                  </a:cubicBezTo>
                  <a:cubicBezTo>
                    <a:pt x="57170" y="8060"/>
                    <a:pt x="47324" y="9482"/>
                    <a:pt x="37467" y="9482"/>
                  </a:cubicBezTo>
                  <a:cubicBezTo>
                    <a:pt x="27830" y="9482"/>
                    <a:pt x="18182" y="8123"/>
                    <a:pt x="8800" y="5485"/>
                  </a:cubicBezTo>
                  <a:cubicBezTo>
                    <a:pt x="18325" y="2080"/>
                    <a:pt x="28278" y="1104"/>
                    <a:pt x="38351" y="711"/>
                  </a:cubicBezTo>
                  <a:cubicBezTo>
                    <a:pt x="39847" y="652"/>
                    <a:pt x="41349" y="618"/>
                    <a:pt x="42853" y="618"/>
                  </a:cubicBezTo>
                  <a:close/>
                  <a:moveTo>
                    <a:pt x="67212" y="5616"/>
                  </a:moveTo>
                  <a:cubicBezTo>
                    <a:pt x="67390" y="11343"/>
                    <a:pt x="67581" y="17094"/>
                    <a:pt x="67712" y="22833"/>
                  </a:cubicBezTo>
                  <a:cubicBezTo>
                    <a:pt x="67759" y="22833"/>
                    <a:pt x="67819" y="22821"/>
                    <a:pt x="67866" y="22821"/>
                  </a:cubicBezTo>
                  <a:cubicBezTo>
                    <a:pt x="67899" y="22861"/>
                    <a:pt x="67947" y="22891"/>
                    <a:pt x="68001" y="22891"/>
                  </a:cubicBezTo>
                  <a:cubicBezTo>
                    <a:pt x="68027" y="22891"/>
                    <a:pt x="68054" y="22884"/>
                    <a:pt x="68081" y="22869"/>
                  </a:cubicBezTo>
                  <a:cubicBezTo>
                    <a:pt x="68140" y="22845"/>
                    <a:pt x="68188" y="22821"/>
                    <a:pt x="68236" y="22785"/>
                  </a:cubicBezTo>
                  <a:lnTo>
                    <a:pt x="68247" y="22785"/>
                  </a:lnTo>
                  <a:cubicBezTo>
                    <a:pt x="68913" y="22414"/>
                    <a:pt x="69616" y="22240"/>
                    <a:pt x="70308" y="22240"/>
                  </a:cubicBezTo>
                  <a:cubicBezTo>
                    <a:pt x="71745" y="22240"/>
                    <a:pt x="73134" y="22991"/>
                    <a:pt x="74034" y="24285"/>
                  </a:cubicBezTo>
                  <a:cubicBezTo>
                    <a:pt x="75224" y="26012"/>
                    <a:pt x="75391" y="28203"/>
                    <a:pt x="75189" y="30239"/>
                  </a:cubicBezTo>
                  <a:cubicBezTo>
                    <a:pt x="74986" y="32179"/>
                    <a:pt x="74665" y="34370"/>
                    <a:pt x="73046" y="35656"/>
                  </a:cubicBezTo>
                  <a:cubicBezTo>
                    <a:pt x="71736" y="36704"/>
                    <a:pt x="70081" y="37061"/>
                    <a:pt x="68486" y="37489"/>
                  </a:cubicBezTo>
                  <a:lnTo>
                    <a:pt x="68486" y="37227"/>
                  </a:lnTo>
                  <a:cubicBezTo>
                    <a:pt x="68283" y="37287"/>
                    <a:pt x="68081" y="37311"/>
                    <a:pt x="67866" y="37323"/>
                  </a:cubicBezTo>
                  <a:cubicBezTo>
                    <a:pt x="67855" y="38775"/>
                    <a:pt x="67843" y="40228"/>
                    <a:pt x="67819" y="41680"/>
                  </a:cubicBezTo>
                  <a:cubicBezTo>
                    <a:pt x="67712" y="47431"/>
                    <a:pt x="67378" y="53515"/>
                    <a:pt x="65271" y="58933"/>
                  </a:cubicBezTo>
                  <a:cubicBezTo>
                    <a:pt x="63294" y="64016"/>
                    <a:pt x="58949" y="67684"/>
                    <a:pt x="54150" y="70053"/>
                  </a:cubicBezTo>
                  <a:cubicBezTo>
                    <a:pt x="49411" y="72397"/>
                    <a:pt x="44153" y="73446"/>
                    <a:pt x="38871" y="73446"/>
                  </a:cubicBezTo>
                  <a:cubicBezTo>
                    <a:pt x="34282" y="73446"/>
                    <a:pt x="29674" y="72654"/>
                    <a:pt x="25373" y="71232"/>
                  </a:cubicBezTo>
                  <a:cubicBezTo>
                    <a:pt x="20146" y="69505"/>
                    <a:pt x="15134" y="66826"/>
                    <a:pt x="11978" y="62171"/>
                  </a:cubicBezTo>
                  <a:cubicBezTo>
                    <a:pt x="8883" y="57587"/>
                    <a:pt x="7728" y="52003"/>
                    <a:pt x="7478" y="46562"/>
                  </a:cubicBezTo>
                  <a:cubicBezTo>
                    <a:pt x="7347" y="43573"/>
                    <a:pt x="7395" y="40573"/>
                    <a:pt x="7526" y="37561"/>
                  </a:cubicBezTo>
                  <a:lnTo>
                    <a:pt x="7526" y="37561"/>
                  </a:lnTo>
                  <a:cubicBezTo>
                    <a:pt x="7458" y="37569"/>
                    <a:pt x="7385" y="37578"/>
                    <a:pt x="7314" y="37578"/>
                  </a:cubicBezTo>
                  <a:cubicBezTo>
                    <a:pt x="7285" y="37578"/>
                    <a:pt x="7256" y="37576"/>
                    <a:pt x="7228" y="37573"/>
                  </a:cubicBezTo>
                  <a:cubicBezTo>
                    <a:pt x="7276" y="37430"/>
                    <a:pt x="7228" y="37239"/>
                    <a:pt x="7037" y="37180"/>
                  </a:cubicBezTo>
                  <a:cubicBezTo>
                    <a:pt x="3680" y="36180"/>
                    <a:pt x="1120" y="33382"/>
                    <a:pt x="775" y="29834"/>
                  </a:cubicBezTo>
                  <a:cubicBezTo>
                    <a:pt x="416" y="26264"/>
                    <a:pt x="2399" y="22272"/>
                    <a:pt x="6043" y="22272"/>
                  </a:cubicBezTo>
                  <a:cubicBezTo>
                    <a:pt x="6506" y="22272"/>
                    <a:pt x="6997" y="22337"/>
                    <a:pt x="7514" y="22476"/>
                  </a:cubicBezTo>
                  <a:cubicBezTo>
                    <a:pt x="7539" y="22482"/>
                    <a:pt x="7563" y="22485"/>
                    <a:pt x="7586" y="22485"/>
                  </a:cubicBezTo>
                  <a:cubicBezTo>
                    <a:pt x="7689" y="22485"/>
                    <a:pt x="7760" y="22423"/>
                    <a:pt x="7799" y="22345"/>
                  </a:cubicBezTo>
                  <a:cubicBezTo>
                    <a:pt x="7918" y="22345"/>
                    <a:pt x="8038" y="22357"/>
                    <a:pt x="8168" y="22380"/>
                  </a:cubicBezTo>
                  <a:cubicBezTo>
                    <a:pt x="8299" y="16820"/>
                    <a:pt x="8371" y="11260"/>
                    <a:pt x="8157" y="5712"/>
                  </a:cubicBezTo>
                  <a:cubicBezTo>
                    <a:pt x="8204" y="5688"/>
                    <a:pt x="8252" y="5676"/>
                    <a:pt x="8299" y="5664"/>
                  </a:cubicBezTo>
                  <a:cubicBezTo>
                    <a:pt x="8323" y="5700"/>
                    <a:pt x="8347" y="5736"/>
                    <a:pt x="8407" y="5747"/>
                  </a:cubicBezTo>
                  <a:cubicBezTo>
                    <a:pt x="17731" y="8725"/>
                    <a:pt x="27506" y="10170"/>
                    <a:pt x="37289" y="10170"/>
                  </a:cubicBezTo>
                  <a:cubicBezTo>
                    <a:pt x="47419" y="10170"/>
                    <a:pt x="57557" y="8621"/>
                    <a:pt x="67212" y="5616"/>
                  </a:cubicBezTo>
                  <a:close/>
                  <a:moveTo>
                    <a:pt x="42770" y="0"/>
                  </a:moveTo>
                  <a:cubicBezTo>
                    <a:pt x="41494" y="0"/>
                    <a:pt x="40218" y="25"/>
                    <a:pt x="38946" y="68"/>
                  </a:cubicBezTo>
                  <a:cubicBezTo>
                    <a:pt x="28504" y="437"/>
                    <a:pt x="17753" y="1211"/>
                    <a:pt x="8026" y="5283"/>
                  </a:cubicBezTo>
                  <a:cubicBezTo>
                    <a:pt x="8002" y="5295"/>
                    <a:pt x="8002" y="5307"/>
                    <a:pt x="7990" y="5307"/>
                  </a:cubicBezTo>
                  <a:cubicBezTo>
                    <a:pt x="7972" y="5304"/>
                    <a:pt x="7953" y="5302"/>
                    <a:pt x="7934" y="5302"/>
                  </a:cubicBezTo>
                  <a:cubicBezTo>
                    <a:pt x="7819" y="5302"/>
                    <a:pt x="7704" y="5366"/>
                    <a:pt x="7704" y="5509"/>
                  </a:cubicBezTo>
                  <a:cubicBezTo>
                    <a:pt x="7657" y="10998"/>
                    <a:pt x="7680" y="16487"/>
                    <a:pt x="7585" y="21976"/>
                  </a:cubicBezTo>
                  <a:cubicBezTo>
                    <a:pt x="6960" y="21753"/>
                    <a:pt x="6364" y="21650"/>
                    <a:pt x="5800" y="21650"/>
                  </a:cubicBezTo>
                  <a:cubicBezTo>
                    <a:pt x="2420" y="21650"/>
                    <a:pt x="212" y="25327"/>
                    <a:pt x="120" y="28715"/>
                  </a:cubicBezTo>
                  <a:cubicBezTo>
                    <a:pt x="1" y="32965"/>
                    <a:pt x="2858" y="36573"/>
                    <a:pt x="6883" y="37763"/>
                  </a:cubicBezTo>
                  <a:lnTo>
                    <a:pt x="6918" y="37763"/>
                  </a:lnTo>
                  <a:cubicBezTo>
                    <a:pt x="6823" y="40144"/>
                    <a:pt x="6775" y="42514"/>
                    <a:pt x="6823" y="44883"/>
                  </a:cubicBezTo>
                  <a:cubicBezTo>
                    <a:pt x="6918" y="50277"/>
                    <a:pt x="7728" y="55777"/>
                    <a:pt x="10312" y="60576"/>
                  </a:cubicBezTo>
                  <a:cubicBezTo>
                    <a:pt x="12824" y="65267"/>
                    <a:pt x="16908" y="68434"/>
                    <a:pt x="21742" y="70505"/>
                  </a:cubicBezTo>
                  <a:cubicBezTo>
                    <a:pt x="27044" y="72789"/>
                    <a:pt x="32924" y="74063"/>
                    <a:pt x="38771" y="74063"/>
                  </a:cubicBezTo>
                  <a:cubicBezTo>
                    <a:pt x="42863" y="74063"/>
                    <a:pt x="46940" y="73439"/>
                    <a:pt x="50793" y="72101"/>
                  </a:cubicBezTo>
                  <a:cubicBezTo>
                    <a:pt x="55282" y="70553"/>
                    <a:pt x="59627" y="67957"/>
                    <a:pt x="62747" y="64326"/>
                  </a:cubicBezTo>
                  <a:cubicBezTo>
                    <a:pt x="66247" y="60254"/>
                    <a:pt x="67354" y="54813"/>
                    <a:pt x="67950" y="49610"/>
                  </a:cubicBezTo>
                  <a:cubicBezTo>
                    <a:pt x="68390" y="45788"/>
                    <a:pt x="68497" y="41930"/>
                    <a:pt x="68486" y="38085"/>
                  </a:cubicBezTo>
                  <a:cubicBezTo>
                    <a:pt x="68490" y="38081"/>
                    <a:pt x="68492" y="38079"/>
                    <a:pt x="68494" y="38079"/>
                  </a:cubicBezTo>
                  <a:cubicBezTo>
                    <a:pt x="68497" y="38079"/>
                    <a:pt x="68497" y="38085"/>
                    <a:pt x="68497" y="38085"/>
                  </a:cubicBezTo>
                  <a:cubicBezTo>
                    <a:pt x="70605" y="37680"/>
                    <a:pt x="73081" y="36977"/>
                    <a:pt x="74415" y="35144"/>
                  </a:cubicBezTo>
                  <a:cubicBezTo>
                    <a:pt x="75760" y="33287"/>
                    <a:pt x="75998" y="30191"/>
                    <a:pt x="75844" y="27976"/>
                  </a:cubicBezTo>
                  <a:cubicBezTo>
                    <a:pt x="75635" y="25088"/>
                    <a:pt x="73318" y="21624"/>
                    <a:pt x="70473" y="21624"/>
                  </a:cubicBezTo>
                  <a:cubicBezTo>
                    <a:pt x="69753" y="21624"/>
                    <a:pt x="68998" y="21846"/>
                    <a:pt x="68236" y="22357"/>
                  </a:cubicBezTo>
                  <a:cubicBezTo>
                    <a:pt x="68116" y="16654"/>
                    <a:pt x="67974" y="10950"/>
                    <a:pt x="67795" y="5259"/>
                  </a:cubicBezTo>
                  <a:cubicBezTo>
                    <a:pt x="67795" y="5176"/>
                    <a:pt x="67759" y="5116"/>
                    <a:pt x="67724" y="5069"/>
                  </a:cubicBezTo>
                  <a:cubicBezTo>
                    <a:pt x="67712" y="5045"/>
                    <a:pt x="67688" y="5021"/>
                    <a:pt x="67664" y="4997"/>
                  </a:cubicBezTo>
                  <a:cubicBezTo>
                    <a:pt x="67652" y="4926"/>
                    <a:pt x="67604" y="4866"/>
                    <a:pt x="67521" y="4831"/>
                  </a:cubicBezTo>
                  <a:cubicBezTo>
                    <a:pt x="59789" y="1084"/>
                    <a:pt x="51264" y="0"/>
                    <a:pt x="42770"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75" name="Google Shape;575;p19"/>
            <p:cNvGrpSpPr/>
            <p:nvPr/>
          </p:nvGrpSpPr>
          <p:grpSpPr>
            <a:xfrm>
              <a:off x="3748782" y="3056255"/>
              <a:ext cx="1697667" cy="1535863"/>
              <a:chOff x="3748782" y="3056255"/>
              <a:chExt cx="1697667" cy="1535863"/>
            </a:xfrm>
          </p:grpSpPr>
          <p:sp>
            <p:nvSpPr>
              <p:cNvPr id="576" name="Google Shape;576;p19"/>
              <p:cNvSpPr/>
              <p:nvPr/>
            </p:nvSpPr>
            <p:spPr>
              <a:xfrm>
                <a:off x="3748782" y="3056255"/>
                <a:ext cx="1697667" cy="1535863"/>
              </a:xfrm>
              <a:custGeom>
                <a:rect b="b" l="l" r="r" t="t"/>
                <a:pathLst>
                  <a:path extrusionOk="0" h="67831" w="74977">
                    <a:moveTo>
                      <a:pt x="71869" y="21991"/>
                    </a:moveTo>
                    <a:cubicBezTo>
                      <a:pt x="72023" y="21991"/>
                      <a:pt x="72059" y="22241"/>
                      <a:pt x="71904" y="22265"/>
                    </a:cubicBezTo>
                    <a:cubicBezTo>
                      <a:pt x="71261" y="22372"/>
                      <a:pt x="70642" y="22658"/>
                      <a:pt x="70154" y="23099"/>
                    </a:cubicBezTo>
                    <a:cubicBezTo>
                      <a:pt x="69678" y="23551"/>
                      <a:pt x="69475" y="24075"/>
                      <a:pt x="69178" y="24646"/>
                    </a:cubicBezTo>
                    <a:cubicBezTo>
                      <a:pt x="69140" y="24726"/>
                      <a:pt x="69063" y="24761"/>
                      <a:pt x="68983" y="24761"/>
                    </a:cubicBezTo>
                    <a:cubicBezTo>
                      <a:pt x="68861" y="24761"/>
                      <a:pt x="68735" y="24677"/>
                      <a:pt x="68749" y="24539"/>
                    </a:cubicBezTo>
                    <a:cubicBezTo>
                      <a:pt x="68892" y="23063"/>
                      <a:pt x="70511" y="22039"/>
                      <a:pt x="71869" y="21991"/>
                    </a:cubicBezTo>
                    <a:close/>
                    <a:moveTo>
                      <a:pt x="69135" y="19108"/>
                    </a:moveTo>
                    <a:cubicBezTo>
                      <a:pt x="71555" y="19108"/>
                      <a:pt x="73412" y="21687"/>
                      <a:pt x="73095" y="24134"/>
                    </a:cubicBezTo>
                    <a:cubicBezTo>
                      <a:pt x="72869" y="25789"/>
                      <a:pt x="71869" y="27361"/>
                      <a:pt x="70607" y="28421"/>
                    </a:cubicBezTo>
                    <a:cubicBezTo>
                      <a:pt x="70285" y="28683"/>
                      <a:pt x="69884" y="28924"/>
                      <a:pt x="69549" y="28924"/>
                    </a:cubicBezTo>
                    <a:cubicBezTo>
                      <a:pt x="69276" y="28924"/>
                      <a:pt x="69047" y="28764"/>
                      <a:pt x="68940" y="28325"/>
                    </a:cubicBezTo>
                    <a:cubicBezTo>
                      <a:pt x="68900" y="28160"/>
                      <a:pt x="69053" y="28026"/>
                      <a:pt x="69192" y="28026"/>
                    </a:cubicBezTo>
                    <a:cubicBezTo>
                      <a:pt x="69264" y="28026"/>
                      <a:pt x="69332" y="28062"/>
                      <a:pt x="69368" y="28147"/>
                    </a:cubicBezTo>
                    <a:cubicBezTo>
                      <a:pt x="69426" y="28275"/>
                      <a:pt x="69514" y="28331"/>
                      <a:pt x="69623" y="28331"/>
                    </a:cubicBezTo>
                    <a:cubicBezTo>
                      <a:pt x="70342" y="28331"/>
                      <a:pt x="71979" y="25908"/>
                      <a:pt x="71976" y="25908"/>
                    </a:cubicBezTo>
                    <a:lnTo>
                      <a:pt x="71976" y="25908"/>
                    </a:lnTo>
                    <a:cubicBezTo>
                      <a:pt x="71976" y="25908"/>
                      <a:pt x="71976" y="25908"/>
                      <a:pt x="71976" y="25908"/>
                    </a:cubicBezTo>
                    <a:cubicBezTo>
                      <a:pt x="72416" y="25075"/>
                      <a:pt x="72678" y="24087"/>
                      <a:pt x="72631" y="23134"/>
                    </a:cubicBezTo>
                    <a:cubicBezTo>
                      <a:pt x="72517" y="21135"/>
                      <a:pt x="70807" y="19537"/>
                      <a:pt x="68898" y="19537"/>
                    </a:cubicBezTo>
                    <a:cubicBezTo>
                      <a:pt x="68602" y="19537"/>
                      <a:pt x="68300" y="19576"/>
                      <a:pt x="67999" y="19658"/>
                    </a:cubicBezTo>
                    <a:cubicBezTo>
                      <a:pt x="67984" y="19661"/>
                      <a:pt x="67969" y="19663"/>
                      <a:pt x="67956" y="19663"/>
                    </a:cubicBezTo>
                    <a:cubicBezTo>
                      <a:pt x="67776" y="19663"/>
                      <a:pt x="67728" y="19391"/>
                      <a:pt x="67916" y="19324"/>
                    </a:cubicBezTo>
                    <a:cubicBezTo>
                      <a:pt x="68332" y="19176"/>
                      <a:pt x="68741" y="19108"/>
                      <a:pt x="69135" y="19108"/>
                    </a:cubicBezTo>
                    <a:close/>
                    <a:moveTo>
                      <a:pt x="5580" y="17863"/>
                    </a:moveTo>
                    <a:cubicBezTo>
                      <a:pt x="5820" y="17863"/>
                      <a:pt x="5991" y="18209"/>
                      <a:pt x="5729" y="18324"/>
                    </a:cubicBezTo>
                    <a:cubicBezTo>
                      <a:pt x="4717" y="18788"/>
                      <a:pt x="3884" y="19550"/>
                      <a:pt x="3324" y="20467"/>
                    </a:cubicBezTo>
                    <a:cubicBezTo>
                      <a:pt x="4229" y="20848"/>
                      <a:pt x="5146" y="21753"/>
                      <a:pt x="5206" y="22729"/>
                    </a:cubicBezTo>
                    <a:cubicBezTo>
                      <a:pt x="5213" y="22870"/>
                      <a:pt x="5083" y="22959"/>
                      <a:pt x="4961" y="22959"/>
                    </a:cubicBezTo>
                    <a:cubicBezTo>
                      <a:pt x="4886" y="22959"/>
                      <a:pt x="4813" y="22926"/>
                      <a:pt x="4777" y="22848"/>
                    </a:cubicBezTo>
                    <a:cubicBezTo>
                      <a:pt x="4563" y="22384"/>
                      <a:pt x="4467" y="21932"/>
                      <a:pt x="4110" y="21527"/>
                    </a:cubicBezTo>
                    <a:cubicBezTo>
                      <a:pt x="3836" y="21217"/>
                      <a:pt x="3503" y="20979"/>
                      <a:pt x="3146" y="20801"/>
                    </a:cubicBezTo>
                    <a:cubicBezTo>
                      <a:pt x="2717" y="21634"/>
                      <a:pt x="2503" y="22598"/>
                      <a:pt x="2574" y="23599"/>
                    </a:cubicBezTo>
                    <a:cubicBezTo>
                      <a:pt x="2765" y="26182"/>
                      <a:pt x="4753" y="28111"/>
                      <a:pt x="7027" y="29075"/>
                    </a:cubicBezTo>
                    <a:cubicBezTo>
                      <a:pt x="7239" y="29160"/>
                      <a:pt x="7187" y="29472"/>
                      <a:pt x="6996" y="29472"/>
                    </a:cubicBezTo>
                    <a:cubicBezTo>
                      <a:pt x="6973" y="29472"/>
                      <a:pt x="6947" y="29467"/>
                      <a:pt x="6920" y="29456"/>
                    </a:cubicBezTo>
                    <a:cubicBezTo>
                      <a:pt x="4527" y="28635"/>
                      <a:pt x="2503" y="26623"/>
                      <a:pt x="2122" y="24051"/>
                    </a:cubicBezTo>
                    <a:cubicBezTo>
                      <a:pt x="1931" y="22825"/>
                      <a:pt x="2158" y="21586"/>
                      <a:pt x="2705" y="20527"/>
                    </a:cubicBezTo>
                    <a:cubicBezTo>
                      <a:pt x="2693" y="20443"/>
                      <a:pt x="2729" y="20348"/>
                      <a:pt x="2812" y="20324"/>
                    </a:cubicBezTo>
                    <a:cubicBezTo>
                      <a:pt x="3408" y="19265"/>
                      <a:pt x="4324" y="18396"/>
                      <a:pt x="5479" y="17884"/>
                    </a:cubicBezTo>
                    <a:cubicBezTo>
                      <a:pt x="5514" y="17869"/>
                      <a:pt x="5547" y="17863"/>
                      <a:pt x="5580" y="17863"/>
                    </a:cubicBezTo>
                    <a:close/>
                    <a:moveTo>
                      <a:pt x="21710" y="22925"/>
                    </a:moveTo>
                    <a:cubicBezTo>
                      <a:pt x="21844" y="22925"/>
                      <a:pt x="21958" y="23104"/>
                      <a:pt x="21839" y="23241"/>
                    </a:cubicBezTo>
                    <a:cubicBezTo>
                      <a:pt x="20922" y="24301"/>
                      <a:pt x="19815" y="25611"/>
                      <a:pt x="19957" y="27111"/>
                    </a:cubicBezTo>
                    <a:cubicBezTo>
                      <a:pt x="20017" y="27813"/>
                      <a:pt x="20636" y="28992"/>
                      <a:pt x="21493" y="29064"/>
                    </a:cubicBezTo>
                    <a:cubicBezTo>
                      <a:pt x="21529" y="29040"/>
                      <a:pt x="21577" y="29028"/>
                      <a:pt x="21612" y="29016"/>
                    </a:cubicBezTo>
                    <a:cubicBezTo>
                      <a:pt x="21339" y="28980"/>
                      <a:pt x="21065" y="28849"/>
                      <a:pt x="20862" y="28611"/>
                    </a:cubicBezTo>
                    <a:cubicBezTo>
                      <a:pt x="20231" y="27861"/>
                      <a:pt x="20577" y="26587"/>
                      <a:pt x="21517" y="26277"/>
                    </a:cubicBezTo>
                    <a:cubicBezTo>
                      <a:pt x="21725" y="26210"/>
                      <a:pt x="21918" y="26178"/>
                      <a:pt x="22096" y="26178"/>
                    </a:cubicBezTo>
                    <a:cubicBezTo>
                      <a:pt x="23983" y="26178"/>
                      <a:pt x="24137" y="29679"/>
                      <a:pt x="21835" y="29679"/>
                    </a:cubicBezTo>
                    <a:cubicBezTo>
                      <a:pt x="21771" y="29679"/>
                      <a:pt x="21705" y="29676"/>
                      <a:pt x="21636" y="29671"/>
                    </a:cubicBezTo>
                    <a:cubicBezTo>
                      <a:pt x="20410" y="29576"/>
                      <a:pt x="19457" y="28313"/>
                      <a:pt x="19374" y="27147"/>
                    </a:cubicBezTo>
                    <a:cubicBezTo>
                      <a:pt x="19243" y="25468"/>
                      <a:pt x="20505" y="24087"/>
                      <a:pt x="21589" y="22979"/>
                    </a:cubicBezTo>
                    <a:cubicBezTo>
                      <a:pt x="21627" y="22941"/>
                      <a:pt x="21669" y="22925"/>
                      <a:pt x="21710" y="22925"/>
                    </a:cubicBezTo>
                    <a:close/>
                    <a:moveTo>
                      <a:pt x="56200" y="21326"/>
                    </a:moveTo>
                    <a:cubicBezTo>
                      <a:pt x="56245" y="21326"/>
                      <a:pt x="56290" y="21343"/>
                      <a:pt x="56331" y="21384"/>
                    </a:cubicBezTo>
                    <a:cubicBezTo>
                      <a:pt x="58010" y="23158"/>
                      <a:pt x="59581" y="26242"/>
                      <a:pt x="57629" y="28278"/>
                    </a:cubicBezTo>
                    <a:cubicBezTo>
                      <a:pt x="57514" y="29269"/>
                      <a:pt x="56414" y="29943"/>
                      <a:pt x="55396" y="29943"/>
                    </a:cubicBezTo>
                    <a:cubicBezTo>
                      <a:pt x="54825" y="29943"/>
                      <a:pt x="54279" y="29730"/>
                      <a:pt x="53950" y="29242"/>
                    </a:cubicBezTo>
                    <a:cubicBezTo>
                      <a:pt x="53831" y="29075"/>
                      <a:pt x="53759" y="28909"/>
                      <a:pt x="53712" y="28766"/>
                    </a:cubicBezTo>
                    <a:cubicBezTo>
                      <a:pt x="53604" y="28563"/>
                      <a:pt x="53581" y="28337"/>
                      <a:pt x="53664" y="28087"/>
                    </a:cubicBezTo>
                    <a:cubicBezTo>
                      <a:pt x="53533" y="27659"/>
                      <a:pt x="53616" y="27170"/>
                      <a:pt x="53985" y="26766"/>
                    </a:cubicBezTo>
                    <a:cubicBezTo>
                      <a:pt x="54336" y="26366"/>
                      <a:pt x="54807" y="26198"/>
                      <a:pt x="55279" y="26198"/>
                    </a:cubicBezTo>
                    <a:cubicBezTo>
                      <a:pt x="55721" y="26198"/>
                      <a:pt x="56164" y="26345"/>
                      <a:pt x="56510" y="26587"/>
                    </a:cubicBezTo>
                    <a:cubicBezTo>
                      <a:pt x="56831" y="26694"/>
                      <a:pt x="57117" y="26873"/>
                      <a:pt x="57283" y="27135"/>
                    </a:cubicBezTo>
                    <a:cubicBezTo>
                      <a:pt x="57367" y="27230"/>
                      <a:pt x="57438" y="27337"/>
                      <a:pt x="57498" y="27456"/>
                    </a:cubicBezTo>
                    <a:cubicBezTo>
                      <a:pt x="57510" y="27444"/>
                      <a:pt x="57522" y="27420"/>
                      <a:pt x="57534" y="27409"/>
                    </a:cubicBezTo>
                    <a:cubicBezTo>
                      <a:pt x="57974" y="26682"/>
                      <a:pt x="58081" y="25777"/>
                      <a:pt x="57903" y="24956"/>
                    </a:cubicBezTo>
                    <a:cubicBezTo>
                      <a:pt x="57629" y="23706"/>
                      <a:pt x="56855" y="22622"/>
                      <a:pt x="56045" y="21670"/>
                    </a:cubicBezTo>
                    <a:cubicBezTo>
                      <a:pt x="55917" y="21523"/>
                      <a:pt x="56050" y="21326"/>
                      <a:pt x="56200" y="21326"/>
                    </a:cubicBezTo>
                    <a:close/>
                    <a:moveTo>
                      <a:pt x="37741" y="15532"/>
                    </a:moveTo>
                    <a:cubicBezTo>
                      <a:pt x="37802" y="15532"/>
                      <a:pt x="37864" y="15574"/>
                      <a:pt x="37876" y="15657"/>
                    </a:cubicBezTo>
                    <a:cubicBezTo>
                      <a:pt x="38198" y="19527"/>
                      <a:pt x="38103" y="23432"/>
                      <a:pt x="38150" y="27313"/>
                    </a:cubicBezTo>
                    <a:cubicBezTo>
                      <a:pt x="38210" y="31183"/>
                      <a:pt x="38448" y="35100"/>
                      <a:pt x="38245" y="38970"/>
                    </a:cubicBezTo>
                    <a:cubicBezTo>
                      <a:pt x="38239" y="39130"/>
                      <a:pt x="38117" y="39211"/>
                      <a:pt x="37994" y="39211"/>
                    </a:cubicBezTo>
                    <a:cubicBezTo>
                      <a:pt x="37870" y="39211"/>
                      <a:pt x="37745" y="39130"/>
                      <a:pt x="37733" y="38970"/>
                    </a:cubicBezTo>
                    <a:cubicBezTo>
                      <a:pt x="37460" y="35112"/>
                      <a:pt x="37614" y="31183"/>
                      <a:pt x="37579" y="27313"/>
                    </a:cubicBezTo>
                    <a:cubicBezTo>
                      <a:pt x="37543" y="23432"/>
                      <a:pt x="37364" y="19527"/>
                      <a:pt x="37614" y="15657"/>
                    </a:cubicBezTo>
                    <a:cubicBezTo>
                      <a:pt x="37620" y="15574"/>
                      <a:pt x="37680" y="15532"/>
                      <a:pt x="37741" y="15532"/>
                    </a:cubicBezTo>
                    <a:close/>
                    <a:moveTo>
                      <a:pt x="36945" y="38897"/>
                    </a:moveTo>
                    <a:cubicBezTo>
                      <a:pt x="37183" y="38897"/>
                      <a:pt x="37419" y="38917"/>
                      <a:pt x="37650" y="38958"/>
                    </a:cubicBezTo>
                    <a:cubicBezTo>
                      <a:pt x="37805" y="38993"/>
                      <a:pt x="37781" y="39220"/>
                      <a:pt x="37650" y="39255"/>
                    </a:cubicBezTo>
                    <a:cubicBezTo>
                      <a:pt x="36352" y="39672"/>
                      <a:pt x="35066" y="39601"/>
                      <a:pt x="33995" y="40601"/>
                    </a:cubicBezTo>
                    <a:cubicBezTo>
                      <a:pt x="32792" y="41720"/>
                      <a:pt x="32792" y="43411"/>
                      <a:pt x="33912" y="44565"/>
                    </a:cubicBezTo>
                    <a:cubicBezTo>
                      <a:pt x="34679" y="45354"/>
                      <a:pt x="35616" y="45689"/>
                      <a:pt x="36568" y="45689"/>
                    </a:cubicBezTo>
                    <a:cubicBezTo>
                      <a:pt x="37785" y="45689"/>
                      <a:pt x="39024" y="45140"/>
                      <a:pt x="39960" y="44292"/>
                    </a:cubicBezTo>
                    <a:cubicBezTo>
                      <a:pt x="40012" y="44242"/>
                      <a:pt x="40076" y="44221"/>
                      <a:pt x="40139" y="44221"/>
                    </a:cubicBezTo>
                    <a:cubicBezTo>
                      <a:pt x="40336" y="44221"/>
                      <a:pt x="40533" y="44424"/>
                      <a:pt x="40389" y="44613"/>
                    </a:cubicBezTo>
                    <a:cubicBezTo>
                      <a:pt x="39533" y="45742"/>
                      <a:pt x="38149" y="46305"/>
                      <a:pt x="36766" y="46305"/>
                    </a:cubicBezTo>
                    <a:cubicBezTo>
                      <a:pt x="35318" y="46305"/>
                      <a:pt x="33871" y="45688"/>
                      <a:pt x="33030" y="44458"/>
                    </a:cubicBezTo>
                    <a:cubicBezTo>
                      <a:pt x="31131" y="41647"/>
                      <a:pt x="34132" y="38897"/>
                      <a:pt x="36945" y="38897"/>
                    </a:cubicBezTo>
                    <a:close/>
                    <a:moveTo>
                      <a:pt x="55463" y="54482"/>
                    </a:moveTo>
                    <a:cubicBezTo>
                      <a:pt x="55683" y="54482"/>
                      <a:pt x="55878" y="54769"/>
                      <a:pt x="55676" y="54971"/>
                    </a:cubicBezTo>
                    <a:cubicBezTo>
                      <a:pt x="51344" y="59408"/>
                      <a:pt x="45271" y="61658"/>
                      <a:pt x="39121" y="61658"/>
                    </a:cubicBezTo>
                    <a:cubicBezTo>
                      <a:pt x="38917" y="61658"/>
                      <a:pt x="38712" y="61656"/>
                      <a:pt x="38507" y="61651"/>
                    </a:cubicBezTo>
                    <a:cubicBezTo>
                      <a:pt x="34793" y="61556"/>
                      <a:pt x="31125" y="60710"/>
                      <a:pt x="27685" y="59317"/>
                    </a:cubicBezTo>
                    <a:cubicBezTo>
                      <a:pt x="25815" y="58567"/>
                      <a:pt x="21850" y="57448"/>
                      <a:pt x="21708" y="54983"/>
                    </a:cubicBezTo>
                    <a:cubicBezTo>
                      <a:pt x="21701" y="54898"/>
                      <a:pt x="21774" y="54853"/>
                      <a:pt x="21842" y="54853"/>
                    </a:cubicBezTo>
                    <a:cubicBezTo>
                      <a:pt x="21899" y="54853"/>
                      <a:pt x="21952" y="54883"/>
                      <a:pt x="21958" y="54948"/>
                    </a:cubicBezTo>
                    <a:cubicBezTo>
                      <a:pt x="22220" y="56793"/>
                      <a:pt x="24958" y="57662"/>
                      <a:pt x="26434" y="58317"/>
                    </a:cubicBezTo>
                    <a:cubicBezTo>
                      <a:pt x="27923" y="58972"/>
                      <a:pt x="29447" y="59543"/>
                      <a:pt x="31006" y="59984"/>
                    </a:cubicBezTo>
                    <a:cubicBezTo>
                      <a:pt x="33612" y="60726"/>
                      <a:pt x="36322" y="61147"/>
                      <a:pt x="39035" y="61147"/>
                    </a:cubicBezTo>
                    <a:cubicBezTo>
                      <a:pt x="39371" y="61147"/>
                      <a:pt x="39707" y="61140"/>
                      <a:pt x="40043" y="61127"/>
                    </a:cubicBezTo>
                    <a:cubicBezTo>
                      <a:pt x="45734" y="60889"/>
                      <a:pt x="51271" y="58674"/>
                      <a:pt x="55271" y="54567"/>
                    </a:cubicBezTo>
                    <a:cubicBezTo>
                      <a:pt x="55331" y="54507"/>
                      <a:pt x="55398" y="54482"/>
                      <a:pt x="55463" y="54482"/>
                    </a:cubicBezTo>
                    <a:close/>
                    <a:moveTo>
                      <a:pt x="66797" y="0"/>
                    </a:moveTo>
                    <a:cubicBezTo>
                      <a:pt x="57142" y="3005"/>
                      <a:pt x="47004" y="4554"/>
                      <a:pt x="36874" y="4554"/>
                    </a:cubicBezTo>
                    <a:cubicBezTo>
                      <a:pt x="27091" y="4554"/>
                      <a:pt x="17316" y="3109"/>
                      <a:pt x="7992" y="131"/>
                    </a:cubicBezTo>
                    <a:cubicBezTo>
                      <a:pt x="7944" y="120"/>
                      <a:pt x="7908" y="84"/>
                      <a:pt x="7884" y="48"/>
                    </a:cubicBezTo>
                    <a:cubicBezTo>
                      <a:pt x="7837" y="60"/>
                      <a:pt x="7789" y="72"/>
                      <a:pt x="7742" y="96"/>
                    </a:cubicBezTo>
                    <a:cubicBezTo>
                      <a:pt x="7956" y="5644"/>
                      <a:pt x="7884" y="11204"/>
                      <a:pt x="7753" y="16764"/>
                    </a:cubicBezTo>
                    <a:cubicBezTo>
                      <a:pt x="7623" y="16741"/>
                      <a:pt x="7503" y="16729"/>
                      <a:pt x="7384" y="16729"/>
                    </a:cubicBezTo>
                    <a:cubicBezTo>
                      <a:pt x="7345" y="16807"/>
                      <a:pt x="7274" y="16869"/>
                      <a:pt x="7171" y="16869"/>
                    </a:cubicBezTo>
                    <a:cubicBezTo>
                      <a:pt x="7148" y="16869"/>
                      <a:pt x="7124" y="16866"/>
                      <a:pt x="7099" y="16860"/>
                    </a:cubicBezTo>
                    <a:cubicBezTo>
                      <a:pt x="6582" y="16721"/>
                      <a:pt x="6091" y="16656"/>
                      <a:pt x="5628" y="16656"/>
                    </a:cubicBezTo>
                    <a:cubicBezTo>
                      <a:pt x="1984" y="16656"/>
                      <a:pt x="1" y="20648"/>
                      <a:pt x="360" y="24218"/>
                    </a:cubicBezTo>
                    <a:cubicBezTo>
                      <a:pt x="717" y="27766"/>
                      <a:pt x="3265" y="30564"/>
                      <a:pt x="6622" y="31564"/>
                    </a:cubicBezTo>
                    <a:cubicBezTo>
                      <a:pt x="6813" y="31623"/>
                      <a:pt x="6861" y="31814"/>
                      <a:pt x="6813" y="31957"/>
                    </a:cubicBezTo>
                    <a:cubicBezTo>
                      <a:pt x="6841" y="31960"/>
                      <a:pt x="6870" y="31962"/>
                      <a:pt x="6899" y="31962"/>
                    </a:cubicBezTo>
                    <a:cubicBezTo>
                      <a:pt x="6970" y="31962"/>
                      <a:pt x="7043" y="31953"/>
                      <a:pt x="7111" y="31945"/>
                    </a:cubicBezTo>
                    <a:lnTo>
                      <a:pt x="7111" y="31945"/>
                    </a:lnTo>
                    <a:cubicBezTo>
                      <a:pt x="6980" y="34957"/>
                      <a:pt x="6932" y="37957"/>
                      <a:pt x="7063" y="40946"/>
                    </a:cubicBezTo>
                    <a:cubicBezTo>
                      <a:pt x="7313" y="46387"/>
                      <a:pt x="8468" y="51971"/>
                      <a:pt x="11563" y="56555"/>
                    </a:cubicBezTo>
                    <a:cubicBezTo>
                      <a:pt x="14719" y="61210"/>
                      <a:pt x="19731" y="63889"/>
                      <a:pt x="24958" y="65616"/>
                    </a:cubicBezTo>
                    <a:cubicBezTo>
                      <a:pt x="29259" y="67038"/>
                      <a:pt x="33867" y="67830"/>
                      <a:pt x="38456" y="67830"/>
                    </a:cubicBezTo>
                    <a:cubicBezTo>
                      <a:pt x="43738" y="67830"/>
                      <a:pt x="48996" y="66781"/>
                      <a:pt x="53735" y="64437"/>
                    </a:cubicBezTo>
                    <a:cubicBezTo>
                      <a:pt x="58534" y="62056"/>
                      <a:pt x="62879" y="58400"/>
                      <a:pt x="64856" y="53317"/>
                    </a:cubicBezTo>
                    <a:cubicBezTo>
                      <a:pt x="66963" y="47899"/>
                      <a:pt x="67297" y="41815"/>
                      <a:pt x="67404" y="36064"/>
                    </a:cubicBezTo>
                    <a:cubicBezTo>
                      <a:pt x="67428" y="34612"/>
                      <a:pt x="67440" y="33159"/>
                      <a:pt x="67451" y="31707"/>
                    </a:cubicBezTo>
                    <a:cubicBezTo>
                      <a:pt x="67666" y="31695"/>
                      <a:pt x="67868" y="31671"/>
                      <a:pt x="68071" y="31611"/>
                    </a:cubicBezTo>
                    <a:lnTo>
                      <a:pt x="68071" y="31873"/>
                    </a:lnTo>
                    <a:cubicBezTo>
                      <a:pt x="69666" y="31445"/>
                      <a:pt x="71321" y="31088"/>
                      <a:pt x="72631" y="30040"/>
                    </a:cubicBezTo>
                    <a:cubicBezTo>
                      <a:pt x="74250" y="28754"/>
                      <a:pt x="74571" y="26563"/>
                      <a:pt x="74774" y="24623"/>
                    </a:cubicBezTo>
                    <a:cubicBezTo>
                      <a:pt x="74976" y="22587"/>
                      <a:pt x="74809" y="20396"/>
                      <a:pt x="73619" y="18669"/>
                    </a:cubicBezTo>
                    <a:cubicBezTo>
                      <a:pt x="72719" y="17375"/>
                      <a:pt x="71330" y="16624"/>
                      <a:pt x="69893" y="16624"/>
                    </a:cubicBezTo>
                    <a:cubicBezTo>
                      <a:pt x="69201" y="16624"/>
                      <a:pt x="68498" y="16798"/>
                      <a:pt x="67832" y="17169"/>
                    </a:cubicBezTo>
                    <a:lnTo>
                      <a:pt x="67821" y="17169"/>
                    </a:lnTo>
                    <a:cubicBezTo>
                      <a:pt x="67773" y="17205"/>
                      <a:pt x="67725" y="17229"/>
                      <a:pt x="67666" y="17253"/>
                    </a:cubicBezTo>
                    <a:cubicBezTo>
                      <a:pt x="67639" y="17268"/>
                      <a:pt x="67612" y="17275"/>
                      <a:pt x="67586" y="17275"/>
                    </a:cubicBezTo>
                    <a:cubicBezTo>
                      <a:pt x="67532" y="17275"/>
                      <a:pt x="67484" y="17245"/>
                      <a:pt x="67451" y="17205"/>
                    </a:cubicBezTo>
                    <a:cubicBezTo>
                      <a:pt x="67404" y="17205"/>
                      <a:pt x="67344" y="17217"/>
                      <a:pt x="67297" y="17217"/>
                    </a:cubicBezTo>
                    <a:cubicBezTo>
                      <a:pt x="67166" y="11478"/>
                      <a:pt x="66975" y="5727"/>
                      <a:pt x="66797" y="0"/>
                    </a:cubicBezTo>
                    <a:close/>
                  </a:path>
                </a:pathLst>
              </a:custGeom>
              <a:solidFill>
                <a:srgbClr val="F2D7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7" name="Google Shape;577;p19"/>
              <p:cNvSpPr/>
              <p:nvPr/>
            </p:nvSpPr>
            <p:spPr>
              <a:xfrm>
                <a:off x="5282251" y="3488872"/>
                <a:ext cx="128745" cy="222281"/>
              </a:xfrm>
              <a:custGeom>
                <a:rect b="b" l="l" r="r" t="t"/>
                <a:pathLst>
                  <a:path extrusionOk="0" h="9817" w="5686">
                    <a:moveTo>
                      <a:pt x="1408" y="1"/>
                    </a:moveTo>
                    <a:cubicBezTo>
                      <a:pt x="1014" y="1"/>
                      <a:pt x="605" y="69"/>
                      <a:pt x="189" y="217"/>
                    </a:cubicBezTo>
                    <a:cubicBezTo>
                      <a:pt x="1" y="284"/>
                      <a:pt x="49" y="556"/>
                      <a:pt x="229" y="556"/>
                    </a:cubicBezTo>
                    <a:cubicBezTo>
                      <a:pt x="242" y="556"/>
                      <a:pt x="257" y="554"/>
                      <a:pt x="272" y="551"/>
                    </a:cubicBezTo>
                    <a:cubicBezTo>
                      <a:pt x="573" y="469"/>
                      <a:pt x="875" y="430"/>
                      <a:pt x="1171" y="430"/>
                    </a:cubicBezTo>
                    <a:cubicBezTo>
                      <a:pt x="3080" y="430"/>
                      <a:pt x="4790" y="2028"/>
                      <a:pt x="4904" y="4027"/>
                    </a:cubicBezTo>
                    <a:cubicBezTo>
                      <a:pt x="4951" y="4980"/>
                      <a:pt x="4689" y="5968"/>
                      <a:pt x="4249" y="6801"/>
                    </a:cubicBezTo>
                    <a:cubicBezTo>
                      <a:pt x="4249" y="6801"/>
                      <a:pt x="4249" y="6801"/>
                      <a:pt x="4249" y="6801"/>
                    </a:cubicBezTo>
                    <a:lnTo>
                      <a:pt x="4249" y="6801"/>
                    </a:lnTo>
                    <a:cubicBezTo>
                      <a:pt x="4252" y="6801"/>
                      <a:pt x="2615" y="9224"/>
                      <a:pt x="1896" y="9224"/>
                    </a:cubicBezTo>
                    <a:cubicBezTo>
                      <a:pt x="1787" y="9224"/>
                      <a:pt x="1699" y="9168"/>
                      <a:pt x="1641" y="9040"/>
                    </a:cubicBezTo>
                    <a:cubicBezTo>
                      <a:pt x="1605" y="8955"/>
                      <a:pt x="1537" y="8919"/>
                      <a:pt x="1465" y="8919"/>
                    </a:cubicBezTo>
                    <a:cubicBezTo>
                      <a:pt x="1326" y="8919"/>
                      <a:pt x="1173" y="9053"/>
                      <a:pt x="1213" y="9218"/>
                    </a:cubicBezTo>
                    <a:cubicBezTo>
                      <a:pt x="1320" y="9657"/>
                      <a:pt x="1549" y="9817"/>
                      <a:pt x="1822" y="9817"/>
                    </a:cubicBezTo>
                    <a:cubicBezTo>
                      <a:pt x="2157" y="9817"/>
                      <a:pt x="2558" y="9576"/>
                      <a:pt x="2880" y="9314"/>
                    </a:cubicBezTo>
                    <a:cubicBezTo>
                      <a:pt x="4142" y="8254"/>
                      <a:pt x="5142" y="6682"/>
                      <a:pt x="5368" y="5027"/>
                    </a:cubicBezTo>
                    <a:cubicBezTo>
                      <a:pt x="5685" y="2580"/>
                      <a:pt x="3828" y="1"/>
                      <a:pt x="1408" y="1"/>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8" name="Google Shape;578;p19"/>
              <p:cNvSpPr/>
              <p:nvPr/>
            </p:nvSpPr>
            <p:spPr>
              <a:xfrm>
                <a:off x="5305051" y="3554172"/>
                <a:ext cx="75309" cy="62742"/>
              </a:xfrm>
              <a:custGeom>
                <a:rect b="b" l="l" r="r" t="t"/>
                <a:pathLst>
                  <a:path extrusionOk="0" h="2771" w="3326">
                    <a:moveTo>
                      <a:pt x="3135" y="0"/>
                    </a:moveTo>
                    <a:cubicBezTo>
                      <a:pt x="1777" y="48"/>
                      <a:pt x="158" y="1072"/>
                      <a:pt x="15" y="2548"/>
                    </a:cubicBezTo>
                    <a:cubicBezTo>
                      <a:pt x="1" y="2686"/>
                      <a:pt x="127" y="2770"/>
                      <a:pt x="249" y="2770"/>
                    </a:cubicBezTo>
                    <a:cubicBezTo>
                      <a:pt x="329" y="2770"/>
                      <a:pt x="406" y="2735"/>
                      <a:pt x="444" y="2655"/>
                    </a:cubicBezTo>
                    <a:cubicBezTo>
                      <a:pt x="741" y="2084"/>
                      <a:pt x="944" y="1560"/>
                      <a:pt x="1420" y="1108"/>
                    </a:cubicBezTo>
                    <a:cubicBezTo>
                      <a:pt x="1908" y="667"/>
                      <a:pt x="2527" y="381"/>
                      <a:pt x="3170" y="274"/>
                    </a:cubicBezTo>
                    <a:cubicBezTo>
                      <a:pt x="3325" y="250"/>
                      <a:pt x="3289" y="0"/>
                      <a:pt x="3135"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9" name="Google Shape;579;p19"/>
              <p:cNvSpPr/>
              <p:nvPr/>
            </p:nvSpPr>
            <p:spPr>
              <a:xfrm>
                <a:off x="4960872" y="3539115"/>
                <a:ext cx="136964" cy="195110"/>
              </a:xfrm>
              <a:custGeom>
                <a:rect b="b" l="l" r="r" t="t"/>
                <a:pathLst>
                  <a:path extrusionOk="0" h="8617" w="6049">
                    <a:moveTo>
                      <a:pt x="2667" y="0"/>
                    </a:moveTo>
                    <a:cubicBezTo>
                      <a:pt x="2517" y="0"/>
                      <a:pt x="2384" y="197"/>
                      <a:pt x="2512" y="344"/>
                    </a:cubicBezTo>
                    <a:cubicBezTo>
                      <a:pt x="3322" y="1296"/>
                      <a:pt x="4096" y="2380"/>
                      <a:pt x="4370" y="3630"/>
                    </a:cubicBezTo>
                    <a:cubicBezTo>
                      <a:pt x="4548" y="4451"/>
                      <a:pt x="4441" y="5356"/>
                      <a:pt x="4001" y="6083"/>
                    </a:cubicBezTo>
                    <a:cubicBezTo>
                      <a:pt x="3989" y="6106"/>
                      <a:pt x="3977" y="6118"/>
                      <a:pt x="3965" y="6130"/>
                    </a:cubicBezTo>
                    <a:cubicBezTo>
                      <a:pt x="3905" y="6011"/>
                      <a:pt x="3834" y="5904"/>
                      <a:pt x="3750" y="5809"/>
                    </a:cubicBezTo>
                    <a:cubicBezTo>
                      <a:pt x="3584" y="5547"/>
                      <a:pt x="3298" y="5368"/>
                      <a:pt x="2977" y="5261"/>
                    </a:cubicBezTo>
                    <a:cubicBezTo>
                      <a:pt x="2631" y="5019"/>
                      <a:pt x="2188" y="4872"/>
                      <a:pt x="1746" y="4872"/>
                    </a:cubicBezTo>
                    <a:cubicBezTo>
                      <a:pt x="1274" y="4872"/>
                      <a:pt x="803" y="5040"/>
                      <a:pt x="452" y="5440"/>
                    </a:cubicBezTo>
                    <a:cubicBezTo>
                      <a:pt x="83" y="5844"/>
                      <a:pt x="0" y="6333"/>
                      <a:pt x="131" y="6761"/>
                    </a:cubicBezTo>
                    <a:cubicBezTo>
                      <a:pt x="48" y="7011"/>
                      <a:pt x="71" y="7237"/>
                      <a:pt x="179" y="7440"/>
                    </a:cubicBezTo>
                    <a:cubicBezTo>
                      <a:pt x="226" y="7583"/>
                      <a:pt x="298" y="7749"/>
                      <a:pt x="417" y="7916"/>
                    </a:cubicBezTo>
                    <a:cubicBezTo>
                      <a:pt x="746" y="8404"/>
                      <a:pt x="1292" y="8617"/>
                      <a:pt x="1863" y="8617"/>
                    </a:cubicBezTo>
                    <a:cubicBezTo>
                      <a:pt x="2881" y="8617"/>
                      <a:pt x="3981" y="7943"/>
                      <a:pt x="4096" y="6952"/>
                    </a:cubicBezTo>
                    <a:cubicBezTo>
                      <a:pt x="6048" y="4916"/>
                      <a:pt x="4477" y="1832"/>
                      <a:pt x="2798" y="58"/>
                    </a:cubicBezTo>
                    <a:cubicBezTo>
                      <a:pt x="2757" y="17"/>
                      <a:pt x="2712" y="0"/>
                      <a:pt x="2667"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0" name="Google Shape;580;p19"/>
              <p:cNvSpPr/>
              <p:nvPr/>
            </p:nvSpPr>
            <p:spPr>
              <a:xfrm>
                <a:off x="4240111" y="4289805"/>
                <a:ext cx="773898" cy="162528"/>
              </a:xfrm>
              <a:custGeom>
                <a:rect b="b" l="l" r="r" t="t"/>
                <a:pathLst>
                  <a:path extrusionOk="0" h="7178" w="34179">
                    <a:moveTo>
                      <a:pt x="33763" y="1"/>
                    </a:moveTo>
                    <a:cubicBezTo>
                      <a:pt x="33698" y="1"/>
                      <a:pt x="33631" y="26"/>
                      <a:pt x="33571" y="86"/>
                    </a:cubicBezTo>
                    <a:cubicBezTo>
                      <a:pt x="29571" y="4193"/>
                      <a:pt x="24034" y="6408"/>
                      <a:pt x="18343" y="6646"/>
                    </a:cubicBezTo>
                    <a:cubicBezTo>
                      <a:pt x="18007" y="6659"/>
                      <a:pt x="17671" y="6666"/>
                      <a:pt x="17335" y="6666"/>
                    </a:cubicBezTo>
                    <a:cubicBezTo>
                      <a:pt x="14622" y="6666"/>
                      <a:pt x="11912" y="6245"/>
                      <a:pt x="9306" y="5503"/>
                    </a:cubicBezTo>
                    <a:cubicBezTo>
                      <a:pt x="7747" y="5062"/>
                      <a:pt x="6223" y="4491"/>
                      <a:pt x="4734" y="3836"/>
                    </a:cubicBezTo>
                    <a:cubicBezTo>
                      <a:pt x="3258" y="3181"/>
                      <a:pt x="520" y="2312"/>
                      <a:pt x="258" y="467"/>
                    </a:cubicBezTo>
                    <a:cubicBezTo>
                      <a:pt x="252" y="404"/>
                      <a:pt x="201" y="376"/>
                      <a:pt x="147" y="376"/>
                    </a:cubicBezTo>
                    <a:cubicBezTo>
                      <a:pt x="77" y="376"/>
                      <a:pt x="1" y="422"/>
                      <a:pt x="8" y="502"/>
                    </a:cubicBezTo>
                    <a:cubicBezTo>
                      <a:pt x="150" y="2967"/>
                      <a:pt x="4115" y="4086"/>
                      <a:pt x="5985" y="4836"/>
                    </a:cubicBezTo>
                    <a:cubicBezTo>
                      <a:pt x="9425" y="6229"/>
                      <a:pt x="13093" y="7075"/>
                      <a:pt x="16807" y="7170"/>
                    </a:cubicBezTo>
                    <a:cubicBezTo>
                      <a:pt x="17012" y="7175"/>
                      <a:pt x="17217" y="7177"/>
                      <a:pt x="17421" y="7177"/>
                    </a:cubicBezTo>
                    <a:cubicBezTo>
                      <a:pt x="23571" y="7177"/>
                      <a:pt x="29644" y="4927"/>
                      <a:pt x="33976" y="490"/>
                    </a:cubicBezTo>
                    <a:cubicBezTo>
                      <a:pt x="34178" y="288"/>
                      <a:pt x="33983" y="1"/>
                      <a:pt x="33763" y="1"/>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1" name="Google Shape;581;p19"/>
              <p:cNvSpPr/>
              <p:nvPr/>
            </p:nvSpPr>
            <p:spPr>
              <a:xfrm>
                <a:off x="4453625" y="3936955"/>
                <a:ext cx="212907" cy="167736"/>
              </a:xfrm>
              <a:custGeom>
                <a:rect b="b" l="l" r="r" t="t"/>
                <a:pathLst>
                  <a:path extrusionOk="0" h="7408" w="9403">
                    <a:moveTo>
                      <a:pt x="5813" y="0"/>
                    </a:moveTo>
                    <a:cubicBezTo>
                      <a:pt x="2992" y="0"/>
                      <a:pt x="1" y="2750"/>
                      <a:pt x="1900" y="5561"/>
                    </a:cubicBezTo>
                    <a:cubicBezTo>
                      <a:pt x="2741" y="6791"/>
                      <a:pt x="4188" y="7408"/>
                      <a:pt x="5636" y="7408"/>
                    </a:cubicBezTo>
                    <a:cubicBezTo>
                      <a:pt x="7019" y="7408"/>
                      <a:pt x="8403" y="6845"/>
                      <a:pt x="9259" y="5716"/>
                    </a:cubicBezTo>
                    <a:cubicBezTo>
                      <a:pt x="9403" y="5527"/>
                      <a:pt x="9206" y="5324"/>
                      <a:pt x="9009" y="5324"/>
                    </a:cubicBezTo>
                    <a:cubicBezTo>
                      <a:pt x="8946" y="5324"/>
                      <a:pt x="8882" y="5345"/>
                      <a:pt x="8830" y="5395"/>
                    </a:cubicBezTo>
                    <a:cubicBezTo>
                      <a:pt x="7894" y="6243"/>
                      <a:pt x="6655" y="6792"/>
                      <a:pt x="5438" y="6792"/>
                    </a:cubicBezTo>
                    <a:cubicBezTo>
                      <a:pt x="4486" y="6792"/>
                      <a:pt x="3549" y="6457"/>
                      <a:pt x="2782" y="5668"/>
                    </a:cubicBezTo>
                    <a:cubicBezTo>
                      <a:pt x="1662" y="4514"/>
                      <a:pt x="1662" y="2823"/>
                      <a:pt x="2865" y="1704"/>
                    </a:cubicBezTo>
                    <a:cubicBezTo>
                      <a:pt x="3936" y="704"/>
                      <a:pt x="5222" y="775"/>
                      <a:pt x="6520" y="358"/>
                    </a:cubicBezTo>
                    <a:cubicBezTo>
                      <a:pt x="6651" y="323"/>
                      <a:pt x="6675" y="96"/>
                      <a:pt x="6520" y="61"/>
                    </a:cubicBezTo>
                    <a:cubicBezTo>
                      <a:pt x="6288" y="20"/>
                      <a:pt x="6051" y="0"/>
                      <a:pt x="5813"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2" name="Google Shape;582;p19"/>
              <p:cNvSpPr/>
              <p:nvPr/>
            </p:nvSpPr>
            <p:spPr>
              <a:xfrm>
                <a:off x="4594774" y="3407928"/>
                <a:ext cx="24544" cy="536152"/>
              </a:xfrm>
              <a:custGeom>
                <a:rect b="b" l="l" r="r" t="t"/>
                <a:pathLst>
                  <a:path extrusionOk="0" h="23679" w="1084">
                    <a:moveTo>
                      <a:pt x="377" y="0"/>
                    </a:moveTo>
                    <a:cubicBezTo>
                      <a:pt x="316" y="0"/>
                      <a:pt x="256" y="42"/>
                      <a:pt x="250" y="125"/>
                    </a:cubicBezTo>
                    <a:cubicBezTo>
                      <a:pt x="0" y="3995"/>
                      <a:pt x="179" y="7900"/>
                      <a:pt x="215" y="11781"/>
                    </a:cubicBezTo>
                    <a:cubicBezTo>
                      <a:pt x="250" y="15651"/>
                      <a:pt x="96" y="19580"/>
                      <a:pt x="369" y="23438"/>
                    </a:cubicBezTo>
                    <a:cubicBezTo>
                      <a:pt x="381" y="23598"/>
                      <a:pt x="506" y="23679"/>
                      <a:pt x="630" y="23679"/>
                    </a:cubicBezTo>
                    <a:cubicBezTo>
                      <a:pt x="753" y="23679"/>
                      <a:pt x="875" y="23598"/>
                      <a:pt x="881" y="23438"/>
                    </a:cubicBezTo>
                    <a:cubicBezTo>
                      <a:pt x="1084" y="19568"/>
                      <a:pt x="846" y="15651"/>
                      <a:pt x="786" y="11781"/>
                    </a:cubicBezTo>
                    <a:cubicBezTo>
                      <a:pt x="739" y="7900"/>
                      <a:pt x="834" y="3995"/>
                      <a:pt x="512" y="125"/>
                    </a:cubicBezTo>
                    <a:cubicBezTo>
                      <a:pt x="500" y="42"/>
                      <a:pt x="438" y="0"/>
                      <a:pt x="377"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3" name="Google Shape;583;p19"/>
              <p:cNvSpPr/>
              <p:nvPr/>
            </p:nvSpPr>
            <p:spPr>
              <a:xfrm>
                <a:off x="4184480" y="3575296"/>
                <a:ext cx="110835" cy="152973"/>
              </a:xfrm>
              <a:custGeom>
                <a:rect b="b" l="l" r="r" t="t"/>
                <a:pathLst>
                  <a:path extrusionOk="0" h="6756" w="4895">
                    <a:moveTo>
                      <a:pt x="2467" y="1"/>
                    </a:moveTo>
                    <a:cubicBezTo>
                      <a:pt x="2426" y="1"/>
                      <a:pt x="2384" y="17"/>
                      <a:pt x="2346" y="55"/>
                    </a:cubicBezTo>
                    <a:cubicBezTo>
                      <a:pt x="1262" y="1163"/>
                      <a:pt x="0" y="2544"/>
                      <a:pt x="131" y="4223"/>
                    </a:cubicBezTo>
                    <a:cubicBezTo>
                      <a:pt x="214" y="5389"/>
                      <a:pt x="1167" y="6652"/>
                      <a:pt x="2393" y="6747"/>
                    </a:cubicBezTo>
                    <a:cubicBezTo>
                      <a:pt x="2462" y="6752"/>
                      <a:pt x="2528" y="6755"/>
                      <a:pt x="2592" y="6755"/>
                    </a:cubicBezTo>
                    <a:cubicBezTo>
                      <a:pt x="4894" y="6755"/>
                      <a:pt x="4740" y="3254"/>
                      <a:pt x="2853" y="3254"/>
                    </a:cubicBezTo>
                    <a:cubicBezTo>
                      <a:pt x="2675" y="3254"/>
                      <a:pt x="2482" y="3286"/>
                      <a:pt x="2274" y="3353"/>
                    </a:cubicBezTo>
                    <a:cubicBezTo>
                      <a:pt x="1334" y="3663"/>
                      <a:pt x="988" y="4937"/>
                      <a:pt x="1619" y="5687"/>
                    </a:cubicBezTo>
                    <a:cubicBezTo>
                      <a:pt x="1822" y="5925"/>
                      <a:pt x="2096" y="6056"/>
                      <a:pt x="2369" y="6092"/>
                    </a:cubicBezTo>
                    <a:cubicBezTo>
                      <a:pt x="2334" y="6104"/>
                      <a:pt x="2286" y="6116"/>
                      <a:pt x="2250" y="6140"/>
                    </a:cubicBezTo>
                    <a:cubicBezTo>
                      <a:pt x="1393" y="6068"/>
                      <a:pt x="774" y="4889"/>
                      <a:pt x="714" y="4187"/>
                    </a:cubicBezTo>
                    <a:cubicBezTo>
                      <a:pt x="572" y="2687"/>
                      <a:pt x="1679" y="1377"/>
                      <a:pt x="2596" y="317"/>
                    </a:cubicBezTo>
                    <a:cubicBezTo>
                      <a:pt x="2715" y="180"/>
                      <a:pt x="2601" y="1"/>
                      <a:pt x="2467" y="1"/>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4" name="Google Shape;584;p19"/>
              <p:cNvSpPr/>
              <p:nvPr/>
            </p:nvSpPr>
            <p:spPr>
              <a:xfrm>
                <a:off x="3792503" y="3460864"/>
                <a:ext cx="120209" cy="262698"/>
              </a:xfrm>
              <a:custGeom>
                <a:rect b="b" l="l" r="r" t="t"/>
                <a:pathLst>
                  <a:path extrusionOk="0" h="11602" w="5309">
                    <a:moveTo>
                      <a:pt x="3657" y="1"/>
                    </a:moveTo>
                    <a:cubicBezTo>
                      <a:pt x="3622" y="1"/>
                      <a:pt x="3586" y="8"/>
                      <a:pt x="3548" y="25"/>
                    </a:cubicBezTo>
                    <a:cubicBezTo>
                      <a:pt x="2393" y="526"/>
                      <a:pt x="1477" y="1395"/>
                      <a:pt x="881" y="2454"/>
                    </a:cubicBezTo>
                    <a:cubicBezTo>
                      <a:pt x="798" y="2478"/>
                      <a:pt x="762" y="2573"/>
                      <a:pt x="774" y="2657"/>
                    </a:cubicBezTo>
                    <a:cubicBezTo>
                      <a:pt x="227" y="3716"/>
                      <a:pt x="0" y="4955"/>
                      <a:pt x="191" y="6181"/>
                    </a:cubicBezTo>
                    <a:cubicBezTo>
                      <a:pt x="572" y="8753"/>
                      <a:pt x="2596" y="10765"/>
                      <a:pt x="4989" y="11586"/>
                    </a:cubicBezTo>
                    <a:cubicBezTo>
                      <a:pt x="5016" y="11597"/>
                      <a:pt x="5042" y="11602"/>
                      <a:pt x="5065" y="11602"/>
                    </a:cubicBezTo>
                    <a:cubicBezTo>
                      <a:pt x="5256" y="11602"/>
                      <a:pt x="5308" y="11290"/>
                      <a:pt x="5096" y="11205"/>
                    </a:cubicBezTo>
                    <a:cubicBezTo>
                      <a:pt x="2822" y="10241"/>
                      <a:pt x="834" y="8312"/>
                      <a:pt x="643" y="5729"/>
                    </a:cubicBezTo>
                    <a:cubicBezTo>
                      <a:pt x="572" y="4728"/>
                      <a:pt x="786" y="3764"/>
                      <a:pt x="1215" y="2931"/>
                    </a:cubicBezTo>
                    <a:cubicBezTo>
                      <a:pt x="1572" y="3109"/>
                      <a:pt x="1905" y="3347"/>
                      <a:pt x="2179" y="3657"/>
                    </a:cubicBezTo>
                    <a:cubicBezTo>
                      <a:pt x="2536" y="4062"/>
                      <a:pt x="2632" y="4514"/>
                      <a:pt x="2846" y="4978"/>
                    </a:cubicBezTo>
                    <a:cubicBezTo>
                      <a:pt x="2882" y="5056"/>
                      <a:pt x="2955" y="5089"/>
                      <a:pt x="3030" y="5089"/>
                    </a:cubicBezTo>
                    <a:cubicBezTo>
                      <a:pt x="3152" y="5089"/>
                      <a:pt x="3282" y="5000"/>
                      <a:pt x="3275" y="4859"/>
                    </a:cubicBezTo>
                    <a:cubicBezTo>
                      <a:pt x="3215" y="3883"/>
                      <a:pt x="2298" y="2978"/>
                      <a:pt x="1393" y="2597"/>
                    </a:cubicBezTo>
                    <a:cubicBezTo>
                      <a:pt x="1953" y="1680"/>
                      <a:pt x="2786" y="918"/>
                      <a:pt x="3798" y="454"/>
                    </a:cubicBezTo>
                    <a:cubicBezTo>
                      <a:pt x="4057" y="340"/>
                      <a:pt x="3893" y="1"/>
                      <a:pt x="3657" y="1"/>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585" name="Google Shape;585;p19"/>
          <p:cNvGrpSpPr/>
          <p:nvPr/>
        </p:nvGrpSpPr>
        <p:grpSpPr>
          <a:xfrm>
            <a:off x="7110692" y="3598896"/>
            <a:ext cx="4190048" cy="2548720"/>
            <a:chOff x="7184728" y="3585214"/>
            <a:chExt cx="4190048" cy="2548720"/>
          </a:xfrm>
        </p:grpSpPr>
        <p:pic>
          <p:nvPicPr>
            <p:cNvPr descr="https://lh6.googleusercontent.com/6wYWx95Jvw7iaJCBXuRPWVSt7O4i1DF35UYuWcYlA-n-kePTMIS3UkWfYhf_Gu-3V0MiZfpt-UILthO-Ew4fg7uItgCquU296xmrHtS6QoO5eB03-BTcmdVygS7NHPy2M2_us2eeGxc31v-2OTAX77NU5tx9kwX5qSdQVLF65hEkfIiq_M-oZmqEEA_NKw" id="586" name="Google Shape;586;p19"/>
            <p:cNvPicPr preferRelativeResize="0"/>
            <p:nvPr/>
          </p:nvPicPr>
          <p:blipFill rotWithShape="1">
            <a:blip r:embed="rId3">
              <a:alphaModFix/>
            </a:blip>
            <a:srcRect b="0" l="0" r="0" t="0"/>
            <a:stretch/>
          </p:blipFill>
          <p:spPr>
            <a:xfrm>
              <a:off x="8134925" y="4551186"/>
              <a:ext cx="3239851" cy="1582748"/>
            </a:xfrm>
            <a:prstGeom prst="rect">
              <a:avLst/>
            </a:prstGeom>
            <a:noFill/>
            <a:ln>
              <a:noFill/>
            </a:ln>
          </p:spPr>
        </p:pic>
        <p:sp>
          <p:nvSpPr>
            <p:cNvPr id="587" name="Google Shape;587;p19"/>
            <p:cNvSpPr/>
            <p:nvPr/>
          </p:nvSpPr>
          <p:spPr>
            <a:xfrm flipH="1">
              <a:off x="7184728" y="4020228"/>
              <a:ext cx="2265964" cy="1043583"/>
            </a:xfrm>
            <a:custGeom>
              <a:rect b="b" l="l" r="r" t="t"/>
              <a:pathLst>
                <a:path extrusionOk="0" h="29912" w="22080">
                  <a:moveTo>
                    <a:pt x="10278" y="1"/>
                  </a:moveTo>
                  <a:cubicBezTo>
                    <a:pt x="6932" y="1"/>
                    <a:pt x="3620" y="324"/>
                    <a:pt x="315" y="987"/>
                  </a:cubicBezTo>
                  <a:cubicBezTo>
                    <a:pt x="0" y="1045"/>
                    <a:pt x="61" y="1548"/>
                    <a:pt x="365" y="1548"/>
                  </a:cubicBezTo>
                  <a:cubicBezTo>
                    <a:pt x="372" y="1548"/>
                    <a:pt x="379" y="1547"/>
                    <a:pt x="386" y="1547"/>
                  </a:cubicBezTo>
                  <a:cubicBezTo>
                    <a:pt x="3232" y="1367"/>
                    <a:pt x="6091" y="1262"/>
                    <a:pt x="8944" y="1262"/>
                  </a:cubicBezTo>
                  <a:cubicBezTo>
                    <a:pt x="9874" y="1262"/>
                    <a:pt x="10804" y="1273"/>
                    <a:pt x="11733" y="1297"/>
                  </a:cubicBezTo>
                  <a:cubicBezTo>
                    <a:pt x="13638" y="1344"/>
                    <a:pt x="15531" y="1463"/>
                    <a:pt x="17412" y="1666"/>
                  </a:cubicBezTo>
                  <a:cubicBezTo>
                    <a:pt x="18591" y="1797"/>
                    <a:pt x="19996" y="1892"/>
                    <a:pt x="20317" y="3249"/>
                  </a:cubicBezTo>
                  <a:cubicBezTo>
                    <a:pt x="20531" y="4190"/>
                    <a:pt x="20353" y="5393"/>
                    <a:pt x="20353" y="6345"/>
                  </a:cubicBezTo>
                  <a:cubicBezTo>
                    <a:pt x="20412" y="13977"/>
                    <a:pt x="20412" y="21633"/>
                    <a:pt x="20698" y="29265"/>
                  </a:cubicBezTo>
                  <a:cubicBezTo>
                    <a:pt x="20716" y="29695"/>
                    <a:pt x="21058" y="29912"/>
                    <a:pt x="21394" y="29912"/>
                  </a:cubicBezTo>
                  <a:cubicBezTo>
                    <a:pt x="21727" y="29912"/>
                    <a:pt x="22055" y="29698"/>
                    <a:pt x="22055" y="29265"/>
                  </a:cubicBezTo>
                  <a:cubicBezTo>
                    <a:pt x="22079" y="24764"/>
                    <a:pt x="21912" y="20275"/>
                    <a:pt x="21841" y="15775"/>
                  </a:cubicBezTo>
                  <a:cubicBezTo>
                    <a:pt x="21793" y="13536"/>
                    <a:pt x="21758" y="11286"/>
                    <a:pt x="21722" y="9036"/>
                  </a:cubicBezTo>
                  <a:cubicBezTo>
                    <a:pt x="21674" y="7036"/>
                    <a:pt x="21924" y="4738"/>
                    <a:pt x="21496" y="2773"/>
                  </a:cubicBezTo>
                  <a:cubicBezTo>
                    <a:pt x="21246" y="1583"/>
                    <a:pt x="20388" y="975"/>
                    <a:pt x="19234" y="701"/>
                  </a:cubicBezTo>
                  <a:cubicBezTo>
                    <a:pt x="17364" y="261"/>
                    <a:pt x="15316" y="201"/>
                    <a:pt x="13411" y="94"/>
                  </a:cubicBezTo>
                  <a:cubicBezTo>
                    <a:pt x="12363" y="32"/>
                    <a:pt x="11319" y="1"/>
                    <a:pt x="1027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8" name="Google Shape;588;p19"/>
            <p:cNvGrpSpPr/>
            <p:nvPr/>
          </p:nvGrpSpPr>
          <p:grpSpPr>
            <a:xfrm flipH="1">
              <a:off x="8169328" y="3585214"/>
              <a:ext cx="2843801" cy="859139"/>
              <a:chOff x="2915016" y="1089153"/>
              <a:chExt cx="1212891" cy="474360"/>
            </a:xfrm>
          </p:grpSpPr>
          <p:sp>
            <p:nvSpPr>
              <p:cNvPr id="589" name="Google Shape;589;p19"/>
              <p:cNvSpPr/>
              <p:nvPr/>
            </p:nvSpPr>
            <p:spPr>
              <a:xfrm>
                <a:off x="4077452" y="1144399"/>
                <a:ext cx="30749" cy="46394"/>
              </a:xfrm>
              <a:custGeom>
                <a:rect b="b" l="l" r="r" t="t"/>
                <a:pathLst>
                  <a:path extrusionOk="0" h="2049" w="1358">
                    <a:moveTo>
                      <a:pt x="0" y="0"/>
                    </a:moveTo>
                    <a:lnTo>
                      <a:pt x="0" y="0"/>
                    </a:lnTo>
                    <a:cubicBezTo>
                      <a:pt x="226" y="417"/>
                      <a:pt x="369" y="870"/>
                      <a:pt x="441" y="1334"/>
                    </a:cubicBezTo>
                    <a:cubicBezTo>
                      <a:pt x="762" y="1548"/>
                      <a:pt x="1072" y="1786"/>
                      <a:pt x="1358" y="2048"/>
                    </a:cubicBezTo>
                    <a:cubicBezTo>
                      <a:pt x="1131" y="1215"/>
                      <a:pt x="655" y="548"/>
                      <a:pt x="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0" name="Google Shape;590;p19"/>
              <p:cNvSpPr/>
              <p:nvPr/>
            </p:nvSpPr>
            <p:spPr>
              <a:xfrm>
                <a:off x="4087958" y="1185652"/>
                <a:ext cx="24024" cy="53391"/>
              </a:xfrm>
              <a:custGeom>
                <a:rect b="b" l="l" r="r" t="t"/>
                <a:pathLst>
                  <a:path extrusionOk="0" h="2358" w="1061">
                    <a:moveTo>
                      <a:pt x="36" y="0"/>
                    </a:moveTo>
                    <a:lnTo>
                      <a:pt x="36" y="0"/>
                    </a:lnTo>
                    <a:cubicBezTo>
                      <a:pt x="72" y="524"/>
                      <a:pt x="48" y="1048"/>
                      <a:pt x="1" y="1560"/>
                    </a:cubicBezTo>
                    <a:cubicBezTo>
                      <a:pt x="358" y="1786"/>
                      <a:pt x="739" y="2048"/>
                      <a:pt x="1048" y="2358"/>
                    </a:cubicBezTo>
                    <a:cubicBezTo>
                      <a:pt x="1048" y="2048"/>
                      <a:pt x="1060" y="1738"/>
                      <a:pt x="1060" y="1429"/>
                    </a:cubicBezTo>
                    <a:cubicBezTo>
                      <a:pt x="1060" y="1262"/>
                      <a:pt x="1048" y="1119"/>
                      <a:pt x="1036" y="965"/>
                    </a:cubicBezTo>
                    <a:cubicBezTo>
                      <a:pt x="715" y="631"/>
                      <a:pt x="393" y="298"/>
                      <a:pt x="36"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1" name="Google Shape;591;p19"/>
              <p:cNvSpPr/>
              <p:nvPr/>
            </p:nvSpPr>
            <p:spPr>
              <a:xfrm>
                <a:off x="4081211" y="1228514"/>
                <a:ext cx="30228" cy="59323"/>
              </a:xfrm>
              <a:custGeom>
                <a:rect b="b" l="l" r="r" t="t"/>
                <a:pathLst>
                  <a:path extrusionOk="0" h="2620" w="1335">
                    <a:moveTo>
                      <a:pt x="251" y="0"/>
                    </a:moveTo>
                    <a:cubicBezTo>
                      <a:pt x="251" y="12"/>
                      <a:pt x="251" y="24"/>
                      <a:pt x="251" y="36"/>
                    </a:cubicBezTo>
                    <a:cubicBezTo>
                      <a:pt x="168" y="631"/>
                      <a:pt x="84" y="1227"/>
                      <a:pt x="1" y="1822"/>
                    </a:cubicBezTo>
                    <a:cubicBezTo>
                      <a:pt x="10" y="1757"/>
                      <a:pt x="70" y="1699"/>
                      <a:pt x="130" y="1699"/>
                    </a:cubicBezTo>
                    <a:cubicBezTo>
                      <a:pt x="147" y="1699"/>
                      <a:pt x="164" y="1704"/>
                      <a:pt x="180" y="1715"/>
                    </a:cubicBezTo>
                    <a:cubicBezTo>
                      <a:pt x="441" y="1893"/>
                      <a:pt x="691" y="2084"/>
                      <a:pt x="930" y="2286"/>
                    </a:cubicBezTo>
                    <a:cubicBezTo>
                      <a:pt x="1049" y="2393"/>
                      <a:pt x="1192" y="2501"/>
                      <a:pt x="1311" y="2620"/>
                    </a:cubicBezTo>
                    <a:cubicBezTo>
                      <a:pt x="1323" y="2060"/>
                      <a:pt x="1323" y="1512"/>
                      <a:pt x="1334" y="953"/>
                    </a:cubicBezTo>
                    <a:cubicBezTo>
                      <a:pt x="1108" y="762"/>
                      <a:pt x="906" y="536"/>
                      <a:pt x="680" y="346"/>
                    </a:cubicBezTo>
                    <a:cubicBezTo>
                      <a:pt x="549" y="226"/>
                      <a:pt x="406" y="107"/>
                      <a:pt x="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2" name="Google Shape;592;p19"/>
              <p:cNvSpPr/>
              <p:nvPr/>
            </p:nvSpPr>
            <p:spPr>
              <a:xfrm>
                <a:off x="4075822" y="1270016"/>
                <a:ext cx="36953" cy="76328"/>
              </a:xfrm>
              <a:custGeom>
                <a:rect b="b" l="l" r="r" t="t"/>
                <a:pathLst>
                  <a:path extrusionOk="0" h="3371" w="1632">
                    <a:moveTo>
                      <a:pt x="239" y="1"/>
                    </a:moveTo>
                    <a:cubicBezTo>
                      <a:pt x="156" y="608"/>
                      <a:pt x="72" y="1227"/>
                      <a:pt x="1" y="1846"/>
                    </a:cubicBezTo>
                    <a:cubicBezTo>
                      <a:pt x="298" y="2096"/>
                      <a:pt x="584" y="2382"/>
                      <a:pt x="870" y="2644"/>
                    </a:cubicBezTo>
                    <a:cubicBezTo>
                      <a:pt x="1120" y="2882"/>
                      <a:pt x="1394" y="3120"/>
                      <a:pt x="1632" y="3370"/>
                    </a:cubicBezTo>
                    <a:cubicBezTo>
                      <a:pt x="1608" y="2763"/>
                      <a:pt x="1572" y="2180"/>
                      <a:pt x="1561" y="1644"/>
                    </a:cubicBezTo>
                    <a:cubicBezTo>
                      <a:pt x="1561" y="1525"/>
                      <a:pt x="1561" y="1418"/>
                      <a:pt x="1561" y="1310"/>
                    </a:cubicBezTo>
                    <a:cubicBezTo>
                      <a:pt x="1346" y="1132"/>
                      <a:pt x="1168" y="906"/>
                      <a:pt x="989" y="715"/>
                    </a:cubicBezTo>
                    <a:cubicBezTo>
                      <a:pt x="763" y="489"/>
                      <a:pt x="525" y="275"/>
                      <a:pt x="275" y="72"/>
                    </a:cubicBezTo>
                    <a:cubicBezTo>
                      <a:pt x="251" y="48"/>
                      <a:pt x="239" y="25"/>
                      <a:pt x="23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3" name="Google Shape;593;p19"/>
              <p:cNvSpPr/>
              <p:nvPr/>
            </p:nvSpPr>
            <p:spPr>
              <a:xfrm>
                <a:off x="4070976" y="1319624"/>
                <a:ext cx="43428" cy="81988"/>
              </a:xfrm>
              <a:custGeom>
                <a:rect b="b" l="l" r="r" t="t"/>
                <a:pathLst>
                  <a:path extrusionOk="0" h="3621" w="1918">
                    <a:moveTo>
                      <a:pt x="167" y="1"/>
                    </a:moveTo>
                    <a:cubicBezTo>
                      <a:pt x="96" y="596"/>
                      <a:pt x="36" y="1191"/>
                      <a:pt x="0" y="1786"/>
                    </a:cubicBezTo>
                    <a:cubicBezTo>
                      <a:pt x="655" y="2358"/>
                      <a:pt x="1310" y="2977"/>
                      <a:pt x="1905" y="3620"/>
                    </a:cubicBezTo>
                    <a:cubicBezTo>
                      <a:pt x="1917" y="2953"/>
                      <a:pt x="1894" y="2287"/>
                      <a:pt x="1870" y="1632"/>
                    </a:cubicBezTo>
                    <a:cubicBezTo>
                      <a:pt x="1822" y="1632"/>
                      <a:pt x="1786" y="1620"/>
                      <a:pt x="1751" y="1584"/>
                    </a:cubicBezTo>
                    <a:cubicBezTo>
                      <a:pt x="1417" y="1322"/>
                      <a:pt x="1143" y="1001"/>
                      <a:pt x="846" y="691"/>
                    </a:cubicBezTo>
                    <a:cubicBezTo>
                      <a:pt x="620" y="465"/>
                      <a:pt x="393" y="239"/>
                      <a:pt x="167"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4" name="Google Shape;594;p19"/>
              <p:cNvSpPr/>
              <p:nvPr/>
            </p:nvSpPr>
            <p:spPr>
              <a:xfrm>
                <a:off x="4069369" y="1369776"/>
                <a:ext cx="44221" cy="78456"/>
              </a:xfrm>
              <a:custGeom>
                <a:rect b="b" l="l" r="r" t="t"/>
                <a:pathLst>
                  <a:path extrusionOk="0" h="3465" w="1953">
                    <a:moveTo>
                      <a:pt x="48" y="0"/>
                    </a:moveTo>
                    <a:cubicBezTo>
                      <a:pt x="12" y="488"/>
                      <a:pt x="0" y="976"/>
                      <a:pt x="0" y="1465"/>
                    </a:cubicBezTo>
                    <a:cubicBezTo>
                      <a:pt x="0" y="1500"/>
                      <a:pt x="0" y="1548"/>
                      <a:pt x="0" y="1584"/>
                    </a:cubicBezTo>
                    <a:cubicBezTo>
                      <a:pt x="0" y="1596"/>
                      <a:pt x="12" y="1596"/>
                      <a:pt x="12" y="1596"/>
                    </a:cubicBezTo>
                    <a:cubicBezTo>
                      <a:pt x="381" y="1929"/>
                      <a:pt x="679" y="2334"/>
                      <a:pt x="1024" y="2691"/>
                    </a:cubicBezTo>
                    <a:cubicBezTo>
                      <a:pt x="1274" y="2953"/>
                      <a:pt x="1548" y="3203"/>
                      <a:pt x="1798" y="3465"/>
                    </a:cubicBezTo>
                    <a:cubicBezTo>
                      <a:pt x="1881" y="2977"/>
                      <a:pt x="1929" y="2477"/>
                      <a:pt x="1953" y="1977"/>
                    </a:cubicBezTo>
                    <a:cubicBezTo>
                      <a:pt x="1274" y="1405"/>
                      <a:pt x="619" y="714"/>
                      <a:pt x="48"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 name="Google Shape;595;p19"/>
              <p:cNvSpPr/>
              <p:nvPr/>
            </p:nvSpPr>
            <p:spPr>
              <a:xfrm>
                <a:off x="4070161" y="1418026"/>
                <a:ext cx="37768" cy="77392"/>
              </a:xfrm>
              <a:custGeom>
                <a:rect b="b" l="l" r="r" t="t"/>
                <a:pathLst>
                  <a:path extrusionOk="0" h="3418" w="1668">
                    <a:moveTo>
                      <a:pt x="1" y="0"/>
                    </a:moveTo>
                    <a:lnTo>
                      <a:pt x="1" y="0"/>
                    </a:lnTo>
                    <a:cubicBezTo>
                      <a:pt x="48" y="691"/>
                      <a:pt x="144" y="1500"/>
                      <a:pt x="13" y="2203"/>
                    </a:cubicBezTo>
                    <a:cubicBezTo>
                      <a:pt x="406" y="2536"/>
                      <a:pt x="858" y="2953"/>
                      <a:pt x="1120" y="3417"/>
                    </a:cubicBezTo>
                    <a:cubicBezTo>
                      <a:pt x="1370" y="2929"/>
                      <a:pt x="1549" y="2382"/>
                      <a:pt x="1668" y="1822"/>
                    </a:cubicBezTo>
                    <a:cubicBezTo>
                      <a:pt x="1322" y="1536"/>
                      <a:pt x="1013" y="1179"/>
                      <a:pt x="703" y="834"/>
                    </a:cubicBezTo>
                    <a:cubicBezTo>
                      <a:pt x="465" y="572"/>
                      <a:pt x="215" y="298"/>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6" name="Google Shape;596;p19"/>
              <p:cNvSpPr/>
              <p:nvPr/>
            </p:nvSpPr>
            <p:spPr>
              <a:xfrm>
                <a:off x="4047791" y="1476510"/>
                <a:ext cx="42070" cy="49632"/>
              </a:xfrm>
              <a:custGeom>
                <a:rect b="b" l="l" r="r" t="t"/>
                <a:pathLst>
                  <a:path extrusionOk="0" h="2192" w="1858">
                    <a:moveTo>
                      <a:pt x="905" y="1"/>
                    </a:moveTo>
                    <a:cubicBezTo>
                      <a:pt x="810" y="299"/>
                      <a:pt x="643" y="572"/>
                      <a:pt x="405" y="775"/>
                    </a:cubicBezTo>
                    <a:cubicBezTo>
                      <a:pt x="286" y="870"/>
                      <a:pt x="155" y="953"/>
                      <a:pt x="1" y="1037"/>
                    </a:cubicBezTo>
                    <a:cubicBezTo>
                      <a:pt x="132" y="1168"/>
                      <a:pt x="262" y="1299"/>
                      <a:pt x="393" y="1442"/>
                    </a:cubicBezTo>
                    <a:cubicBezTo>
                      <a:pt x="584" y="1644"/>
                      <a:pt x="846" y="1846"/>
                      <a:pt x="965" y="2108"/>
                    </a:cubicBezTo>
                    <a:cubicBezTo>
                      <a:pt x="977" y="2132"/>
                      <a:pt x="977" y="2168"/>
                      <a:pt x="977" y="2192"/>
                    </a:cubicBezTo>
                    <a:cubicBezTo>
                      <a:pt x="1310" y="1965"/>
                      <a:pt x="1596" y="1680"/>
                      <a:pt x="1822" y="1323"/>
                    </a:cubicBezTo>
                    <a:cubicBezTo>
                      <a:pt x="1834" y="1311"/>
                      <a:pt x="1846" y="1299"/>
                      <a:pt x="1858" y="1275"/>
                    </a:cubicBezTo>
                    <a:cubicBezTo>
                      <a:pt x="1667" y="1049"/>
                      <a:pt x="1548" y="787"/>
                      <a:pt x="1370" y="549"/>
                    </a:cubicBezTo>
                    <a:cubicBezTo>
                      <a:pt x="1227" y="346"/>
                      <a:pt x="1072" y="168"/>
                      <a:pt x="905"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7" name="Google Shape;597;p19"/>
              <p:cNvSpPr/>
              <p:nvPr/>
            </p:nvSpPr>
            <p:spPr>
              <a:xfrm>
                <a:off x="4000877" y="1503204"/>
                <a:ext cx="63105" cy="39126"/>
              </a:xfrm>
              <a:custGeom>
                <a:rect b="b" l="l" r="r" t="t"/>
                <a:pathLst>
                  <a:path extrusionOk="0" h="1728" w="2787">
                    <a:moveTo>
                      <a:pt x="1751" y="1"/>
                    </a:moveTo>
                    <a:cubicBezTo>
                      <a:pt x="1251" y="179"/>
                      <a:pt x="632" y="263"/>
                      <a:pt x="1" y="310"/>
                    </a:cubicBezTo>
                    <a:cubicBezTo>
                      <a:pt x="251" y="596"/>
                      <a:pt x="501" y="882"/>
                      <a:pt x="775" y="1156"/>
                    </a:cubicBezTo>
                    <a:cubicBezTo>
                      <a:pt x="965" y="1346"/>
                      <a:pt x="1203" y="1525"/>
                      <a:pt x="1406" y="1727"/>
                    </a:cubicBezTo>
                    <a:cubicBezTo>
                      <a:pt x="1906" y="1608"/>
                      <a:pt x="2370" y="1429"/>
                      <a:pt x="2787" y="1191"/>
                    </a:cubicBezTo>
                    <a:lnTo>
                      <a:pt x="2775" y="1191"/>
                    </a:lnTo>
                    <a:cubicBezTo>
                      <a:pt x="2537" y="1037"/>
                      <a:pt x="2358" y="763"/>
                      <a:pt x="2192" y="536"/>
                    </a:cubicBezTo>
                    <a:cubicBezTo>
                      <a:pt x="2037" y="358"/>
                      <a:pt x="1894" y="179"/>
                      <a:pt x="175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8" name="Google Shape;598;p19"/>
              <p:cNvSpPr/>
              <p:nvPr/>
            </p:nvSpPr>
            <p:spPr>
              <a:xfrm>
                <a:off x="3959374" y="1510495"/>
                <a:ext cx="63648" cy="37496"/>
              </a:xfrm>
              <a:custGeom>
                <a:rect b="b" l="l" r="r" t="t"/>
                <a:pathLst>
                  <a:path extrusionOk="0" h="1656" w="2811">
                    <a:moveTo>
                      <a:pt x="1667" y="0"/>
                    </a:moveTo>
                    <a:cubicBezTo>
                      <a:pt x="1339" y="14"/>
                      <a:pt x="1003" y="20"/>
                      <a:pt x="676" y="20"/>
                    </a:cubicBezTo>
                    <a:cubicBezTo>
                      <a:pt x="444" y="20"/>
                      <a:pt x="217" y="17"/>
                      <a:pt x="0" y="12"/>
                    </a:cubicBezTo>
                    <a:lnTo>
                      <a:pt x="0" y="12"/>
                    </a:lnTo>
                    <a:cubicBezTo>
                      <a:pt x="203" y="262"/>
                      <a:pt x="417" y="500"/>
                      <a:pt x="643" y="738"/>
                    </a:cubicBezTo>
                    <a:cubicBezTo>
                      <a:pt x="929" y="1036"/>
                      <a:pt x="1310" y="1286"/>
                      <a:pt x="1536" y="1631"/>
                    </a:cubicBezTo>
                    <a:cubicBezTo>
                      <a:pt x="1548" y="1631"/>
                      <a:pt x="1548" y="1643"/>
                      <a:pt x="1548" y="1655"/>
                    </a:cubicBezTo>
                    <a:cubicBezTo>
                      <a:pt x="1977" y="1631"/>
                      <a:pt x="2405" y="1584"/>
                      <a:pt x="2810" y="1500"/>
                    </a:cubicBezTo>
                    <a:cubicBezTo>
                      <a:pt x="2643" y="1334"/>
                      <a:pt x="2501" y="1155"/>
                      <a:pt x="2358" y="988"/>
                    </a:cubicBezTo>
                    <a:cubicBezTo>
                      <a:pt x="2120" y="703"/>
                      <a:pt x="1881" y="417"/>
                      <a:pt x="1667" y="107"/>
                    </a:cubicBezTo>
                    <a:cubicBezTo>
                      <a:pt x="1631" y="72"/>
                      <a:pt x="1643" y="24"/>
                      <a:pt x="16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9" name="Google Shape;599;p19"/>
              <p:cNvSpPr/>
              <p:nvPr/>
            </p:nvSpPr>
            <p:spPr>
              <a:xfrm>
                <a:off x="3911645" y="1510359"/>
                <a:ext cx="69309" cy="38266"/>
              </a:xfrm>
              <a:custGeom>
                <a:rect b="b" l="l" r="r" t="t"/>
                <a:pathLst>
                  <a:path extrusionOk="0" h="1690" w="3061">
                    <a:moveTo>
                      <a:pt x="1100" y="1"/>
                    </a:moveTo>
                    <a:cubicBezTo>
                      <a:pt x="1002" y="1"/>
                      <a:pt x="910" y="2"/>
                      <a:pt x="822" y="6"/>
                    </a:cubicBezTo>
                    <a:cubicBezTo>
                      <a:pt x="549" y="6"/>
                      <a:pt x="275" y="18"/>
                      <a:pt x="1" y="18"/>
                    </a:cubicBezTo>
                    <a:cubicBezTo>
                      <a:pt x="203" y="185"/>
                      <a:pt x="406" y="351"/>
                      <a:pt x="608" y="530"/>
                    </a:cubicBezTo>
                    <a:cubicBezTo>
                      <a:pt x="882" y="792"/>
                      <a:pt x="1263" y="1090"/>
                      <a:pt x="1418" y="1459"/>
                    </a:cubicBezTo>
                    <a:cubicBezTo>
                      <a:pt x="1442" y="1530"/>
                      <a:pt x="1430" y="1613"/>
                      <a:pt x="1370" y="1673"/>
                    </a:cubicBezTo>
                    <a:cubicBezTo>
                      <a:pt x="1757" y="1681"/>
                      <a:pt x="2157" y="1690"/>
                      <a:pt x="2559" y="1690"/>
                    </a:cubicBezTo>
                    <a:cubicBezTo>
                      <a:pt x="2726" y="1690"/>
                      <a:pt x="2893" y="1688"/>
                      <a:pt x="3061" y="1685"/>
                    </a:cubicBezTo>
                    <a:cubicBezTo>
                      <a:pt x="2823" y="1471"/>
                      <a:pt x="2608" y="1209"/>
                      <a:pt x="2430" y="971"/>
                    </a:cubicBezTo>
                    <a:cubicBezTo>
                      <a:pt x="2168" y="673"/>
                      <a:pt x="1954" y="340"/>
                      <a:pt x="1739" y="6"/>
                    </a:cubicBezTo>
                    <a:cubicBezTo>
                      <a:pt x="1509" y="6"/>
                      <a:pt x="1295" y="1"/>
                      <a:pt x="110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0" name="Google Shape;600;p19"/>
              <p:cNvSpPr/>
              <p:nvPr/>
            </p:nvSpPr>
            <p:spPr>
              <a:xfrm>
                <a:off x="3855584" y="1511016"/>
                <a:ext cx="81966" cy="36975"/>
              </a:xfrm>
              <a:custGeom>
                <a:rect b="b" l="l" r="r" t="t"/>
                <a:pathLst>
                  <a:path extrusionOk="0" h="1633" w="3620">
                    <a:moveTo>
                      <a:pt x="1929" y="1"/>
                    </a:moveTo>
                    <a:cubicBezTo>
                      <a:pt x="1274" y="13"/>
                      <a:pt x="643" y="25"/>
                      <a:pt x="0" y="25"/>
                    </a:cubicBezTo>
                    <a:cubicBezTo>
                      <a:pt x="536" y="513"/>
                      <a:pt x="1072" y="1037"/>
                      <a:pt x="1524" y="1584"/>
                    </a:cubicBezTo>
                    <a:lnTo>
                      <a:pt x="1858" y="1584"/>
                    </a:lnTo>
                    <a:cubicBezTo>
                      <a:pt x="2382" y="1584"/>
                      <a:pt x="2977" y="1608"/>
                      <a:pt x="3620" y="1632"/>
                    </a:cubicBezTo>
                    <a:cubicBezTo>
                      <a:pt x="3334" y="1418"/>
                      <a:pt x="3108" y="1084"/>
                      <a:pt x="2846" y="822"/>
                    </a:cubicBezTo>
                    <a:cubicBezTo>
                      <a:pt x="2560" y="525"/>
                      <a:pt x="2251" y="251"/>
                      <a:pt x="192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1" name="Google Shape;601;p19"/>
              <p:cNvSpPr/>
              <p:nvPr/>
            </p:nvSpPr>
            <p:spPr>
              <a:xfrm>
                <a:off x="3796285" y="1511559"/>
                <a:ext cx="80879" cy="35617"/>
              </a:xfrm>
              <a:custGeom>
                <a:rect b="b" l="l" r="r" t="t"/>
                <a:pathLst>
                  <a:path extrusionOk="0" h="1573" w="3572">
                    <a:moveTo>
                      <a:pt x="2131" y="1"/>
                    </a:moveTo>
                    <a:cubicBezTo>
                      <a:pt x="1417" y="1"/>
                      <a:pt x="702" y="1"/>
                      <a:pt x="0" y="13"/>
                    </a:cubicBezTo>
                    <a:cubicBezTo>
                      <a:pt x="500" y="548"/>
                      <a:pt x="1012" y="1060"/>
                      <a:pt x="1560" y="1572"/>
                    </a:cubicBezTo>
                    <a:cubicBezTo>
                      <a:pt x="2226" y="1572"/>
                      <a:pt x="2905" y="1572"/>
                      <a:pt x="3572" y="1560"/>
                    </a:cubicBezTo>
                    <a:cubicBezTo>
                      <a:pt x="3072" y="1060"/>
                      <a:pt x="2596" y="525"/>
                      <a:pt x="213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2" name="Google Shape;602;p19"/>
              <p:cNvSpPr/>
              <p:nvPr/>
            </p:nvSpPr>
            <p:spPr>
              <a:xfrm>
                <a:off x="3743710" y="1511831"/>
                <a:ext cx="76034" cy="35617"/>
              </a:xfrm>
              <a:custGeom>
                <a:rect b="b" l="l" r="r" t="t"/>
                <a:pathLst>
                  <a:path extrusionOk="0" h="1573" w="3358">
                    <a:moveTo>
                      <a:pt x="1108" y="1"/>
                    </a:moveTo>
                    <a:cubicBezTo>
                      <a:pt x="738" y="1"/>
                      <a:pt x="369" y="13"/>
                      <a:pt x="0" y="13"/>
                    </a:cubicBezTo>
                    <a:cubicBezTo>
                      <a:pt x="560" y="560"/>
                      <a:pt x="1155" y="1048"/>
                      <a:pt x="1739" y="1572"/>
                    </a:cubicBezTo>
                    <a:cubicBezTo>
                      <a:pt x="2274" y="1560"/>
                      <a:pt x="2822" y="1560"/>
                      <a:pt x="3358" y="1560"/>
                    </a:cubicBezTo>
                    <a:cubicBezTo>
                      <a:pt x="2858" y="1084"/>
                      <a:pt x="2382" y="548"/>
                      <a:pt x="1953"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3" name="Google Shape;603;p19"/>
              <p:cNvSpPr/>
              <p:nvPr/>
            </p:nvSpPr>
            <p:spPr>
              <a:xfrm>
                <a:off x="3690592" y="1512103"/>
                <a:ext cx="78207" cy="35345"/>
              </a:xfrm>
              <a:custGeom>
                <a:rect b="b" l="l" r="r" t="t"/>
                <a:pathLst>
                  <a:path extrusionOk="0" h="1561" w="3454">
                    <a:moveTo>
                      <a:pt x="1989" y="1"/>
                    </a:moveTo>
                    <a:cubicBezTo>
                      <a:pt x="1322" y="12"/>
                      <a:pt x="656" y="12"/>
                      <a:pt x="1" y="12"/>
                    </a:cubicBezTo>
                    <a:cubicBezTo>
                      <a:pt x="644" y="501"/>
                      <a:pt x="1299" y="977"/>
                      <a:pt x="1882" y="1525"/>
                    </a:cubicBezTo>
                    <a:cubicBezTo>
                      <a:pt x="1894" y="1536"/>
                      <a:pt x="1906" y="1548"/>
                      <a:pt x="1906" y="1560"/>
                    </a:cubicBezTo>
                    <a:lnTo>
                      <a:pt x="3454" y="1560"/>
                    </a:lnTo>
                    <a:cubicBezTo>
                      <a:pt x="2918" y="1096"/>
                      <a:pt x="2430" y="536"/>
                      <a:pt x="1989"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4" name="Google Shape;604;p19"/>
              <p:cNvSpPr/>
              <p:nvPr/>
            </p:nvSpPr>
            <p:spPr>
              <a:xfrm>
                <a:off x="3633987" y="1512374"/>
                <a:ext cx="90072" cy="35073"/>
              </a:xfrm>
              <a:custGeom>
                <a:rect b="b" l="l" r="r" t="t"/>
                <a:pathLst>
                  <a:path extrusionOk="0" h="1549" w="3978">
                    <a:moveTo>
                      <a:pt x="2120" y="0"/>
                    </a:moveTo>
                    <a:cubicBezTo>
                      <a:pt x="1405" y="12"/>
                      <a:pt x="703" y="12"/>
                      <a:pt x="0" y="24"/>
                    </a:cubicBezTo>
                    <a:cubicBezTo>
                      <a:pt x="608" y="489"/>
                      <a:pt x="1179" y="989"/>
                      <a:pt x="1703" y="1548"/>
                    </a:cubicBezTo>
                    <a:lnTo>
                      <a:pt x="3977" y="1548"/>
                    </a:lnTo>
                    <a:cubicBezTo>
                      <a:pt x="3334" y="1072"/>
                      <a:pt x="2727" y="524"/>
                      <a:pt x="2120"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5" name="Google Shape;605;p19"/>
              <p:cNvSpPr/>
              <p:nvPr/>
            </p:nvSpPr>
            <p:spPr>
              <a:xfrm>
                <a:off x="3584922" y="1512918"/>
                <a:ext cx="76305" cy="34802"/>
              </a:xfrm>
              <a:custGeom>
                <a:rect b="b" l="l" r="r" t="t"/>
                <a:pathLst>
                  <a:path extrusionOk="0" h="1537" w="3370">
                    <a:moveTo>
                      <a:pt x="1727" y="0"/>
                    </a:moveTo>
                    <a:cubicBezTo>
                      <a:pt x="1155" y="0"/>
                      <a:pt x="572" y="0"/>
                      <a:pt x="1" y="12"/>
                    </a:cubicBezTo>
                    <a:cubicBezTo>
                      <a:pt x="215" y="274"/>
                      <a:pt x="441" y="512"/>
                      <a:pt x="691" y="750"/>
                    </a:cubicBezTo>
                    <a:cubicBezTo>
                      <a:pt x="953" y="1000"/>
                      <a:pt x="1334" y="1215"/>
                      <a:pt x="1536" y="1512"/>
                    </a:cubicBezTo>
                    <a:cubicBezTo>
                      <a:pt x="1536" y="1524"/>
                      <a:pt x="1536" y="1524"/>
                      <a:pt x="1548" y="1536"/>
                    </a:cubicBezTo>
                    <a:lnTo>
                      <a:pt x="3370" y="1536"/>
                    </a:lnTo>
                    <a:cubicBezTo>
                      <a:pt x="2846" y="989"/>
                      <a:pt x="2310" y="477"/>
                      <a:pt x="172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6" name="Google Shape;606;p19"/>
              <p:cNvSpPr/>
              <p:nvPr/>
            </p:nvSpPr>
            <p:spPr>
              <a:xfrm>
                <a:off x="3527502" y="1513190"/>
                <a:ext cx="79543" cy="34802"/>
              </a:xfrm>
              <a:custGeom>
                <a:rect b="b" l="l" r="r" t="t"/>
                <a:pathLst>
                  <a:path extrusionOk="0" h="1537" w="3513">
                    <a:moveTo>
                      <a:pt x="2167" y="0"/>
                    </a:moveTo>
                    <a:cubicBezTo>
                      <a:pt x="1441" y="0"/>
                      <a:pt x="727" y="12"/>
                      <a:pt x="0" y="12"/>
                    </a:cubicBezTo>
                    <a:cubicBezTo>
                      <a:pt x="596" y="488"/>
                      <a:pt x="1191" y="988"/>
                      <a:pt x="1727" y="1536"/>
                    </a:cubicBezTo>
                    <a:cubicBezTo>
                      <a:pt x="2322" y="1536"/>
                      <a:pt x="2918" y="1524"/>
                      <a:pt x="3513" y="1524"/>
                    </a:cubicBezTo>
                    <a:cubicBezTo>
                      <a:pt x="3334" y="1369"/>
                      <a:pt x="3168" y="1191"/>
                      <a:pt x="3025" y="1024"/>
                    </a:cubicBezTo>
                    <a:cubicBezTo>
                      <a:pt x="2727" y="726"/>
                      <a:pt x="2465" y="393"/>
                      <a:pt x="2203" y="60"/>
                    </a:cubicBezTo>
                    <a:cubicBezTo>
                      <a:pt x="2179" y="36"/>
                      <a:pt x="2179" y="24"/>
                      <a:pt x="2167"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7" name="Google Shape;607;p19"/>
              <p:cNvSpPr/>
              <p:nvPr/>
            </p:nvSpPr>
            <p:spPr>
              <a:xfrm>
                <a:off x="3466845" y="1513461"/>
                <a:ext cx="88985" cy="34530"/>
              </a:xfrm>
              <a:custGeom>
                <a:rect b="b" l="l" r="r" t="t"/>
                <a:pathLst>
                  <a:path extrusionOk="0" h="1525" w="3930">
                    <a:moveTo>
                      <a:pt x="2251" y="0"/>
                    </a:moveTo>
                    <a:cubicBezTo>
                      <a:pt x="1501" y="12"/>
                      <a:pt x="751" y="12"/>
                      <a:pt x="1" y="24"/>
                    </a:cubicBezTo>
                    <a:cubicBezTo>
                      <a:pt x="620" y="476"/>
                      <a:pt x="1227" y="988"/>
                      <a:pt x="1787" y="1524"/>
                    </a:cubicBezTo>
                    <a:lnTo>
                      <a:pt x="3930" y="1524"/>
                    </a:lnTo>
                    <a:cubicBezTo>
                      <a:pt x="3346" y="1048"/>
                      <a:pt x="2787" y="524"/>
                      <a:pt x="225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8" name="Google Shape;608;p19"/>
              <p:cNvSpPr/>
              <p:nvPr/>
            </p:nvSpPr>
            <p:spPr>
              <a:xfrm>
                <a:off x="3418051" y="1513982"/>
                <a:ext cx="77120" cy="34258"/>
              </a:xfrm>
              <a:custGeom>
                <a:rect b="b" l="l" r="r" t="t"/>
                <a:pathLst>
                  <a:path extrusionOk="0" h="1513" w="3406">
                    <a:moveTo>
                      <a:pt x="1656" y="1"/>
                    </a:moveTo>
                    <a:cubicBezTo>
                      <a:pt x="1144" y="1"/>
                      <a:pt x="632" y="1"/>
                      <a:pt x="120" y="13"/>
                    </a:cubicBezTo>
                    <a:lnTo>
                      <a:pt x="1" y="13"/>
                    </a:lnTo>
                    <a:cubicBezTo>
                      <a:pt x="346" y="275"/>
                      <a:pt x="691" y="537"/>
                      <a:pt x="1036" y="799"/>
                    </a:cubicBezTo>
                    <a:cubicBezTo>
                      <a:pt x="1322" y="1025"/>
                      <a:pt x="1656" y="1239"/>
                      <a:pt x="1917" y="1513"/>
                    </a:cubicBezTo>
                    <a:cubicBezTo>
                      <a:pt x="2406" y="1513"/>
                      <a:pt x="2906" y="1501"/>
                      <a:pt x="3406" y="1501"/>
                    </a:cubicBezTo>
                    <a:cubicBezTo>
                      <a:pt x="2822" y="1001"/>
                      <a:pt x="2227" y="501"/>
                      <a:pt x="165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9" name="Google Shape;609;p19"/>
              <p:cNvSpPr/>
              <p:nvPr/>
            </p:nvSpPr>
            <p:spPr>
              <a:xfrm>
                <a:off x="2915016" y="1089153"/>
                <a:ext cx="1212891" cy="474360"/>
              </a:xfrm>
              <a:custGeom>
                <a:rect b="b" l="l" r="r" t="t"/>
                <a:pathLst>
                  <a:path extrusionOk="0" h="20950" w="53567">
                    <a:moveTo>
                      <a:pt x="51340" y="2440"/>
                    </a:moveTo>
                    <a:cubicBezTo>
                      <a:pt x="51995" y="2988"/>
                      <a:pt x="52471" y="3655"/>
                      <a:pt x="52698" y="4488"/>
                    </a:cubicBezTo>
                    <a:cubicBezTo>
                      <a:pt x="52412" y="4226"/>
                      <a:pt x="52102" y="3988"/>
                      <a:pt x="51781" y="3774"/>
                    </a:cubicBezTo>
                    <a:cubicBezTo>
                      <a:pt x="51709" y="3310"/>
                      <a:pt x="51566" y="2857"/>
                      <a:pt x="51340" y="2440"/>
                    </a:cubicBezTo>
                    <a:close/>
                    <a:moveTo>
                      <a:pt x="51840" y="4262"/>
                    </a:moveTo>
                    <a:cubicBezTo>
                      <a:pt x="52197" y="4560"/>
                      <a:pt x="52519" y="4893"/>
                      <a:pt x="52840" y="5227"/>
                    </a:cubicBezTo>
                    <a:cubicBezTo>
                      <a:pt x="52852" y="5381"/>
                      <a:pt x="52864" y="5524"/>
                      <a:pt x="52864" y="5691"/>
                    </a:cubicBezTo>
                    <a:cubicBezTo>
                      <a:pt x="52864" y="6000"/>
                      <a:pt x="52852" y="6310"/>
                      <a:pt x="52852" y="6620"/>
                    </a:cubicBezTo>
                    <a:cubicBezTo>
                      <a:pt x="52543" y="6310"/>
                      <a:pt x="52162" y="6048"/>
                      <a:pt x="51805" y="5822"/>
                    </a:cubicBezTo>
                    <a:cubicBezTo>
                      <a:pt x="51852" y="5310"/>
                      <a:pt x="51876" y="4786"/>
                      <a:pt x="51840" y="4262"/>
                    </a:cubicBezTo>
                    <a:close/>
                    <a:moveTo>
                      <a:pt x="51757" y="6155"/>
                    </a:moveTo>
                    <a:cubicBezTo>
                      <a:pt x="51912" y="6262"/>
                      <a:pt x="52055" y="6381"/>
                      <a:pt x="52186" y="6501"/>
                    </a:cubicBezTo>
                    <a:cubicBezTo>
                      <a:pt x="52412" y="6691"/>
                      <a:pt x="52614" y="6917"/>
                      <a:pt x="52840" y="7108"/>
                    </a:cubicBezTo>
                    <a:cubicBezTo>
                      <a:pt x="52829" y="7667"/>
                      <a:pt x="52829" y="8215"/>
                      <a:pt x="52817" y="8775"/>
                    </a:cubicBezTo>
                    <a:cubicBezTo>
                      <a:pt x="52698" y="8656"/>
                      <a:pt x="52555" y="8548"/>
                      <a:pt x="52436" y="8441"/>
                    </a:cubicBezTo>
                    <a:cubicBezTo>
                      <a:pt x="52197" y="8239"/>
                      <a:pt x="51947" y="8048"/>
                      <a:pt x="51686" y="7870"/>
                    </a:cubicBezTo>
                    <a:cubicBezTo>
                      <a:pt x="51669" y="7859"/>
                      <a:pt x="51652" y="7854"/>
                      <a:pt x="51635" y="7854"/>
                    </a:cubicBezTo>
                    <a:cubicBezTo>
                      <a:pt x="51575" y="7854"/>
                      <a:pt x="51516" y="7910"/>
                      <a:pt x="51507" y="7965"/>
                    </a:cubicBezTo>
                    <a:cubicBezTo>
                      <a:pt x="51590" y="7382"/>
                      <a:pt x="51674" y="6786"/>
                      <a:pt x="51757" y="6191"/>
                    </a:cubicBezTo>
                    <a:cubicBezTo>
                      <a:pt x="51757" y="6179"/>
                      <a:pt x="51757" y="6167"/>
                      <a:pt x="51757" y="6155"/>
                    </a:cubicBezTo>
                    <a:close/>
                    <a:moveTo>
                      <a:pt x="51507" y="7989"/>
                    </a:moveTo>
                    <a:cubicBezTo>
                      <a:pt x="51507" y="8013"/>
                      <a:pt x="51519" y="8036"/>
                      <a:pt x="51543" y="8060"/>
                    </a:cubicBezTo>
                    <a:cubicBezTo>
                      <a:pt x="51793" y="8263"/>
                      <a:pt x="52031" y="8477"/>
                      <a:pt x="52257" y="8703"/>
                    </a:cubicBezTo>
                    <a:cubicBezTo>
                      <a:pt x="52436" y="8894"/>
                      <a:pt x="52614" y="9120"/>
                      <a:pt x="52829" y="9298"/>
                    </a:cubicBezTo>
                    <a:cubicBezTo>
                      <a:pt x="52829" y="9406"/>
                      <a:pt x="52829" y="9513"/>
                      <a:pt x="52829" y="9632"/>
                    </a:cubicBezTo>
                    <a:cubicBezTo>
                      <a:pt x="52840" y="10168"/>
                      <a:pt x="52876" y="10751"/>
                      <a:pt x="52900" y="11358"/>
                    </a:cubicBezTo>
                    <a:cubicBezTo>
                      <a:pt x="52662" y="11108"/>
                      <a:pt x="52388" y="10870"/>
                      <a:pt x="52138" y="10632"/>
                    </a:cubicBezTo>
                    <a:cubicBezTo>
                      <a:pt x="51852" y="10370"/>
                      <a:pt x="51566" y="10084"/>
                      <a:pt x="51269" y="9834"/>
                    </a:cubicBezTo>
                    <a:cubicBezTo>
                      <a:pt x="51340" y="9215"/>
                      <a:pt x="51424" y="8596"/>
                      <a:pt x="51507" y="7989"/>
                    </a:cubicBezTo>
                    <a:close/>
                    <a:moveTo>
                      <a:pt x="51221" y="10180"/>
                    </a:moveTo>
                    <a:cubicBezTo>
                      <a:pt x="51447" y="10418"/>
                      <a:pt x="51674" y="10644"/>
                      <a:pt x="51900" y="10870"/>
                    </a:cubicBezTo>
                    <a:cubicBezTo>
                      <a:pt x="52197" y="11180"/>
                      <a:pt x="52471" y="11501"/>
                      <a:pt x="52805" y="11763"/>
                    </a:cubicBezTo>
                    <a:cubicBezTo>
                      <a:pt x="52840" y="11799"/>
                      <a:pt x="52876" y="11811"/>
                      <a:pt x="52924" y="11811"/>
                    </a:cubicBezTo>
                    <a:cubicBezTo>
                      <a:pt x="52948" y="12466"/>
                      <a:pt x="52971" y="13132"/>
                      <a:pt x="52959" y="13799"/>
                    </a:cubicBezTo>
                    <a:cubicBezTo>
                      <a:pt x="52364" y="13156"/>
                      <a:pt x="51709" y="12537"/>
                      <a:pt x="51054" y="11965"/>
                    </a:cubicBezTo>
                    <a:cubicBezTo>
                      <a:pt x="51090" y="11370"/>
                      <a:pt x="51150" y="10775"/>
                      <a:pt x="51221" y="10180"/>
                    </a:cubicBezTo>
                    <a:close/>
                    <a:moveTo>
                      <a:pt x="51031" y="12394"/>
                    </a:moveTo>
                    <a:cubicBezTo>
                      <a:pt x="51602" y="13108"/>
                      <a:pt x="52257" y="13799"/>
                      <a:pt x="52936" y="14371"/>
                    </a:cubicBezTo>
                    <a:cubicBezTo>
                      <a:pt x="52912" y="14871"/>
                      <a:pt x="52864" y="15371"/>
                      <a:pt x="52781" y="15859"/>
                    </a:cubicBezTo>
                    <a:cubicBezTo>
                      <a:pt x="52531" y="15597"/>
                      <a:pt x="52257" y="15347"/>
                      <a:pt x="52007" y="15085"/>
                    </a:cubicBezTo>
                    <a:cubicBezTo>
                      <a:pt x="51662" y="14728"/>
                      <a:pt x="51364" y="14323"/>
                      <a:pt x="50995" y="13990"/>
                    </a:cubicBezTo>
                    <a:cubicBezTo>
                      <a:pt x="50995" y="13990"/>
                      <a:pt x="50983" y="13990"/>
                      <a:pt x="50983" y="13978"/>
                    </a:cubicBezTo>
                    <a:cubicBezTo>
                      <a:pt x="50983" y="13942"/>
                      <a:pt x="50983" y="13894"/>
                      <a:pt x="50983" y="13859"/>
                    </a:cubicBezTo>
                    <a:cubicBezTo>
                      <a:pt x="50983" y="13370"/>
                      <a:pt x="50995" y="12882"/>
                      <a:pt x="51031" y="12394"/>
                    </a:cubicBezTo>
                    <a:close/>
                    <a:moveTo>
                      <a:pt x="51019" y="14525"/>
                    </a:moveTo>
                    <a:lnTo>
                      <a:pt x="51019" y="14525"/>
                    </a:lnTo>
                    <a:cubicBezTo>
                      <a:pt x="51233" y="14823"/>
                      <a:pt x="51483" y="15097"/>
                      <a:pt x="51721" y="15359"/>
                    </a:cubicBezTo>
                    <a:cubicBezTo>
                      <a:pt x="52031" y="15704"/>
                      <a:pt x="52340" y="16061"/>
                      <a:pt x="52686" y="16347"/>
                    </a:cubicBezTo>
                    <a:cubicBezTo>
                      <a:pt x="52567" y="16907"/>
                      <a:pt x="52388" y="17454"/>
                      <a:pt x="52138" y="17942"/>
                    </a:cubicBezTo>
                    <a:cubicBezTo>
                      <a:pt x="51876" y="17478"/>
                      <a:pt x="51424" y="17061"/>
                      <a:pt x="51031" y="16728"/>
                    </a:cubicBezTo>
                    <a:cubicBezTo>
                      <a:pt x="51162" y="16025"/>
                      <a:pt x="51066" y="15216"/>
                      <a:pt x="51019" y="14525"/>
                    </a:cubicBezTo>
                    <a:close/>
                    <a:moveTo>
                      <a:pt x="27465" y="821"/>
                    </a:moveTo>
                    <a:cubicBezTo>
                      <a:pt x="30824" y="821"/>
                      <a:pt x="34184" y="875"/>
                      <a:pt x="37541" y="940"/>
                    </a:cubicBezTo>
                    <a:cubicBezTo>
                      <a:pt x="39529" y="976"/>
                      <a:pt x="41529" y="1012"/>
                      <a:pt x="43530" y="1071"/>
                    </a:cubicBezTo>
                    <a:cubicBezTo>
                      <a:pt x="43749" y="1079"/>
                      <a:pt x="43984" y="1081"/>
                      <a:pt x="44230" y="1081"/>
                    </a:cubicBezTo>
                    <a:cubicBezTo>
                      <a:pt x="44621" y="1081"/>
                      <a:pt x="45040" y="1075"/>
                      <a:pt x="45470" y="1075"/>
                    </a:cubicBezTo>
                    <a:cubicBezTo>
                      <a:pt x="46956" y="1075"/>
                      <a:pt x="48578" y="1143"/>
                      <a:pt x="49661" y="1750"/>
                    </a:cubicBezTo>
                    <a:cubicBezTo>
                      <a:pt x="52078" y="3107"/>
                      <a:pt x="50900" y="6489"/>
                      <a:pt x="50614" y="8584"/>
                    </a:cubicBezTo>
                    <a:cubicBezTo>
                      <a:pt x="50376" y="10334"/>
                      <a:pt x="50281" y="12096"/>
                      <a:pt x="50281" y="13859"/>
                    </a:cubicBezTo>
                    <a:cubicBezTo>
                      <a:pt x="50281" y="14287"/>
                      <a:pt x="50281" y="14716"/>
                      <a:pt x="50292" y="15156"/>
                    </a:cubicBezTo>
                    <a:cubicBezTo>
                      <a:pt x="50328" y="16311"/>
                      <a:pt x="50519" y="16049"/>
                      <a:pt x="49459" y="16954"/>
                    </a:cubicBezTo>
                    <a:cubicBezTo>
                      <a:pt x="48530" y="17740"/>
                      <a:pt x="48435" y="17728"/>
                      <a:pt x="47328" y="17823"/>
                    </a:cubicBezTo>
                    <a:cubicBezTo>
                      <a:pt x="46911" y="17859"/>
                      <a:pt x="46506" y="17883"/>
                      <a:pt x="46090" y="17907"/>
                    </a:cubicBezTo>
                    <a:cubicBezTo>
                      <a:pt x="44185" y="18002"/>
                      <a:pt x="42280" y="17990"/>
                      <a:pt x="40375" y="18014"/>
                    </a:cubicBezTo>
                    <a:cubicBezTo>
                      <a:pt x="36374" y="18038"/>
                      <a:pt x="32362" y="18050"/>
                      <a:pt x="28349" y="18085"/>
                    </a:cubicBezTo>
                    <a:cubicBezTo>
                      <a:pt x="23920" y="18109"/>
                      <a:pt x="19491" y="18145"/>
                      <a:pt x="15062" y="18157"/>
                    </a:cubicBezTo>
                    <a:cubicBezTo>
                      <a:pt x="14548" y="18159"/>
                      <a:pt x="14034" y="18161"/>
                      <a:pt x="13521" y="18161"/>
                    </a:cubicBezTo>
                    <a:cubicBezTo>
                      <a:pt x="11749" y="18161"/>
                      <a:pt x="9979" y="18143"/>
                      <a:pt x="8216" y="18097"/>
                    </a:cubicBezTo>
                    <a:cubicBezTo>
                      <a:pt x="8058" y="18094"/>
                      <a:pt x="7879" y="18093"/>
                      <a:pt x="7682" y="18093"/>
                    </a:cubicBezTo>
                    <a:cubicBezTo>
                      <a:pt x="7522" y="18093"/>
                      <a:pt x="7351" y="18093"/>
                      <a:pt x="7170" y="18093"/>
                    </a:cubicBezTo>
                    <a:cubicBezTo>
                      <a:pt x="4644" y="18093"/>
                      <a:pt x="357" y="17988"/>
                      <a:pt x="953" y="14835"/>
                    </a:cubicBezTo>
                    <a:cubicBezTo>
                      <a:pt x="977" y="14716"/>
                      <a:pt x="917" y="14621"/>
                      <a:pt x="834" y="14573"/>
                    </a:cubicBezTo>
                    <a:cubicBezTo>
                      <a:pt x="846" y="12835"/>
                      <a:pt x="810" y="11108"/>
                      <a:pt x="870" y="9370"/>
                    </a:cubicBezTo>
                    <a:cubicBezTo>
                      <a:pt x="941" y="7405"/>
                      <a:pt x="810" y="4822"/>
                      <a:pt x="2406" y="3381"/>
                    </a:cubicBezTo>
                    <a:cubicBezTo>
                      <a:pt x="3763" y="2155"/>
                      <a:pt x="5835" y="1988"/>
                      <a:pt x="7561" y="1774"/>
                    </a:cubicBezTo>
                    <a:cubicBezTo>
                      <a:pt x="9549" y="1548"/>
                      <a:pt x="11550" y="1381"/>
                      <a:pt x="13538" y="1250"/>
                    </a:cubicBezTo>
                    <a:cubicBezTo>
                      <a:pt x="18175" y="925"/>
                      <a:pt x="22819" y="821"/>
                      <a:pt x="27465" y="821"/>
                    </a:cubicBezTo>
                    <a:close/>
                    <a:moveTo>
                      <a:pt x="50935" y="17109"/>
                    </a:moveTo>
                    <a:cubicBezTo>
                      <a:pt x="51102" y="17276"/>
                      <a:pt x="51257" y="17454"/>
                      <a:pt x="51400" y="17657"/>
                    </a:cubicBezTo>
                    <a:cubicBezTo>
                      <a:pt x="51578" y="17895"/>
                      <a:pt x="51697" y="18157"/>
                      <a:pt x="51888" y="18383"/>
                    </a:cubicBezTo>
                    <a:cubicBezTo>
                      <a:pt x="51876" y="18407"/>
                      <a:pt x="51864" y="18419"/>
                      <a:pt x="51852" y="18431"/>
                    </a:cubicBezTo>
                    <a:cubicBezTo>
                      <a:pt x="51626" y="18788"/>
                      <a:pt x="51340" y="19073"/>
                      <a:pt x="51007" y="19300"/>
                    </a:cubicBezTo>
                    <a:cubicBezTo>
                      <a:pt x="51007" y="19276"/>
                      <a:pt x="51007" y="19240"/>
                      <a:pt x="50995" y="19216"/>
                    </a:cubicBezTo>
                    <a:cubicBezTo>
                      <a:pt x="50876" y="18954"/>
                      <a:pt x="50614" y="18752"/>
                      <a:pt x="50423" y="18550"/>
                    </a:cubicBezTo>
                    <a:cubicBezTo>
                      <a:pt x="50292" y="18407"/>
                      <a:pt x="50162" y="18276"/>
                      <a:pt x="50031" y="18145"/>
                    </a:cubicBezTo>
                    <a:cubicBezTo>
                      <a:pt x="50185" y="18061"/>
                      <a:pt x="50316" y="17978"/>
                      <a:pt x="50435" y="17883"/>
                    </a:cubicBezTo>
                    <a:cubicBezTo>
                      <a:pt x="50673" y="17680"/>
                      <a:pt x="50840" y="17407"/>
                      <a:pt x="50935" y="17109"/>
                    </a:cubicBezTo>
                    <a:close/>
                    <a:moveTo>
                      <a:pt x="49709" y="18288"/>
                    </a:moveTo>
                    <a:cubicBezTo>
                      <a:pt x="49852" y="18466"/>
                      <a:pt x="49995" y="18645"/>
                      <a:pt x="50150" y="18823"/>
                    </a:cubicBezTo>
                    <a:cubicBezTo>
                      <a:pt x="50316" y="19050"/>
                      <a:pt x="50495" y="19324"/>
                      <a:pt x="50733" y="19478"/>
                    </a:cubicBezTo>
                    <a:lnTo>
                      <a:pt x="50745" y="19478"/>
                    </a:lnTo>
                    <a:cubicBezTo>
                      <a:pt x="50328" y="19716"/>
                      <a:pt x="49864" y="19895"/>
                      <a:pt x="49364" y="20014"/>
                    </a:cubicBezTo>
                    <a:cubicBezTo>
                      <a:pt x="49161" y="19812"/>
                      <a:pt x="48923" y="19633"/>
                      <a:pt x="48733" y="19443"/>
                    </a:cubicBezTo>
                    <a:cubicBezTo>
                      <a:pt x="48459" y="19169"/>
                      <a:pt x="48209" y="18883"/>
                      <a:pt x="47959" y="18597"/>
                    </a:cubicBezTo>
                    <a:cubicBezTo>
                      <a:pt x="48590" y="18550"/>
                      <a:pt x="49209" y="18466"/>
                      <a:pt x="49709" y="18288"/>
                    </a:cubicBezTo>
                    <a:close/>
                    <a:moveTo>
                      <a:pt x="1905" y="17800"/>
                    </a:moveTo>
                    <a:cubicBezTo>
                      <a:pt x="2370" y="18050"/>
                      <a:pt x="2929" y="18228"/>
                      <a:pt x="3501" y="18359"/>
                    </a:cubicBezTo>
                    <a:cubicBezTo>
                      <a:pt x="3953" y="18681"/>
                      <a:pt x="4394" y="19014"/>
                      <a:pt x="4823" y="19359"/>
                    </a:cubicBezTo>
                    <a:cubicBezTo>
                      <a:pt x="5132" y="19609"/>
                      <a:pt x="5418" y="19907"/>
                      <a:pt x="5727" y="20157"/>
                    </a:cubicBezTo>
                    <a:cubicBezTo>
                      <a:pt x="5073" y="20038"/>
                      <a:pt x="4418" y="19859"/>
                      <a:pt x="3822" y="19538"/>
                    </a:cubicBezTo>
                    <a:cubicBezTo>
                      <a:pt x="3037" y="19109"/>
                      <a:pt x="2429" y="18490"/>
                      <a:pt x="1905" y="17800"/>
                    </a:cubicBezTo>
                    <a:close/>
                    <a:moveTo>
                      <a:pt x="41053" y="18657"/>
                    </a:moveTo>
                    <a:cubicBezTo>
                      <a:pt x="41518" y="19181"/>
                      <a:pt x="41994" y="19716"/>
                      <a:pt x="42494" y="20216"/>
                    </a:cubicBezTo>
                    <a:cubicBezTo>
                      <a:pt x="41827" y="20228"/>
                      <a:pt x="41148" y="20228"/>
                      <a:pt x="40482" y="20228"/>
                    </a:cubicBezTo>
                    <a:cubicBezTo>
                      <a:pt x="39934" y="19716"/>
                      <a:pt x="39422" y="19204"/>
                      <a:pt x="38922" y="18669"/>
                    </a:cubicBezTo>
                    <a:cubicBezTo>
                      <a:pt x="39624" y="18669"/>
                      <a:pt x="40339" y="18669"/>
                      <a:pt x="41053" y="18657"/>
                    </a:cubicBezTo>
                    <a:close/>
                    <a:moveTo>
                      <a:pt x="33874" y="18692"/>
                    </a:moveTo>
                    <a:cubicBezTo>
                      <a:pt x="34481" y="19216"/>
                      <a:pt x="35088" y="19764"/>
                      <a:pt x="35731" y="20240"/>
                    </a:cubicBezTo>
                    <a:lnTo>
                      <a:pt x="33457" y="20240"/>
                    </a:lnTo>
                    <a:cubicBezTo>
                      <a:pt x="32933" y="19681"/>
                      <a:pt x="32362" y="19181"/>
                      <a:pt x="31754" y="18716"/>
                    </a:cubicBezTo>
                    <a:cubicBezTo>
                      <a:pt x="32457" y="18704"/>
                      <a:pt x="33159" y="18704"/>
                      <a:pt x="33874" y="18692"/>
                    </a:cubicBezTo>
                    <a:close/>
                    <a:moveTo>
                      <a:pt x="36243" y="18681"/>
                    </a:moveTo>
                    <a:cubicBezTo>
                      <a:pt x="36684" y="19216"/>
                      <a:pt x="37172" y="19776"/>
                      <a:pt x="37708" y="20240"/>
                    </a:cubicBezTo>
                    <a:lnTo>
                      <a:pt x="36160" y="20240"/>
                    </a:lnTo>
                    <a:cubicBezTo>
                      <a:pt x="36160" y="20228"/>
                      <a:pt x="36148" y="20216"/>
                      <a:pt x="36136" y="20205"/>
                    </a:cubicBezTo>
                    <a:cubicBezTo>
                      <a:pt x="35553" y="19657"/>
                      <a:pt x="34898" y="19181"/>
                      <a:pt x="34255" y="18692"/>
                    </a:cubicBezTo>
                    <a:cubicBezTo>
                      <a:pt x="34910" y="18692"/>
                      <a:pt x="35576" y="18692"/>
                      <a:pt x="36243" y="18681"/>
                    </a:cubicBezTo>
                    <a:close/>
                    <a:moveTo>
                      <a:pt x="38553" y="18669"/>
                    </a:moveTo>
                    <a:cubicBezTo>
                      <a:pt x="38982" y="19216"/>
                      <a:pt x="39458" y="19752"/>
                      <a:pt x="39958" y="20228"/>
                    </a:cubicBezTo>
                    <a:cubicBezTo>
                      <a:pt x="39422" y="20228"/>
                      <a:pt x="38874" y="20228"/>
                      <a:pt x="38339" y="20240"/>
                    </a:cubicBezTo>
                    <a:cubicBezTo>
                      <a:pt x="37755" y="19716"/>
                      <a:pt x="37160" y="19228"/>
                      <a:pt x="36600" y="18681"/>
                    </a:cubicBezTo>
                    <a:cubicBezTo>
                      <a:pt x="36969" y="18681"/>
                      <a:pt x="37338" y="18669"/>
                      <a:pt x="37708" y="18669"/>
                    </a:cubicBezTo>
                    <a:close/>
                    <a:moveTo>
                      <a:pt x="31314" y="18716"/>
                    </a:moveTo>
                    <a:cubicBezTo>
                      <a:pt x="31897" y="19193"/>
                      <a:pt x="32433" y="19705"/>
                      <a:pt x="32957" y="20252"/>
                    </a:cubicBezTo>
                    <a:lnTo>
                      <a:pt x="31135" y="20252"/>
                    </a:lnTo>
                    <a:cubicBezTo>
                      <a:pt x="31123" y="20240"/>
                      <a:pt x="31123" y="20240"/>
                      <a:pt x="31123" y="20228"/>
                    </a:cubicBezTo>
                    <a:cubicBezTo>
                      <a:pt x="30921" y="19931"/>
                      <a:pt x="30540" y="19716"/>
                      <a:pt x="30278" y="19466"/>
                    </a:cubicBezTo>
                    <a:cubicBezTo>
                      <a:pt x="30028" y="19228"/>
                      <a:pt x="29802" y="18990"/>
                      <a:pt x="29588" y="18728"/>
                    </a:cubicBezTo>
                    <a:cubicBezTo>
                      <a:pt x="30159" y="18716"/>
                      <a:pt x="30742" y="18716"/>
                      <a:pt x="31314" y="18716"/>
                    </a:cubicBezTo>
                    <a:close/>
                    <a:moveTo>
                      <a:pt x="26623" y="18740"/>
                    </a:moveTo>
                    <a:cubicBezTo>
                      <a:pt x="27159" y="19264"/>
                      <a:pt x="27718" y="19788"/>
                      <a:pt x="28302" y="20264"/>
                    </a:cubicBezTo>
                    <a:lnTo>
                      <a:pt x="26159" y="20264"/>
                    </a:lnTo>
                    <a:cubicBezTo>
                      <a:pt x="25599" y="19728"/>
                      <a:pt x="24992" y="19216"/>
                      <a:pt x="24373" y="18764"/>
                    </a:cubicBezTo>
                    <a:cubicBezTo>
                      <a:pt x="25123" y="18752"/>
                      <a:pt x="25873" y="18752"/>
                      <a:pt x="26623" y="18740"/>
                    </a:cubicBezTo>
                    <a:close/>
                    <a:moveTo>
                      <a:pt x="29218" y="18728"/>
                    </a:moveTo>
                    <a:cubicBezTo>
                      <a:pt x="29230" y="18752"/>
                      <a:pt x="29230" y="18764"/>
                      <a:pt x="29254" y="18788"/>
                    </a:cubicBezTo>
                    <a:cubicBezTo>
                      <a:pt x="29516" y="19121"/>
                      <a:pt x="29778" y="19454"/>
                      <a:pt x="30076" y="19752"/>
                    </a:cubicBezTo>
                    <a:cubicBezTo>
                      <a:pt x="30219" y="19919"/>
                      <a:pt x="30385" y="20097"/>
                      <a:pt x="30564" y="20252"/>
                    </a:cubicBezTo>
                    <a:cubicBezTo>
                      <a:pt x="29969" y="20252"/>
                      <a:pt x="29373" y="20264"/>
                      <a:pt x="28778" y="20264"/>
                    </a:cubicBezTo>
                    <a:cubicBezTo>
                      <a:pt x="28242" y="19716"/>
                      <a:pt x="27647" y="19216"/>
                      <a:pt x="27051" y="18740"/>
                    </a:cubicBezTo>
                    <a:cubicBezTo>
                      <a:pt x="27778" y="18740"/>
                      <a:pt x="28492" y="18728"/>
                      <a:pt x="29218" y="18728"/>
                    </a:cubicBezTo>
                    <a:close/>
                    <a:moveTo>
                      <a:pt x="43470" y="18633"/>
                    </a:moveTo>
                    <a:cubicBezTo>
                      <a:pt x="43792" y="18883"/>
                      <a:pt x="44101" y="19157"/>
                      <a:pt x="44387" y="19454"/>
                    </a:cubicBezTo>
                    <a:cubicBezTo>
                      <a:pt x="44649" y="19716"/>
                      <a:pt x="44875" y="20050"/>
                      <a:pt x="45161" y="20264"/>
                    </a:cubicBezTo>
                    <a:cubicBezTo>
                      <a:pt x="44518" y="20240"/>
                      <a:pt x="43923" y="20216"/>
                      <a:pt x="43399" y="20216"/>
                    </a:cubicBezTo>
                    <a:lnTo>
                      <a:pt x="43065" y="20216"/>
                    </a:lnTo>
                    <a:cubicBezTo>
                      <a:pt x="42613" y="19669"/>
                      <a:pt x="42077" y="19145"/>
                      <a:pt x="41529" y="18657"/>
                    </a:cubicBezTo>
                    <a:cubicBezTo>
                      <a:pt x="42184" y="18657"/>
                      <a:pt x="42815" y="18645"/>
                      <a:pt x="43470" y="18633"/>
                    </a:cubicBezTo>
                    <a:close/>
                    <a:moveTo>
                      <a:pt x="47792" y="18609"/>
                    </a:moveTo>
                    <a:lnTo>
                      <a:pt x="47792" y="18609"/>
                    </a:lnTo>
                    <a:cubicBezTo>
                      <a:pt x="47768" y="18633"/>
                      <a:pt x="47756" y="18681"/>
                      <a:pt x="47792" y="18716"/>
                    </a:cubicBezTo>
                    <a:cubicBezTo>
                      <a:pt x="48006" y="19026"/>
                      <a:pt x="48245" y="19312"/>
                      <a:pt x="48483" y="19597"/>
                    </a:cubicBezTo>
                    <a:cubicBezTo>
                      <a:pt x="48626" y="19764"/>
                      <a:pt x="48768" y="19943"/>
                      <a:pt x="48935" y="20109"/>
                    </a:cubicBezTo>
                    <a:cubicBezTo>
                      <a:pt x="48530" y="20193"/>
                      <a:pt x="48102" y="20240"/>
                      <a:pt x="47673" y="20264"/>
                    </a:cubicBezTo>
                    <a:cubicBezTo>
                      <a:pt x="47673" y="20252"/>
                      <a:pt x="47673" y="20240"/>
                      <a:pt x="47661" y="20240"/>
                    </a:cubicBezTo>
                    <a:cubicBezTo>
                      <a:pt x="47435" y="19895"/>
                      <a:pt x="47054" y="19645"/>
                      <a:pt x="46768" y="19347"/>
                    </a:cubicBezTo>
                    <a:cubicBezTo>
                      <a:pt x="46542" y="19109"/>
                      <a:pt x="46328" y="18871"/>
                      <a:pt x="46125" y="18621"/>
                    </a:cubicBezTo>
                    <a:lnTo>
                      <a:pt x="46125" y="18621"/>
                    </a:lnTo>
                    <a:cubicBezTo>
                      <a:pt x="46342" y="18626"/>
                      <a:pt x="46569" y="18629"/>
                      <a:pt x="46801" y="18629"/>
                    </a:cubicBezTo>
                    <a:cubicBezTo>
                      <a:pt x="47128" y="18629"/>
                      <a:pt x="47464" y="18623"/>
                      <a:pt x="47792" y="18609"/>
                    </a:cubicBezTo>
                    <a:close/>
                    <a:moveTo>
                      <a:pt x="23873" y="18764"/>
                    </a:moveTo>
                    <a:cubicBezTo>
                      <a:pt x="24444" y="19264"/>
                      <a:pt x="25039" y="19764"/>
                      <a:pt x="25623" y="20264"/>
                    </a:cubicBezTo>
                    <a:cubicBezTo>
                      <a:pt x="25123" y="20264"/>
                      <a:pt x="24623" y="20276"/>
                      <a:pt x="24134" y="20276"/>
                    </a:cubicBezTo>
                    <a:cubicBezTo>
                      <a:pt x="23873" y="20002"/>
                      <a:pt x="23539" y="19788"/>
                      <a:pt x="23253" y="19562"/>
                    </a:cubicBezTo>
                    <a:cubicBezTo>
                      <a:pt x="22908" y="19300"/>
                      <a:pt x="22563" y="19038"/>
                      <a:pt x="22218" y="18776"/>
                    </a:cubicBezTo>
                    <a:lnTo>
                      <a:pt x="22337" y="18776"/>
                    </a:lnTo>
                    <a:cubicBezTo>
                      <a:pt x="22849" y="18764"/>
                      <a:pt x="23361" y="18764"/>
                      <a:pt x="23873" y="18764"/>
                    </a:cubicBezTo>
                    <a:close/>
                    <a:moveTo>
                      <a:pt x="17574" y="18800"/>
                    </a:moveTo>
                    <a:cubicBezTo>
                      <a:pt x="17955" y="19085"/>
                      <a:pt x="18324" y="19395"/>
                      <a:pt x="18681" y="19716"/>
                    </a:cubicBezTo>
                    <a:cubicBezTo>
                      <a:pt x="18884" y="19895"/>
                      <a:pt x="19074" y="20097"/>
                      <a:pt x="19265" y="20288"/>
                    </a:cubicBezTo>
                    <a:lnTo>
                      <a:pt x="17741" y="20288"/>
                    </a:lnTo>
                    <a:cubicBezTo>
                      <a:pt x="17122" y="19824"/>
                      <a:pt x="16491" y="19395"/>
                      <a:pt x="15919" y="18847"/>
                    </a:cubicBezTo>
                    <a:cubicBezTo>
                      <a:pt x="15895" y="18835"/>
                      <a:pt x="15883" y="18823"/>
                      <a:pt x="15872" y="18812"/>
                    </a:cubicBezTo>
                    <a:cubicBezTo>
                      <a:pt x="16443" y="18812"/>
                      <a:pt x="17003" y="18812"/>
                      <a:pt x="17574" y="18800"/>
                    </a:cubicBezTo>
                    <a:close/>
                    <a:moveTo>
                      <a:pt x="21932" y="18776"/>
                    </a:moveTo>
                    <a:cubicBezTo>
                      <a:pt x="21884" y="18835"/>
                      <a:pt x="21884" y="18931"/>
                      <a:pt x="21944" y="18978"/>
                    </a:cubicBezTo>
                    <a:cubicBezTo>
                      <a:pt x="22313" y="19264"/>
                      <a:pt x="22670" y="19562"/>
                      <a:pt x="23039" y="19847"/>
                    </a:cubicBezTo>
                    <a:cubicBezTo>
                      <a:pt x="23218" y="19978"/>
                      <a:pt x="23384" y="20133"/>
                      <a:pt x="23563" y="20276"/>
                    </a:cubicBezTo>
                    <a:lnTo>
                      <a:pt x="21979" y="20276"/>
                    </a:lnTo>
                    <a:cubicBezTo>
                      <a:pt x="21741" y="20097"/>
                      <a:pt x="21467" y="19931"/>
                      <a:pt x="21229" y="19752"/>
                    </a:cubicBezTo>
                    <a:cubicBezTo>
                      <a:pt x="20848" y="19466"/>
                      <a:pt x="20467" y="19157"/>
                      <a:pt x="20098" y="18847"/>
                    </a:cubicBezTo>
                    <a:cubicBezTo>
                      <a:pt x="20074" y="18835"/>
                      <a:pt x="20051" y="18823"/>
                      <a:pt x="20027" y="18823"/>
                    </a:cubicBezTo>
                    <a:cubicBezTo>
                      <a:pt x="19943" y="18823"/>
                      <a:pt x="19872" y="18931"/>
                      <a:pt x="19955" y="19002"/>
                    </a:cubicBezTo>
                    <a:cubicBezTo>
                      <a:pt x="20301" y="19312"/>
                      <a:pt x="20658" y="19609"/>
                      <a:pt x="21027" y="19895"/>
                    </a:cubicBezTo>
                    <a:cubicBezTo>
                      <a:pt x="21182" y="20014"/>
                      <a:pt x="21336" y="20157"/>
                      <a:pt x="21491" y="20276"/>
                    </a:cubicBezTo>
                    <a:cubicBezTo>
                      <a:pt x="20908" y="20288"/>
                      <a:pt x="20313" y="20288"/>
                      <a:pt x="19729" y="20288"/>
                    </a:cubicBezTo>
                    <a:cubicBezTo>
                      <a:pt x="19265" y="19693"/>
                      <a:pt x="18586" y="19216"/>
                      <a:pt x="17943" y="18800"/>
                    </a:cubicBezTo>
                    <a:cubicBezTo>
                      <a:pt x="18634" y="18800"/>
                      <a:pt x="19336" y="18788"/>
                      <a:pt x="20027" y="18788"/>
                    </a:cubicBezTo>
                    <a:cubicBezTo>
                      <a:pt x="20670" y="18788"/>
                      <a:pt x="21301" y="18776"/>
                      <a:pt x="21932" y="18776"/>
                    </a:cubicBezTo>
                    <a:close/>
                    <a:moveTo>
                      <a:pt x="45117" y="18604"/>
                    </a:moveTo>
                    <a:cubicBezTo>
                      <a:pt x="45312" y="18604"/>
                      <a:pt x="45526" y="18609"/>
                      <a:pt x="45756" y="18609"/>
                    </a:cubicBezTo>
                    <a:cubicBezTo>
                      <a:pt x="45971" y="18943"/>
                      <a:pt x="46185" y="19276"/>
                      <a:pt x="46447" y="19574"/>
                    </a:cubicBezTo>
                    <a:cubicBezTo>
                      <a:pt x="46625" y="19812"/>
                      <a:pt x="46840" y="20074"/>
                      <a:pt x="47078" y="20288"/>
                    </a:cubicBezTo>
                    <a:cubicBezTo>
                      <a:pt x="46910" y="20291"/>
                      <a:pt x="46743" y="20293"/>
                      <a:pt x="46576" y="20293"/>
                    </a:cubicBezTo>
                    <a:cubicBezTo>
                      <a:pt x="46174" y="20293"/>
                      <a:pt x="45774" y="20284"/>
                      <a:pt x="45387" y="20276"/>
                    </a:cubicBezTo>
                    <a:cubicBezTo>
                      <a:pt x="45447" y="20216"/>
                      <a:pt x="45459" y="20133"/>
                      <a:pt x="45435" y="20062"/>
                    </a:cubicBezTo>
                    <a:cubicBezTo>
                      <a:pt x="45280" y="19693"/>
                      <a:pt x="44899" y="19395"/>
                      <a:pt x="44625" y="19133"/>
                    </a:cubicBezTo>
                    <a:cubicBezTo>
                      <a:pt x="44423" y="18954"/>
                      <a:pt x="44220" y="18788"/>
                      <a:pt x="44018" y="18621"/>
                    </a:cubicBezTo>
                    <a:cubicBezTo>
                      <a:pt x="44292" y="18621"/>
                      <a:pt x="44566" y="18609"/>
                      <a:pt x="44839" y="18609"/>
                    </a:cubicBezTo>
                    <a:cubicBezTo>
                      <a:pt x="44927" y="18605"/>
                      <a:pt x="45019" y="18604"/>
                      <a:pt x="45117" y="18604"/>
                    </a:cubicBezTo>
                    <a:close/>
                    <a:moveTo>
                      <a:pt x="15776" y="18812"/>
                    </a:moveTo>
                    <a:cubicBezTo>
                      <a:pt x="15693" y="18847"/>
                      <a:pt x="15633" y="18954"/>
                      <a:pt x="15717" y="19038"/>
                    </a:cubicBezTo>
                    <a:cubicBezTo>
                      <a:pt x="16157" y="19466"/>
                      <a:pt x="16622" y="19919"/>
                      <a:pt x="17110" y="20288"/>
                    </a:cubicBezTo>
                    <a:lnTo>
                      <a:pt x="16610" y="20288"/>
                    </a:lnTo>
                    <a:cubicBezTo>
                      <a:pt x="16181" y="20300"/>
                      <a:pt x="15741" y="20300"/>
                      <a:pt x="15300" y="20300"/>
                    </a:cubicBezTo>
                    <a:cubicBezTo>
                      <a:pt x="14705" y="19776"/>
                      <a:pt x="14038" y="19312"/>
                      <a:pt x="13419" y="18823"/>
                    </a:cubicBezTo>
                    <a:cubicBezTo>
                      <a:pt x="14205" y="18823"/>
                      <a:pt x="14990" y="18812"/>
                      <a:pt x="15776" y="18812"/>
                    </a:cubicBezTo>
                    <a:close/>
                    <a:moveTo>
                      <a:pt x="4168" y="18478"/>
                    </a:moveTo>
                    <a:cubicBezTo>
                      <a:pt x="4775" y="18573"/>
                      <a:pt x="5394" y="18621"/>
                      <a:pt x="5977" y="18657"/>
                    </a:cubicBezTo>
                    <a:cubicBezTo>
                      <a:pt x="6251" y="18954"/>
                      <a:pt x="6525" y="19240"/>
                      <a:pt x="6823" y="19514"/>
                    </a:cubicBezTo>
                    <a:cubicBezTo>
                      <a:pt x="7120" y="19788"/>
                      <a:pt x="7430" y="20133"/>
                      <a:pt x="7799" y="20312"/>
                    </a:cubicBezTo>
                    <a:cubicBezTo>
                      <a:pt x="7823" y="20324"/>
                      <a:pt x="7834" y="20324"/>
                      <a:pt x="7858" y="20324"/>
                    </a:cubicBezTo>
                    <a:lnTo>
                      <a:pt x="7858" y="20324"/>
                    </a:lnTo>
                    <a:cubicBezTo>
                      <a:pt x="7334" y="20324"/>
                      <a:pt x="6799" y="20300"/>
                      <a:pt x="6287" y="20240"/>
                    </a:cubicBezTo>
                    <a:cubicBezTo>
                      <a:pt x="6275" y="20228"/>
                      <a:pt x="6275" y="20228"/>
                      <a:pt x="6275" y="20216"/>
                    </a:cubicBezTo>
                    <a:cubicBezTo>
                      <a:pt x="5751" y="19526"/>
                      <a:pt x="4953" y="18966"/>
                      <a:pt x="4168" y="18478"/>
                    </a:cubicBezTo>
                    <a:close/>
                    <a:moveTo>
                      <a:pt x="10990" y="18812"/>
                    </a:moveTo>
                    <a:cubicBezTo>
                      <a:pt x="11692" y="18812"/>
                      <a:pt x="12395" y="18823"/>
                      <a:pt x="13109" y="18823"/>
                    </a:cubicBezTo>
                    <a:cubicBezTo>
                      <a:pt x="13085" y="18859"/>
                      <a:pt x="13085" y="18919"/>
                      <a:pt x="13145" y="18966"/>
                    </a:cubicBezTo>
                    <a:cubicBezTo>
                      <a:pt x="13681" y="19395"/>
                      <a:pt x="14205" y="19871"/>
                      <a:pt x="14752" y="20312"/>
                    </a:cubicBezTo>
                    <a:cubicBezTo>
                      <a:pt x="14121" y="20312"/>
                      <a:pt x="13478" y="20324"/>
                      <a:pt x="12847" y="20324"/>
                    </a:cubicBezTo>
                    <a:cubicBezTo>
                      <a:pt x="12502" y="20038"/>
                      <a:pt x="12109" y="19812"/>
                      <a:pt x="11764" y="19538"/>
                    </a:cubicBezTo>
                    <a:cubicBezTo>
                      <a:pt x="11490" y="19312"/>
                      <a:pt x="11240" y="19062"/>
                      <a:pt x="10990" y="18812"/>
                    </a:cubicBezTo>
                    <a:close/>
                    <a:moveTo>
                      <a:pt x="6335" y="18681"/>
                    </a:moveTo>
                    <a:lnTo>
                      <a:pt x="6335" y="18681"/>
                    </a:lnTo>
                    <a:cubicBezTo>
                      <a:pt x="6656" y="18692"/>
                      <a:pt x="6966" y="18704"/>
                      <a:pt x="7239" y="18716"/>
                    </a:cubicBezTo>
                    <a:cubicBezTo>
                      <a:pt x="7525" y="18728"/>
                      <a:pt x="7823" y="18740"/>
                      <a:pt x="8109" y="18740"/>
                    </a:cubicBezTo>
                    <a:cubicBezTo>
                      <a:pt x="8954" y="18764"/>
                      <a:pt x="9811" y="18788"/>
                      <a:pt x="10657" y="18800"/>
                    </a:cubicBezTo>
                    <a:cubicBezTo>
                      <a:pt x="10978" y="19133"/>
                      <a:pt x="11300" y="19466"/>
                      <a:pt x="11645" y="19764"/>
                    </a:cubicBezTo>
                    <a:cubicBezTo>
                      <a:pt x="11847" y="19955"/>
                      <a:pt x="12062" y="20145"/>
                      <a:pt x="12276" y="20324"/>
                    </a:cubicBezTo>
                    <a:cubicBezTo>
                      <a:pt x="11585" y="20336"/>
                      <a:pt x="10883" y="20347"/>
                      <a:pt x="10192" y="20347"/>
                    </a:cubicBezTo>
                    <a:cubicBezTo>
                      <a:pt x="9537" y="19824"/>
                      <a:pt x="8823" y="19371"/>
                      <a:pt x="8156" y="18859"/>
                    </a:cubicBezTo>
                    <a:cubicBezTo>
                      <a:pt x="8132" y="18859"/>
                      <a:pt x="8121" y="18847"/>
                      <a:pt x="8109" y="18847"/>
                    </a:cubicBezTo>
                    <a:cubicBezTo>
                      <a:pt x="8037" y="18847"/>
                      <a:pt x="8001" y="18954"/>
                      <a:pt x="8073" y="19002"/>
                    </a:cubicBezTo>
                    <a:cubicBezTo>
                      <a:pt x="8633" y="19443"/>
                      <a:pt x="9180" y="19907"/>
                      <a:pt x="9752" y="20347"/>
                    </a:cubicBezTo>
                    <a:cubicBezTo>
                      <a:pt x="9180" y="20336"/>
                      <a:pt x="8609" y="20336"/>
                      <a:pt x="8025" y="20336"/>
                    </a:cubicBezTo>
                    <a:cubicBezTo>
                      <a:pt x="7966" y="20336"/>
                      <a:pt x="7918" y="20336"/>
                      <a:pt x="7859" y="20324"/>
                    </a:cubicBezTo>
                    <a:cubicBezTo>
                      <a:pt x="7942" y="20324"/>
                      <a:pt x="7990" y="20216"/>
                      <a:pt x="7930" y="20145"/>
                    </a:cubicBezTo>
                    <a:cubicBezTo>
                      <a:pt x="7668" y="19812"/>
                      <a:pt x="7287" y="19550"/>
                      <a:pt x="6966" y="19264"/>
                    </a:cubicBezTo>
                    <a:cubicBezTo>
                      <a:pt x="6751" y="19073"/>
                      <a:pt x="6549" y="18871"/>
                      <a:pt x="6335" y="18681"/>
                    </a:cubicBezTo>
                    <a:close/>
                    <a:moveTo>
                      <a:pt x="30460" y="0"/>
                    </a:moveTo>
                    <a:cubicBezTo>
                      <a:pt x="25688" y="0"/>
                      <a:pt x="20917" y="125"/>
                      <a:pt x="16193" y="369"/>
                    </a:cubicBezTo>
                    <a:cubicBezTo>
                      <a:pt x="13312" y="524"/>
                      <a:pt x="10430" y="750"/>
                      <a:pt x="7561" y="1071"/>
                    </a:cubicBezTo>
                    <a:cubicBezTo>
                      <a:pt x="5787" y="1274"/>
                      <a:pt x="3822" y="1464"/>
                      <a:pt x="2322" y="2548"/>
                    </a:cubicBezTo>
                    <a:cubicBezTo>
                      <a:pt x="893" y="3572"/>
                      <a:pt x="465" y="5155"/>
                      <a:pt x="298" y="6846"/>
                    </a:cubicBezTo>
                    <a:cubicBezTo>
                      <a:pt x="36" y="9656"/>
                      <a:pt x="0" y="12549"/>
                      <a:pt x="322" y="15347"/>
                    </a:cubicBezTo>
                    <a:cubicBezTo>
                      <a:pt x="322" y="15418"/>
                      <a:pt x="358" y="15478"/>
                      <a:pt x="405" y="15525"/>
                    </a:cubicBezTo>
                    <a:cubicBezTo>
                      <a:pt x="429" y="16204"/>
                      <a:pt x="655" y="16728"/>
                      <a:pt x="1024" y="17133"/>
                    </a:cubicBezTo>
                    <a:cubicBezTo>
                      <a:pt x="1763" y="18431"/>
                      <a:pt x="2667" y="19597"/>
                      <a:pt x="4096" y="20216"/>
                    </a:cubicBezTo>
                    <a:cubicBezTo>
                      <a:pt x="5418" y="20779"/>
                      <a:pt x="6909" y="20880"/>
                      <a:pt x="8387" y="20880"/>
                    </a:cubicBezTo>
                    <a:cubicBezTo>
                      <a:pt x="9226" y="20880"/>
                      <a:pt x="10061" y="20848"/>
                      <a:pt x="10859" y="20848"/>
                    </a:cubicBezTo>
                    <a:cubicBezTo>
                      <a:pt x="16729" y="20848"/>
                      <a:pt x="22610" y="20836"/>
                      <a:pt x="28480" y="20812"/>
                    </a:cubicBezTo>
                    <a:cubicBezTo>
                      <a:pt x="30147" y="20812"/>
                      <a:pt x="31814" y="20812"/>
                      <a:pt x="33481" y="20800"/>
                    </a:cubicBezTo>
                    <a:cubicBezTo>
                      <a:pt x="33505" y="20836"/>
                      <a:pt x="33528" y="20859"/>
                      <a:pt x="33564" y="20895"/>
                    </a:cubicBezTo>
                    <a:cubicBezTo>
                      <a:pt x="33599" y="20934"/>
                      <a:pt x="33639" y="20950"/>
                      <a:pt x="33677" y="20950"/>
                    </a:cubicBezTo>
                    <a:cubicBezTo>
                      <a:pt x="33758" y="20950"/>
                      <a:pt x="33834" y="20880"/>
                      <a:pt x="33850" y="20800"/>
                    </a:cubicBezTo>
                    <a:cubicBezTo>
                      <a:pt x="37934" y="20788"/>
                      <a:pt x="42018" y="20776"/>
                      <a:pt x="46113" y="20776"/>
                    </a:cubicBezTo>
                    <a:cubicBezTo>
                      <a:pt x="46403" y="20778"/>
                      <a:pt x="46701" y="20782"/>
                      <a:pt x="47003" y="20782"/>
                    </a:cubicBezTo>
                    <a:cubicBezTo>
                      <a:pt x="48575" y="20782"/>
                      <a:pt x="50260" y="20680"/>
                      <a:pt x="51519" y="19681"/>
                    </a:cubicBezTo>
                    <a:cubicBezTo>
                      <a:pt x="53007" y="18490"/>
                      <a:pt x="53257" y="16323"/>
                      <a:pt x="53400" y="14549"/>
                    </a:cubicBezTo>
                    <a:cubicBezTo>
                      <a:pt x="53519" y="13025"/>
                      <a:pt x="53460" y="11489"/>
                      <a:pt x="53412" y="9953"/>
                    </a:cubicBezTo>
                    <a:cubicBezTo>
                      <a:pt x="53364" y="8310"/>
                      <a:pt x="53567" y="6679"/>
                      <a:pt x="53555" y="5036"/>
                    </a:cubicBezTo>
                    <a:cubicBezTo>
                      <a:pt x="53531" y="3119"/>
                      <a:pt x="51757" y="1821"/>
                      <a:pt x="50138" y="1167"/>
                    </a:cubicBezTo>
                    <a:cubicBezTo>
                      <a:pt x="50114" y="1143"/>
                      <a:pt x="50078" y="1143"/>
                      <a:pt x="50054" y="1143"/>
                    </a:cubicBezTo>
                    <a:cubicBezTo>
                      <a:pt x="48911" y="524"/>
                      <a:pt x="47435" y="536"/>
                      <a:pt x="46185" y="464"/>
                    </a:cubicBezTo>
                    <a:cubicBezTo>
                      <a:pt x="40979" y="152"/>
                      <a:pt x="35718" y="0"/>
                      <a:pt x="30460" y="0"/>
                    </a:cubicBezTo>
                    <a:close/>
                  </a:path>
                </a:pathLst>
              </a:custGeom>
              <a:solidFill>
                <a:srgbClr val="1C1C1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0" name="Google Shape;610;p19"/>
              <p:cNvSpPr/>
              <p:nvPr/>
            </p:nvSpPr>
            <p:spPr>
              <a:xfrm>
                <a:off x="2923099" y="1107719"/>
                <a:ext cx="1171115" cy="392644"/>
              </a:xfrm>
              <a:custGeom>
                <a:rect b="b" l="l" r="r" t="t"/>
                <a:pathLst>
                  <a:path extrusionOk="0" h="17341" w="51722">
                    <a:moveTo>
                      <a:pt x="27108" y="1"/>
                    </a:moveTo>
                    <a:cubicBezTo>
                      <a:pt x="22462" y="1"/>
                      <a:pt x="17818" y="105"/>
                      <a:pt x="13181" y="430"/>
                    </a:cubicBezTo>
                    <a:cubicBezTo>
                      <a:pt x="11193" y="561"/>
                      <a:pt x="9192" y="728"/>
                      <a:pt x="7204" y="954"/>
                    </a:cubicBezTo>
                    <a:cubicBezTo>
                      <a:pt x="5478" y="1168"/>
                      <a:pt x="3406" y="1335"/>
                      <a:pt x="2049" y="2561"/>
                    </a:cubicBezTo>
                    <a:cubicBezTo>
                      <a:pt x="453" y="4002"/>
                      <a:pt x="584" y="6585"/>
                      <a:pt x="513" y="8550"/>
                    </a:cubicBezTo>
                    <a:cubicBezTo>
                      <a:pt x="453" y="10288"/>
                      <a:pt x="489" y="12015"/>
                      <a:pt x="477" y="13753"/>
                    </a:cubicBezTo>
                    <a:cubicBezTo>
                      <a:pt x="560" y="13801"/>
                      <a:pt x="620" y="13896"/>
                      <a:pt x="596" y="14015"/>
                    </a:cubicBezTo>
                    <a:cubicBezTo>
                      <a:pt x="0" y="17168"/>
                      <a:pt x="4287" y="17273"/>
                      <a:pt x="6813" y="17273"/>
                    </a:cubicBezTo>
                    <a:cubicBezTo>
                      <a:pt x="6994" y="17273"/>
                      <a:pt x="7165" y="17273"/>
                      <a:pt x="7325" y="17273"/>
                    </a:cubicBezTo>
                    <a:cubicBezTo>
                      <a:pt x="7522" y="17273"/>
                      <a:pt x="7701" y="17274"/>
                      <a:pt x="7859" y="17277"/>
                    </a:cubicBezTo>
                    <a:cubicBezTo>
                      <a:pt x="9622" y="17323"/>
                      <a:pt x="11392" y="17341"/>
                      <a:pt x="13164" y="17341"/>
                    </a:cubicBezTo>
                    <a:cubicBezTo>
                      <a:pt x="13677" y="17341"/>
                      <a:pt x="14191" y="17339"/>
                      <a:pt x="14705" y="17337"/>
                    </a:cubicBezTo>
                    <a:cubicBezTo>
                      <a:pt x="19134" y="17325"/>
                      <a:pt x="23563" y="17289"/>
                      <a:pt x="27992" y="17265"/>
                    </a:cubicBezTo>
                    <a:cubicBezTo>
                      <a:pt x="32005" y="17230"/>
                      <a:pt x="36017" y="17218"/>
                      <a:pt x="40029" y="17194"/>
                    </a:cubicBezTo>
                    <a:cubicBezTo>
                      <a:pt x="41923" y="17170"/>
                      <a:pt x="43828" y="17182"/>
                      <a:pt x="45733" y="17087"/>
                    </a:cubicBezTo>
                    <a:cubicBezTo>
                      <a:pt x="46149" y="17063"/>
                      <a:pt x="46554" y="17039"/>
                      <a:pt x="46971" y="17003"/>
                    </a:cubicBezTo>
                    <a:cubicBezTo>
                      <a:pt x="48078" y="16908"/>
                      <a:pt x="48173" y="16920"/>
                      <a:pt x="49102" y="16134"/>
                    </a:cubicBezTo>
                    <a:cubicBezTo>
                      <a:pt x="50162" y="15229"/>
                      <a:pt x="49971" y="15491"/>
                      <a:pt x="49935" y="14336"/>
                    </a:cubicBezTo>
                    <a:cubicBezTo>
                      <a:pt x="49924" y="13896"/>
                      <a:pt x="49924" y="13467"/>
                      <a:pt x="49924" y="13039"/>
                    </a:cubicBezTo>
                    <a:cubicBezTo>
                      <a:pt x="49924" y="11276"/>
                      <a:pt x="50019" y="9514"/>
                      <a:pt x="50257" y="7764"/>
                    </a:cubicBezTo>
                    <a:cubicBezTo>
                      <a:pt x="50543" y="5669"/>
                      <a:pt x="51721" y="2287"/>
                      <a:pt x="49304" y="930"/>
                    </a:cubicBezTo>
                    <a:cubicBezTo>
                      <a:pt x="48221" y="323"/>
                      <a:pt x="46599" y="255"/>
                      <a:pt x="45113" y="255"/>
                    </a:cubicBezTo>
                    <a:cubicBezTo>
                      <a:pt x="44683" y="255"/>
                      <a:pt x="44264" y="261"/>
                      <a:pt x="43873" y="261"/>
                    </a:cubicBezTo>
                    <a:cubicBezTo>
                      <a:pt x="43627" y="261"/>
                      <a:pt x="43392" y="259"/>
                      <a:pt x="43173" y="251"/>
                    </a:cubicBezTo>
                    <a:cubicBezTo>
                      <a:pt x="41172" y="192"/>
                      <a:pt x="39172" y="156"/>
                      <a:pt x="37184" y="120"/>
                    </a:cubicBezTo>
                    <a:cubicBezTo>
                      <a:pt x="33827" y="55"/>
                      <a:pt x="30467" y="1"/>
                      <a:pt x="27108" y="1"/>
                    </a:cubicBezTo>
                    <a:close/>
                  </a:path>
                </a:pathLst>
              </a:custGeom>
              <a:solidFill>
                <a:srgbClr val="F4F4F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Ejemplo explicar</a:t>
                </a:r>
                <a:r>
                  <a:rPr b="0" i="0" lang="es-BO" sz="2000" u="none" cap="none" strike="noStrike">
                    <a:solidFill>
                      <a:srgbClr val="000000"/>
                    </a:solidFill>
                    <a:latin typeface="Times New Roman"/>
                    <a:ea typeface="Times New Roman"/>
                    <a:cs typeface="Times New Roman"/>
                    <a:sym typeface="Times New Roman"/>
                  </a:rPr>
                  <a:t>.</a:t>
                </a:r>
                <a:endParaRPr b="0" i="0" sz="2000" u="none" cap="none" strike="noStrike">
                  <a:solidFill>
                    <a:srgbClr val="000000"/>
                  </a:solidFill>
                  <a:latin typeface="Times New Roman"/>
                  <a:ea typeface="Times New Roman"/>
                  <a:cs typeface="Times New Roman"/>
                  <a:sym typeface="Times New Roman"/>
                </a:endParaRPr>
              </a:p>
            </p:txBody>
          </p:sp>
          <p:sp>
            <p:nvSpPr>
              <p:cNvPr id="611" name="Google Shape;611;p19"/>
              <p:cNvSpPr/>
              <p:nvPr/>
            </p:nvSpPr>
            <p:spPr>
              <a:xfrm>
                <a:off x="3368443" y="1514254"/>
                <a:ext cx="80087" cy="33986"/>
              </a:xfrm>
              <a:custGeom>
                <a:rect b="b" l="l" r="r" t="t"/>
                <a:pathLst>
                  <a:path extrusionOk="0" h="1501" w="3537">
                    <a:moveTo>
                      <a:pt x="1906" y="1"/>
                    </a:moveTo>
                    <a:cubicBezTo>
                      <a:pt x="1275" y="1"/>
                      <a:pt x="644" y="13"/>
                      <a:pt x="1" y="13"/>
                    </a:cubicBezTo>
                    <a:lnTo>
                      <a:pt x="1" y="48"/>
                    </a:lnTo>
                    <a:cubicBezTo>
                      <a:pt x="25" y="48"/>
                      <a:pt x="48" y="60"/>
                      <a:pt x="72" y="72"/>
                    </a:cubicBezTo>
                    <a:cubicBezTo>
                      <a:pt x="441" y="382"/>
                      <a:pt x="822" y="691"/>
                      <a:pt x="1203" y="977"/>
                    </a:cubicBezTo>
                    <a:cubicBezTo>
                      <a:pt x="1441" y="1156"/>
                      <a:pt x="1715" y="1322"/>
                      <a:pt x="1953" y="1501"/>
                    </a:cubicBezTo>
                    <a:lnTo>
                      <a:pt x="3537" y="1501"/>
                    </a:lnTo>
                    <a:cubicBezTo>
                      <a:pt x="3358" y="1358"/>
                      <a:pt x="3192" y="1203"/>
                      <a:pt x="3013" y="1072"/>
                    </a:cubicBezTo>
                    <a:cubicBezTo>
                      <a:pt x="2644" y="787"/>
                      <a:pt x="2287" y="489"/>
                      <a:pt x="1918" y="203"/>
                    </a:cubicBezTo>
                    <a:cubicBezTo>
                      <a:pt x="1858" y="156"/>
                      <a:pt x="1858" y="60"/>
                      <a:pt x="1906"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 name="Google Shape;612;p19"/>
              <p:cNvSpPr/>
              <p:nvPr/>
            </p:nvSpPr>
            <p:spPr>
              <a:xfrm>
                <a:off x="3321280" y="1514525"/>
                <a:ext cx="80358" cy="33986"/>
              </a:xfrm>
              <a:custGeom>
                <a:rect b="b" l="l" r="r" t="t"/>
                <a:pathLst>
                  <a:path extrusionOk="0" h="1501" w="3549">
                    <a:moveTo>
                      <a:pt x="2084" y="1"/>
                    </a:moveTo>
                    <a:cubicBezTo>
                      <a:pt x="1393" y="1"/>
                      <a:pt x="691" y="13"/>
                      <a:pt x="0" y="13"/>
                    </a:cubicBezTo>
                    <a:cubicBezTo>
                      <a:pt x="643" y="429"/>
                      <a:pt x="1322" y="906"/>
                      <a:pt x="1786" y="1501"/>
                    </a:cubicBezTo>
                    <a:cubicBezTo>
                      <a:pt x="2370" y="1501"/>
                      <a:pt x="2965" y="1501"/>
                      <a:pt x="3548" y="1489"/>
                    </a:cubicBezTo>
                    <a:cubicBezTo>
                      <a:pt x="3393" y="1370"/>
                      <a:pt x="3239" y="1227"/>
                      <a:pt x="3084" y="1108"/>
                    </a:cubicBezTo>
                    <a:cubicBezTo>
                      <a:pt x="2715" y="822"/>
                      <a:pt x="2358" y="525"/>
                      <a:pt x="2012" y="215"/>
                    </a:cubicBezTo>
                    <a:cubicBezTo>
                      <a:pt x="1929" y="144"/>
                      <a:pt x="2000" y="36"/>
                      <a:pt x="2084" y="36"/>
                    </a:cubicBezTo>
                    <a:lnTo>
                      <a:pt x="2084" y="1"/>
                    </a:ln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 name="Google Shape;613;p19"/>
              <p:cNvSpPr/>
              <p:nvPr/>
            </p:nvSpPr>
            <p:spPr>
              <a:xfrm>
                <a:off x="3274366" y="1514797"/>
                <a:ext cx="76849" cy="33715"/>
              </a:xfrm>
              <a:custGeom>
                <a:rect b="b" l="l" r="r" t="t"/>
                <a:pathLst>
                  <a:path extrusionOk="0" h="1489" w="3394">
                    <a:moveTo>
                      <a:pt x="1691" y="1"/>
                    </a:moveTo>
                    <a:cubicBezTo>
                      <a:pt x="1132" y="13"/>
                      <a:pt x="560" y="13"/>
                      <a:pt x="1" y="13"/>
                    </a:cubicBezTo>
                    <a:cubicBezTo>
                      <a:pt x="12" y="24"/>
                      <a:pt x="24" y="36"/>
                      <a:pt x="48" y="48"/>
                    </a:cubicBezTo>
                    <a:cubicBezTo>
                      <a:pt x="620" y="596"/>
                      <a:pt x="1239" y="1025"/>
                      <a:pt x="1870" y="1489"/>
                    </a:cubicBezTo>
                    <a:lnTo>
                      <a:pt x="3394" y="1489"/>
                    </a:lnTo>
                    <a:cubicBezTo>
                      <a:pt x="3203" y="1298"/>
                      <a:pt x="3013" y="1096"/>
                      <a:pt x="2810" y="917"/>
                    </a:cubicBezTo>
                    <a:cubicBezTo>
                      <a:pt x="2453" y="596"/>
                      <a:pt x="2084" y="286"/>
                      <a:pt x="169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 name="Google Shape;614;p19"/>
              <p:cNvSpPr/>
              <p:nvPr/>
            </p:nvSpPr>
            <p:spPr>
              <a:xfrm>
                <a:off x="3218825" y="1515069"/>
                <a:ext cx="83868" cy="33715"/>
              </a:xfrm>
              <a:custGeom>
                <a:rect b="b" l="l" r="r" t="t"/>
                <a:pathLst>
                  <a:path extrusionOk="0" h="1489" w="3704">
                    <a:moveTo>
                      <a:pt x="2358" y="1"/>
                    </a:moveTo>
                    <a:cubicBezTo>
                      <a:pt x="1572" y="1"/>
                      <a:pt x="787" y="12"/>
                      <a:pt x="1" y="12"/>
                    </a:cubicBezTo>
                    <a:cubicBezTo>
                      <a:pt x="620" y="501"/>
                      <a:pt x="1287" y="965"/>
                      <a:pt x="1882" y="1489"/>
                    </a:cubicBezTo>
                    <a:cubicBezTo>
                      <a:pt x="2323" y="1489"/>
                      <a:pt x="2763" y="1489"/>
                      <a:pt x="3192" y="1477"/>
                    </a:cubicBezTo>
                    <a:lnTo>
                      <a:pt x="3704" y="1477"/>
                    </a:lnTo>
                    <a:cubicBezTo>
                      <a:pt x="3204" y="1108"/>
                      <a:pt x="2739" y="655"/>
                      <a:pt x="2299" y="227"/>
                    </a:cubicBezTo>
                    <a:cubicBezTo>
                      <a:pt x="2215" y="143"/>
                      <a:pt x="2275" y="36"/>
                      <a:pt x="2358"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 name="Google Shape;615;p19"/>
              <p:cNvSpPr/>
              <p:nvPr/>
            </p:nvSpPr>
            <p:spPr>
              <a:xfrm>
                <a:off x="3163828" y="1515069"/>
                <a:ext cx="85226" cy="34258"/>
              </a:xfrm>
              <a:custGeom>
                <a:rect b="b" l="l" r="r" t="t"/>
                <a:pathLst>
                  <a:path extrusionOk="0" h="1513" w="3764">
                    <a:moveTo>
                      <a:pt x="1" y="1"/>
                    </a:moveTo>
                    <a:cubicBezTo>
                      <a:pt x="251" y="251"/>
                      <a:pt x="501" y="501"/>
                      <a:pt x="787" y="727"/>
                    </a:cubicBezTo>
                    <a:cubicBezTo>
                      <a:pt x="1120" y="1001"/>
                      <a:pt x="1513" y="1227"/>
                      <a:pt x="1858" y="1513"/>
                    </a:cubicBezTo>
                    <a:cubicBezTo>
                      <a:pt x="2489" y="1513"/>
                      <a:pt x="3132" y="1501"/>
                      <a:pt x="3763" y="1501"/>
                    </a:cubicBezTo>
                    <a:cubicBezTo>
                      <a:pt x="3216" y="1060"/>
                      <a:pt x="2692" y="584"/>
                      <a:pt x="2156" y="155"/>
                    </a:cubicBezTo>
                    <a:cubicBezTo>
                      <a:pt x="2096" y="108"/>
                      <a:pt x="2096" y="48"/>
                      <a:pt x="2120" y="12"/>
                    </a:cubicBezTo>
                    <a:cubicBezTo>
                      <a:pt x="1406" y="12"/>
                      <a:pt x="703" y="1"/>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 name="Google Shape;616;p19"/>
              <p:cNvSpPr/>
              <p:nvPr/>
            </p:nvSpPr>
            <p:spPr>
              <a:xfrm>
                <a:off x="3098597" y="1513461"/>
                <a:ext cx="94374" cy="36409"/>
              </a:xfrm>
              <a:custGeom>
                <a:rect b="b" l="l" r="r" t="t"/>
                <a:pathLst>
                  <a:path extrusionOk="0" h="1608" w="4168">
                    <a:moveTo>
                      <a:pt x="1" y="0"/>
                    </a:moveTo>
                    <a:lnTo>
                      <a:pt x="1" y="107"/>
                    </a:lnTo>
                    <a:cubicBezTo>
                      <a:pt x="13" y="107"/>
                      <a:pt x="24" y="119"/>
                      <a:pt x="48" y="119"/>
                    </a:cubicBezTo>
                    <a:cubicBezTo>
                      <a:pt x="715" y="619"/>
                      <a:pt x="1429" y="1084"/>
                      <a:pt x="2084" y="1607"/>
                    </a:cubicBezTo>
                    <a:cubicBezTo>
                      <a:pt x="2775" y="1607"/>
                      <a:pt x="3477" y="1596"/>
                      <a:pt x="4168" y="1584"/>
                    </a:cubicBezTo>
                    <a:cubicBezTo>
                      <a:pt x="3954" y="1405"/>
                      <a:pt x="3739" y="1215"/>
                      <a:pt x="3537" y="1024"/>
                    </a:cubicBezTo>
                    <a:cubicBezTo>
                      <a:pt x="3192" y="726"/>
                      <a:pt x="2870" y="405"/>
                      <a:pt x="2549" y="60"/>
                    </a:cubicBezTo>
                    <a:cubicBezTo>
                      <a:pt x="1703" y="48"/>
                      <a:pt x="846" y="24"/>
                      <a:pt x="1" y="0"/>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 name="Google Shape;617;p19"/>
              <p:cNvSpPr/>
              <p:nvPr/>
            </p:nvSpPr>
            <p:spPr>
              <a:xfrm>
                <a:off x="3058430" y="1512103"/>
                <a:ext cx="77392" cy="37768"/>
              </a:xfrm>
              <a:custGeom>
                <a:rect b="b" l="l" r="r" t="t"/>
                <a:pathLst>
                  <a:path extrusionOk="0" h="1668" w="3418">
                    <a:moveTo>
                      <a:pt x="1" y="1"/>
                    </a:moveTo>
                    <a:lnTo>
                      <a:pt x="1" y="1"/>
                    </a:lnTo>
                    <a:cubicBezTo>
                      <a:pt x="215" y="191"/>
                      <a:pt x="417" y="393"/>
                      <a:pt x="632" y="584"/>
                    </a:cubicBezTo>
                    <a:cubicBezTo>
                      <a:pt x="953" y="870"/>
                      <a:pt x="1334" y="1132"/>
                      <a:pt x="1596" y="1465"/>
                    </a:cubicBezTo>
                    <a:cubicBezTo>
                      <a:pt x="1656" y="1536"/>
                      <a:pt x="1608" y="1644"/>
                      <a:pt x="1525" y="1644"/>
                    </a:cubicBezTo>
                    <a:cubicBezTo>
                      <a:pt x="1584" y="1656"/>
                      <a:pt x="1632" y="1656"/>
                      <a:pt x="1691" y="1656"/>
                    </a:cubicBezTo>
                    <a:cubicBezTo>
                      <a:pt x="2275" y="1656"/>
                      <a:pt x="2846" y="1656"/>
                      <a:pt x="3418" y="1667"/>
                    </a:cubicBezTo>
                    <a:cubicBezTo>
                      <a:pt x="2846" y="1227"/>
                      <a:pt x="2299" y="763"/>
                      <a:pt x="1739" y="322"/>
                    </a:cubicBezTo>
                    <a:cubicBezTo>
                      <a:pt x="1667" y="274"/>
                      <a:pt x="1703" y="167"/>
                      <a:pt x="1775" y="167"/>
                    </a:cubicBezTo>
                    <a:lnTo>
                      <a:pt x="1775" y="60"/>
                    </a:lnTo>
                    <a:cubicBezTo>
                      <a:pt x="1489" y="60"/>
                      <a:pt x="1191" y="48"/>
                      <a:pt x="905" y="36"/>
                    </a:cubicBezTo>
                    <a:cubicBezTo>
                      <a:pt x="632" y="24"/>
                      <a:pt x="322" y="12"/>
                      <a:pt x="1"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8" name="Google Shape;618;p19"/>
              <p:cNvSpPr/>
              <p:nvPr/>
            </p:nvSpPr>
            <p:spPr>
              <a:xfrm>
                <a:off x="3009365" y="1507529"/>
                <a:ext cx="83596" cy="41798"/>
              </a:xfrm>
              <a:custGeom>
                <a:rect b="b" l="l" r="r" t="t"/>
                <a:pathLst>
                  <a:path extrusionOk="0" h="1846" w="3692">
                    <a:moveTo>
                      <a:pt x="1" y="0"/>
                    </a:moveTo>
                    <a:lnTo>
                      <a:pt x="1" y="0"/>
                    </a:lnTo>
                    <a:cubicBezTo>
                      <a:pt x="786" y="488"/>
                      <a:pt x="1584" y="1048"/>
                      <a:pt x="2108" y="1738"/>
                    </a:cubicBezTo>
                    <a:cubicBezTo>
                      <a:pt x="2108" y="1750"/>
                      <a:pt x="2108" y="1750"/>
                      <a:pt x="2120" y="1762"/>
                    </a:cubicBezTo>
                    <a:cubicBezTo>
                      <a:pt x="2632" y="1810"/>
                      <a:pt x="3167" y="1846"/>
                      <a:pt x="3690" y="1846"/>
                    </a:cubicBezTo>
                    <a:lnTo>
                      <a:pt x="3690" y="1846"/>
                    </a:lnTo>
                    <a:cubicBezTo>
                      <a:pt x="3667" y="1846"/>
                      <a:pt x="3655" y="1845"/>
                      <a:pt x="3632" y="1834"/>
                    </a:cubicBezTo>
                    <a:cubicBezTo>
                      <a:pt x="3263" y="1655"/>
                      <a:pt x="2953" y="1310"/>
                      <a:pt x="2656" y="1036"/>
                    </a:cubicBezTo>
                    <a:cubicBezTo>
                      <a:pt x="2358" y="762"/>
                      <a:pt x="2084" y="476"/>
                      <a:pt x="1810" y="179"/>
                    </a:cubicBezTo>
                    <a:cubicBezTo>
                      <a:pt x="1227" y="143"/>
                      <a:pt x="608" y="95"/>
                      <a:pt x="1" y="0"/>
                    </a:cubicBezTo>
                    <a:close/>
                    <a:moveTo>
                      <a:pt x="3690" y="1846"/>
                    </a:moveTo>
                    <a:cubicBezTo>
                      <a:pt x="3691" y="1846"/>
                      <a:pt x="3691" y="1846"/>
                      <a:pt x="3692" y="1846"/>
                    </a:cubicBezTo>
                    <a:cubicBezTo>
                      <a:pt x="3691" y="1846"/>
                      <a:pt x="3691" y="1846"/>
                      <a:pt x="3690" y="1846"/>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9" name="Google Shape;619;p19"/>
              <p:cNvSpPr/>
              <p:nvPr/>
            </p:nvSpPr>
            <p:spPr>
              <a:xfrm>
                <a:off x="2958149" y="1492155"/>
                <a:ext cx="86562" cy="53391"/>
              </a:xfrm>
              <a:custGeom>
                <a:rect b="b" l="l" r="r" t="t"/>
                <a:pathLst>
                  <a:path extrusionOk="0" h="2358" w="3823">
                    <a:moveTo>
                      <a:pt x="0" y="1"/>
                    </a:moveTo>
                    <a:lnTo>
                      <a:pt x="0" y="1"/>
                    </a:lnTo>
                    <a:cubicBezTo>
                      <a:pt x="524" y="691"/>
                      <a:pt x="1132" y="1310"/>
                      <a:pt x="1917" y="1739"/>
                    </a:cubicBezTo>
                    <a:cubicBezTo>
                      <a:pt x="2513" y="2060"/>
                      <a:pt x="3168" y="2239"/>
                      <a:pt x="3822" y="2358"/>
                    </a:cubicBezTo>
                    <a:cubicBezTo>
                      <a:pt x="3513" y="2108"/>
                      <a:pt x="3227" y="1810"/>
                      <a:pt x="2918" y="1560"/>
                    </a:cubicBezTo>
                    <a:cubicBezTo>
                      <a:pt x="2489" y="1215"/>
                      <a:pt x="2048" y="882"/>
                      <a:pt x="1596" y="560"/>
                    </a:cubicBezTo>
                    <a:cubicBezTo>
                      <a:pt x="1024" y="429"/>
                      <a:pt x="465" y="251"/>
                      <a:pt x="0" y="1"/>
                    </a:cubicBezTo>
                    <a:close/>
                  </a:path>
                </a:pathLst>
              </a:custGeom>
              <a:solidFill>
                <a:srgbClr val="CCE7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822"/>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822"/>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1822"/>
                                        <p:tgtEl>
                                          <p:spTgt spid="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822"/>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822"/>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1822"/>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20"/>
          <p:cNvSpPr txBox="1"/>
          <p:nvPr/>
        </p:nvSpPr>
        <p:spPr>
          <a:xfrm>
            <a:off x="1190779" y="295652"/>
            <a:ext cx="960653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Símbolos, códigos y dibujos representación para la representación de la planta</a:t>
            </a:r>
            <a:endParaRPr/>
          </a:p>
        </p:txBody>
      </p:sp>
      <p:sp>
        <p:nvSpPr>
          <p:cNvPr id="625" name="Google Shape;625;p20"/>
          <p:cNvSpPr/>
          <p:nvPr/>
        </p:nvSpPr>
        <p:spPr>
          <a:xfrm>
            <a:off x="1315605" y="898223"/>
            <a:ext cx="4923694" cy="132343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Los símbolos empleados en los planos y dibujos de representación de instrumentos que se utilizan en la representación del proceso de ensamblaje:</a:t>
            </a:r>
            <a:endParaRPr b="0" i="0" sz="2000" u="none" cap="none" strike="noStrike">
              <a:solidFill>
                <a:srgbClr val="000000"/>
              </a:solidFill>
              <a:latin typeface="Times New Roman"/>
              <a:ea typeface="Times New Roman"/>
              <a:cs typeface="Times New Roman"/>
              <a:sym typeface="Times New Roman"/>
            </a:endParaRPr>
          </a:p>
        </p:txBody>
      </p:sp>
      <p:pic>
        <p:nvPicPr>
          <p:cNvPr descr="https://lh3.googleusercontent.com/sb4Bi7ztWfZhGaGIVX__BZnVcGmnxAK93H8HMdM84TLyg5LOZMwwc3DXfUpttjQ1h6bLI-8KXsL3JnHM-4llvmMoWqzcKDGWvQbKgOpucY2AgR_lgvpNOvHhSx-m117cK6E4ntkacG7U_cNlnUuBUV3177JvKRyeMZBEeiVAbNSbj4jYilXfwADTBe8wdg" id="626" name="Google Shape;626;p20"/>
          <p:cNvPicPr preferRelativeResize="0"/>
          <p:nvPr/>
        </p:nvPicPr>
        <p:blipFill rotWithShape="1">
          <a:blip r:embed="rId3">
            <a:alphaModFix/>
          </a:blip>
          <a:srcRect b="0" l="0" r="0" t="0"/>
          <a:stretch/>
        </p:blipFill>
        <p:spPr>
          <a:xfrm>
            <a:off x="6548581" y="1281761"/>
            <a:ext cx="5077403" cy="4339200"/>
          </a:xfrm>
          <a:prstGeom prst="rect">
            <a:avLst/>
          </a:prstGeom>
          <a:noFill/>
          <a:ln>
            <a:noFill/>
          </a:ln>
        </p:spPr>
      </p:pic>
      <p:grpSp>
        <p:nvGrpSpPr>
          <p:cNvPr id="627" name="Google Shape;627;p20"/>
          <p:cNvGrpSpPr/>
          <p:nvPr/>
        </p:nvGrpSpPr>
        <p:grpSpPr>
          <a:xfrm>
            <a:off x="1315605" y="2591810"/>
            <a:ext cx="4715740" cy="1039038"/>
            <a:chOff x="1315605" y="2591810"/>
            <a:chExt cx="4715740" cy="1039038"/>
          </a:xfrm>
        </p:grpSpPr>
        <p:pic>
          <p:nvPicPr>
            <p:cNvPr id="628" name="Google Shape;628;p20"/>
            <p:cNvPicPr preferRelativeResize="0"/>
            <p:nvPr/>
          </p:nvPicPr>
          <p:blipFill rotWithShape="1">
            <a:blip r:embed="rId4">
              <a:alphaModFix/>
            </a:blip>
            <a:srcRect b="0" l="0" r="0" t="0"/>
            <a:stretch/>
          </p:blipFill>
          <p:spPr>
            <a:xfrm>
              <a:off x="1315605" y="2591810"/>
              <a:ext cx="975013" cy="859551"/>
            </a:xfrm>
            <a:prstGeom prst="rect">
              <a:avLst/>
            </a:prstGeom>
            <a:noFill/>
            <a:ln>
              <a:noFill/>
            </a:ln>
          </p:spPr>
        </p:pic>
        <p:sp>
          <p:nvSpPr>
            <p:cNvPr id="629" name="Google Shape;629;p20"/>
            <p:cNvSpPr txBox="1"/>
            <p:nvPr/>
          </p:nvSpPr>
          <p:spPr>
            <a:xfrm>
              <a:off x="2466109" y="2615185"/>
              <a:ext cx="3565236" cy="101566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Ubicación primaria, accesible normalmente al operador</a:t>
              </a:r>
              <a:endParaRPr/>
            </a:p>
            <a:p>
              <a:pPr indent="-285750" lvl="0" marL="28575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Instrumento discreto</a:t>
              </a:r>
              <a:endParaRPr/>
            </a:p>
          </p:txBody>
        </p:sp>
        <p:sp>
          <p:nvSpPr>
            <p:cNvPr id="630" name="Google Shape;630;p20"/>
            <p:cNvSpPr/>
            <p:nvPr/>
          </p:nvSpPr>
          <p:spPr>
            <a:xfrm>
              <a:off x="2475778" y="2591810"/>
              <a:ext cx="3518266" cy="103903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631" name="Google Shape;631;p20"/>
          <p:cNvGrpSpPr/>
          <p:nvPr/>
        </p:nvGrpSpPr>
        <p:grpSpPr>
          <a:xfrm>
            <a:off x="1171873" y="3779157"/>
            <a:ext cx="4907310" cy="1577934"/>
            <a:chOff x="1171873" y="3779157"/>
            <a:chExt cx="4907310" cy="1577934"/>
          </a:xfrm>
        </p:grpSpPr>
        <p:pic>
          <p:nvPicPr>
            <p:cNvPr id="632" name="Google Shape;632;p20"/>
            <p:cNvPicPr preferRelativeResize="0"/>
            <p:nvPr/>
          </p:nvPicPr>
          <p:blipFill rotWithShape="1">
            <a:blip r:embed="rId5">
              <a:alphaModFix/>
            </a:blip>
            <a:srcRect b="19526" l="0" r="11328" t="0"/>
            <a:stretch/>
          </p:blipFill>
          <p:spPr>
            <a:xfrm>
              <a:off x="1171873" y="3842352"/>
              <a:ext cx="1201439" cy="1212475"/>
            </a:xfrm>
            <a:prstGeom prst="rect">
              <a:avLst/>
            </a:prstGeom>
            <a:noFill/>
            <a:ln>
              <a:noFill/>
            </a:ln>
          </p:spPr>
        </p:pic>
        <p:sp>
          <p:nvSpPr>
            <p:cNvPr id="633" name="Google Shape;633;p20"/>
            <p:cNvSpPr/>
            <p:nvPr/>
          </p:nvSpPr>
          <p:spPr>
            <a:xfrm>
              <a:off x="2558906" y="3802532"/>
              <a:ext cx="3297382" cy="1451679"/>
            </a:xfrm>
            <a:prstGeom prst="rect">
              <a:avLst/>
            </a:prstGeom>
            <a:noFill/>
            <a:ln>
              <a:noFill/>
            </a:ln>
          </p:spPr>
          <p:txBody>
            <a:bodyPr anchorCtr="0" anchor="t" bIns="45700" lIns="91425" spcFirstLastPara="1" rIns="91425" wrap="square" tIns="45700">
              <a:spAutoFit/>
            </a:bodyPr>
            <a:lstStyle/>
            <a:p>
              <a:pPr indent="-127000" lvl="0" marL="0" marR="0" rtl="0" algn="l">
                <a:lnSpc>
                  <a:spcPct val="100000"/>
                </a:lnSpc>
                <a:spcBef>
                  <a:spcPts val="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Ubicación primaria, accesible normalmente al operador</a:t>
              </a:r>
              <a:endParaRPr/>
            </a:p>
            <a:p>
              <a:pPr indent="-127000" lvl="0" marL="0" marR="0" rtl="0" algn="l">
                <a:lnSpc>
                  <a:spcPct val="100000"/>
                </a:lnSpc>
                <a:spcBef>
                  <a:spcPts val="1000"/>
                </a:spcBef>
                <a:spcAft>
                  <a:spcPts val="0"/>
                </a:spcAft>
                <a:buClr>
                  <a:srgbClr val="000000"/>
                </a:buClr>
                <a:buSzPts val="2000"/>
                <a:buFont typeface="Arial"/>
                <a:buChar char="•"/>
              </a:pPr>
              <a:r>
                <a:rPr b="0" i="0" lang="es-BO" sz="2000" u="none" cap="none" strike="noStrike">
                  <a:solidFill>
                    <a:srgbClr val="000000"/>
                  </a:solidFill>
                  <a:latin typeface="Times New Roman"/>
                  <a:ea typeface="Times New Roman"/>
                  <a:cs typeface="Times New Roman"/>
                  <a:sym typeface="Times New Roman"/>
                </a:rPr>
                <a:t>Controlador Lógico programable PLC</a:t>
              </a:r>
              <a:endParaRPr/>
            </a:p>
          </p:txBody>
        </p:sp>
        <p:sp>
          <p:nvSpPr>
            <p:cNvPr id="634" name="Google Shape;634;p20"/>
            <p:cNvSpPr/>
            <p:nvPr/>
          </p:nvSpPr>
          <p:spPr>
            <a:xfrm>
              <a:off x="2560917" y="3779157"/>
              <a:ext cx="3518266" cy="1577934"/>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1000"/>
                                        <p:tgtEl>
                                          <p:spTgt spid="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1000"/>
                                        <p:tgtEl>
                                          <p:spTgt spid="6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1000"/>
                                        <p:tgtEl>
                                          <p:spTgt spid="6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10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21"/>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Alimentación</a:t>
            </a:r>
            <a:endParaRPr/>
          </a:p>
        </p:txBody>
      </p:sp>
      <p:pic>
        <p:nvPicPr>
          <p:cNvPr descr="https://lh4.googleusercontent.com/zYacymIYz-C6wub631tpMUM58nu89NTgx-Yw3xZF3P1senJOhBQ4HH76WkhqWwKZWRU4ID4sE0NQttwYLSlB2u2aHCM9ynBXYfKZiOUBV6Nwa7qRo-UDm2i6fOgP4CbJhhzy8sYVDJ7VzKwlIAOy5SLP_q7_KJPnzIusF7Vw_wNDw39gdcExByK2d_HUAA8e" id="640" name="Google Shape;640;p21"/>
          <p:cNvPicPr preferRelativeResize="0"/>
          <p:nvPr/>
        </p:nvPicPr>
        <p:blipFill rotWithShape="1">
          <a:blip r:embed="rId3">
            <a:alphaModFix/>
          </a:blip>
          <a:srcRect b="0" l="0" r="0" t="0"/>
          <a:stretch/>
        </p:blipFill>
        <p:spPr>
          <a:xfrm>
            <a:off x="1714408" y="879987"/>
            <a:ext cx="8744585" cy="5796124"/>
          </a:xfrm>
          <a:prstGeom prst="rect">
            <a:avLst/>
          </a:prstGeom>
          <a:noFill/>
          <a:ln>
            <a:noFill/>
          </a:ln>
          <a:effectLst>
            <a:outerShdw blurRad="190500" rotWithShape="0" algn="tl">
              <a:srgbClr val="000000">
                <a:alpha val="69803"/>
              </a:srgbClr>
            </a:outerShdw>
          </a:effectLst>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22"/>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Alimentación Video</a:t>
            </a:r>
            <a:endParaRPr/>
          </a:p>
        </p:txBody>
      </p:sp>
      <p:pic>
        <p:nvPicPr>
          <p:cNvPr id="646" name="Google Shape;646;p22"/>
          <p:cNvPicPr preferRelativeResize="0"/>
          <p:nvPr/>
        </p:nvPicPr>
        <p:blipFill rotWithShape="1">
          <a:blip r:embed="rId3">
            <a:alphaModFix/>
          </a:blip>
          <a:srcRect b="0" l="0" r="0" t="0"/>
          <a:stretch/>
        </p:blipFill>
        <p:spPr>
          <a:xfrm>
            <a:off x="1288868" y="773214"/>
            <a:ext cx="10624457" cy="5976257"/>
          </a:xfrm>
          <a:prstGeom prst="roundRect">
            <a:avLst>
              <a:gd fmla="val 5439" name="adj"/>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500"/>
                                        <p:tgtEl>
                                          <p:spTgt spid="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500"/>
                                        <p:tgtEl>
                                          <p:spTgt spid="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23"/>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Procesamiento</a:t>
            </a:r>
            <a:endParaRPr/>
          </a:p>
        </p:txBody>
      </p:sp>
      <p:pic>
        <p:nvPicPr>
          <p:cNvPr descr="https://lh6.googleusercontent.com/rZJoAI8jI9EN0-Vb3bbM2gB5aWQEfXEiBSEE0LC_IuPZI1k9XiiPIfPLSOh0D33GuqQQe-KwR-T4vkAcAiGTcGa0PgQaRcP7OCbsNCfz1Xw3Yw6YV8JgOj0If1T3XA3Nl02HT8u7XlGXmJBBy2_fDZsewqD6yWRJsqmYAl7gL8qvsfy7cWne2g9gJSa114YY" id="652" name="Google Shape;652;p23"/>
          <p:cNvPicPr preferRelativeResize="0"/>
          <p:nvPr/>
        </p:nvPicPr>
        <p:blipFill rotWithShape="1">
          <a:blip r:embed="rId3">
            <a:alphaModFix/>
          </a:blip>
          <a:srcRect b="0" l="0" r="0" t="0"/>
          <a:stretch/>
        </p:blipFill>
        <p:spPr>
          <a:xfrm>
            <a:off x="1636032" y="872580"/>
            <a:ext cx="9264404" cy="5754642"/>
          </a:xfrm>
          <a:prstGeom prst="rect">
            <a:avLst/>
          </a:prstGeom>
          <a:noFill/>
          <a:ln>
            <a:noFill/>
          </a:ln>
          <a:effectLst>
            <a:outerShdw blurRad="190500" rotWithShape="0" algn="tl">
              <a:srgbClr val="000000">
                <a:alpha val="69803"/>
              </a:srgbClr>
            </a:outerShdw>
          </a:effectLst>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500"/>
                                        <p:tgtEl>
                                          <p:spTgt spid="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500"/>
                                        <p:tgtEl>
                                          <p:spTgt spid="6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24"/>
          <p:cNvSpPr txBox="1"/>
          <p:nvPr/>
        </p:nvSpPr>
        <p:spPr>
          <a:xfrm>
            <a:off x="1183601" y="342327"/>
            <a:ext cx="8125862" cy="7694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Procesamiento Video</a:t>
            </a:r>
            <a:endParaRPr/>
          </a:p>
          <a:p>
            <a:pPr indent="0" lvl="0" marL="0" marR="0" rtl="0" algn="just">
              <a:lnSpc>
                <a:spcPct val="100000"/>
              </a:lnSpc>
              <a:spcBef>
                <a:spcPts val="0"/>
              </a:spcBef>
              <a:spcAft>
                <a:spcPts val="0"/>
              </a:spcAft>
              <a:buClr>
                <a:schemeClr val="dk1"/>
              </a:buClr>
              <a:buSzPts val="2200"/>
              <a:buFont typeface="Calibri"/>
              <a:buNone/>
            </a:pPr>
            <a:r>
              <a:t/>
            </a:r>
            <a:endParaRPr b="1" i="0" sz="2200" u="none" cap="none" strike="noStrike">
              <a:solidFill>
                <a:srgbClr val="002060"/>
              </a:solidFill>
              <a:latin typeface="Times New Roman"/>
              <a:ea typeface="Times New Roman"/>
              <a:cs typeface="Times New Roman"/>
              <a:sym typeface="Times New Roman"/>
            </a:endParaRPr>
          </a:p>
        </p:txBody>
      </p:sp>
      <p:pic>
        <p:nvPicPr>
          <p:cNvPr id="658" name="Google Shape;658;p24"/>
          <p:cNvPicPr preferRelativeResize="0"/>
          <p:nvPr/>
        </p:nvPicPr>
        <p:blipFill rotWithShape="1">
          <a:blip r:embed="rId3">
            <a:alphaModFix/>
          </a:blip>
          <a:srcRect b="0" l="0" r="0" t="0"/>
          <a:stretch/>
        </p:blipFill>
        <p:spPr>
          <a:xfrm>
            <a:off x="1114696" y="727047"/>
            <a:ext cx="10737669" cy="6039939"/>
          </a:xfrm>
          <a:prstGeom prst="roundRect">
            <a:avLst>
              <a:gd fmla="val 5439" name="adj"/>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500"/>
                                        <p:tgtEl>
                                          <p:spTgt spid="6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25"/>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Ensamblaje</a:t>
            </a:r>
            <a:endParaRPr/>
          </a:p>
        </p:txBody>
      </p:sp>
      <p:pic>
        <p:nvPicPr>
          <p:cNvPr descr="https://lh4.googleusercontent.com/AGOCEQ96TcwzdeE545wcvpOa8d7NOxCkgNr1iOEUcvyy7uIrfHARIchNxaZ4z4XVt079w_Oc3LM5qY6M2yxRjRnVhzGIA8Fof5sxZPzeBpe8F0UxErzuAsXms2WOQB57AMzNoK5ESoPmPc3WGZNBejjdA5_HqunEnYiNsatmQ9gGvncmklx6BuY7bqVsVlOn" id="664" name="Google Shape;664;p25"/>
          <p:cNvPicPr preferRelativeResize="0"/>
          <p:nvPr/>
        </p:nvPicPr>
        <p:blipFill rotWithShape="1">
          <a:blip r:embed="rId3">
            <a:alphaModFix/>
          </a:blip>
          <a:srcRect b="0" l="0" r="0" t="0"/>
          <a:stretch/>
        </p:blipFill>
        <p:spPr>
          <a:xfrm>
            <a:off x="2506888" y="773214"/>
            <a:ext cx="7185807" cy="5855564"/>
          </a:xfrm>
          <a:prstGeom prst="rect">
            <a:avLst/>
          </a:prstGeom>
          <a:noFill/>
          <a:ln>
            <a:noFill/>
          </a:ln>
          <a:effectLst>
            <a:outerShdw blurRad="190500" rotWithShape="0" algn="tl">
              <a:srgbClr val="000000">
                <a:alpha val="69803"/>
              </a:srgbClr>
            </a:outerShdw>
          </a:effectLst>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500"/>
                                        <p:tgtEl>
                                          <p:spTgt spid="6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26"/>
          <p:cNvSpPr txBox="1"/>
          <p:nvPr/>
        </p:nvSpPr>
        <p:spPr>
          <a:xfrm>
            <a:off x="1183601" y="342327"/>
            <a:ext cx="7847188" cy="7694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Ensamblaje Video</a:t>
            </a:r>
            <a:endParaRPr/>
          </a:p>
          <a:p>
            <a:pPr indent="0" lvl="0" marL="0" marR="0" rtl="0" algn="just">
              <a:lnSpc>
                <a:spcPct val="100000"/>
              </a:lnSpc>
              <a:spcBef>
                <a:spcPts val="0"/>
              </a:spcBef>
              <a:spcAft>
                <a:spcPts val="0"/>
              </a:spcAft>
              <a:buClr>
                <a:schemeClr val="dk1"/>
              </a:buClr>
              <a:buSzPts val="2200"/>
              <a:buFont typeface="Calibri"/>
              <a:buNone/>
            </a:pPr>
            <a:r>
              <a:t/>
            </a:r>
            <a:endParaRPr b="1" i="0" sz="2200" u="none" cap="none" strike="noStrike">
              <a:solidFill>
                <a:srgbClr val="002060"/>
              </a:solidFill>
              <a:latin typeface="Times New Roman"/>
              <a:ea typeface="Times New Roman"/>
              <a:cs typeface="Times New Roman"/>
              <a:sym typeface="Times New Roman"/>
            </a:endParaRPr>
          </a:p>
        </p:txBody>
      </p:sp>
      <p:pic>
        <p:nvPicPr>
          <p:cNvPr id="670" name="Google Shape;670;p26"/>
          <p:cNvPicPr preferRelativeResize="0"/>
          <p:nvPr/>
        </p:nvPicPr>
        <p:blipFill rotWithShape="1">
          <a:blip r:embed="rId3">
            <a:alphaModFix/>
          </a:blip>
          <a:srcRect b="0" l="0" r="0" t="0"/>
          <a:stretch/>
        </p:blipFill>
        <p:spPr>
          <a:xfrm>
            <a:off x="1183601" y="813163"/>
            <a:ext cx="10746377" cy="6044837"/>
          </a:xfrm>
          <a:prstGeom prst="roundRect">
            <a:avLst>
              <a:gd fmla="val 5439" name="adj"/>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500"/>
                                        <p:tgtEl>
                                          <p:spTgt spid="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500"/>
                                        <p:tgtEl>
                                          <p:spTgt spid="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27"/>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Selección</a:t>
            </a:r>
            <a:endParaRPr/>
          </a:p>
        </p:txBody>
      </p:sp>
      <p:pic>
        <p:nvPicPr>
          <p:cNvPr descr="https://lh6.googleusercontent.com/6DtIWoJFk2uxBQALzZwSDLif7wShr3Bfsf7DgK_8SiWW3Zpbx2JFiaWWqzTeCJzG-01iKWSC8_BHqIvV6zGwtTbkyLrqYqZzaHlSr91m2I-FWY9_HCzrhxyjEX5hI8y-SbfNE_nR0BMVCj12ExKvXwlgxc6F1UTcoWWmulRfA3IN3toX04NQbB6WkL-1LEyI" id="676" name="Google Shape;676;p27"/>
          <p:cNvPicPr preferRelativeResize="0"/>
          <p:nvPr/>
        </p:nvPicPr>
        <p:blipFill rotWithShape="1">
          <a:blip r:embed="rId3">
            <a:alphaModFix/>
          </a:blip>
          <a:srcRect b="0" l="0" r="0" t="0"/>
          <a:stretch/>
        </p:blipFill>
        <p:spPr>
          <a:xfrm>
            <a:off x="3926386" y="903346"/>
            <a:ext cx="4947649" cy="5779258"/>
          </a:xfrm>
          <a:prstGeom prst="rect">
            <a:avLst/>
          </a:prstGeom>
          <a:noFill/>
          <a:ln>
            <a:noFill/>
          </a:ln>
          <a:effectLst>
            <a:outerShdw blurRad="190500" rotWithShape="0" algn="tl">
              <a:srgbClr val="000000">
                <a:alpha val="69803"/>
              </a:srgbClr>
            </a:outerShdw>
          </a:effectLst>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500"/>
                                        <p:tgtEl>
                                          <p:spTgt spid="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8"/>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Selección Video</a:t>
            </a:r>
            <a:endParaRPr/>
          </a:p>
        </p:txBody>
      </p:sp>
      <p:pic>
        <p:nvPicPr>
          <p:cNvPr id="682" name="Google Shape;682;p28"/>
          <p:cNvPicPr preferRelativeResize="0"/>
          <p:nvPr/>
        </p:nvPicPr>
        <p:blipFill rotWithShape="1">
          <a:blip r:embed="rId3">
            <a:alphaModFix/>
          </a:blip>
          <a:srcRect b="0" l="0" r="0" t="0"/>
          <a:stretch/>
        </p:blipFill>
        <p:spPr>
          <a:xfrm>
            <a:off x="1183601" y="838745"/>
            <a:ext cx="10546080" cy="5932170"/>
          </a:xfrm>
          <a:prstGeom prst="roundRect">
            <a:avLst>
              <a:gd fmla="val 5439" name="adj"/>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29"/>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Transporte</a:t>
            </a:r>
            <a:endParaRPr/>
          </a:p>
        </p:txBody>
      </p:sp>
      <p:pic>
        <p:nvPicPr>
          <p:cNvPr descr="https://lh3.googleusercontent.com/XRfOyxgQGa2JQi0ZOVbx-WUTChRfJdwDGi8N1-Eg-MMz-8cupS4QhQ31h2ETsG56oF7hMuSmtMXKYPN91p6oL7h3lt0hPyOc8EV4uOYNnflhJuvHeHmmLSCjhNOqoANOSLR4y_E3Xbh6L3c-AJcZtSv4lH1B6DNHIIILOeyeilhhRouh5aojttlLn6oYgjKk" id="688" name="Google Shape;688;p29"/>
          <p:cNvPicPr preferRelativeResize="0"/>
          <p:nvPr/>
        </p:nvPicPr>
        <p:blipFill rotWithShape="1">
          <a:blip r:embed="rId3">
            <a:alphaModFix/>
          </a:blip>
          <a:srcRect b="0" l="0" r="0" t="0"/>
          <a:stretch/>
        </p:blipFill>
        <p:spPr>
          <a:xfrm>
            <a:off x="1872343" y="848830"/>
            <a:ext cx="7932602" cy="5807329"/>
          </a:xfrm>
          <a:prstGeom prst="rect">
            <a:avLst/>
          </a:prstGeom>
          <a:noFill/>
          <a:ln>
            <a:noFill/>
          </a:ln>
          <a:effectLst>
            <a:outerShdw blurRad="190500" rotWithShape="0" algn="tl">
              <a:srgbClr val="000000">
                <a:alpha val="69803"/>
              </a:srgbClr>
            </a:outerShdw>
          </a:effectLst>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30"/>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Diagramas P&amp;ID: Unidad de Transporte Video</a:t>
            </a:r>
            <a:endParaRPr/>
          </a:p>
        </p:txBody>
      </p:sp>
      <p:pic>
        <p:nvPicPr>
          <p:cNvPr id="694" name="Google Shape;694;p30"/>
          <p:cNvPicPr preferRelativeResize="0"/>
          <p:nvPr/>
        </p:nvPicPr>
        <p:blipFill rotWithShape="1">
          <a:blip r:embed="rId3">
            <a:alphaModFix/>
          </a:blip>
          <a:srcRect b="0" l="0" r="0" t="0"/>
          <a:stretch/>
        </p:blipFill>
        <p:spPr>
          <a:xfrm>
            <a:off x="1183601" y="773214"/>
            <a:ext cx="10528663" cy="5922373"/>
          </a:xfrm>
          <a:prstGeom prst="roundRect">
            <a:avLst>
              <a:gd fmla="val 5439" name="adj"/>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31"/>
          <p:cNvSpPr txBox="1"/>
          <p:nvPr>
            <p:ph idx="1" type="subTitle"/>
          </p:nvPr>
        </p:nvSpPr>
        <p:spPr>
          <a:xfrm>
            <a:off x="1183601" y="1034473"/>
            <a:ext cx="9144000" cy="118621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90000"/>
              </a:lnSpc>
              <a:spcBef>
                <a:spcPts val="0"/>
              </a:spcBef>
              <a:spcAft>
                <a:spcPts val="0"/>
              </a:spcAft>
              <a:buClr>
                <a:schemeClr val="dk1"/>
              </a:buClr>
              <a:buSzPts val="2400"/>
              <a:buFont typeface="Arial"/>
              <a:buChar char="•"/>
            </a:pPr>
            <a:r>
              <a:rPr lang="es-BO"/>
              <a:t>La puesta en operación, está enfocado a los programas de diagnóstico de actuadores y sensores que se pueden cargar al PLC.</a:t>
            </a:r>
            <a:endParaRPr/>
          </a:p>
          <a:p>
            <a:pPr indent="-342900" lvl="0" marL="342900" rtl="0" algn="just">
              <a:lnSpc>
                <a:spcPct val="90000"/>
              </a:lnSpc>
              <a:spcBef>
                <a:spcPts val="1000"/>
              </a:spcBef>
              <a:spcAft>
                <a:spcPts val="0"/>
              </a:spcAft>
              <a:buClr>
                <a:schemeClr val="dk1"/>
              </a:buClr>
              <a:buSzPts val="2400"/>
              <a:buFont typeface="Arial"/>
              <a:buChar char="•"/>
            </a:pPr>
            <a:r>
              <a:rPr lang="es-BO"/>
              <a:t>Esta secuencia está desarrollada en lenguaje LADDER</a:t>
            </a:r>
            <a:endParaRPr/>
          </a:p>
        </p:txBody>
      </p:sp>
      <p:sp>
        <p:nvSpPr>
          <p:cNvPr id="700" name="Google Shape;700;p31"/>
          <p:cNvSpPr txBox="1"/>
          <p:nvPr/>
        </p:nvSpPr>
        <p:spPr>
          <a:xfrm>
            <a:off x="1183601" y="342327"/>
            <a:ext cx="60960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Puesta en operación</a:t>
            </a:r>
            <a:endParaRPr/>
          </a:p>
        </p:txBody>
      </p:sp>
      <p:grpSp>
        <p:nvGrpSpPr>
          <p:cNvPr id="701" name="Google Shape;701;p31"/>
          <p:cNvGrpSpPr/>
          <p:nvPr/>
        </p:nvGrpSpPr>
        <p:grpSpPr>
          <a:xfrm>
            <a:off x="7270658" y="3429905"/>
            <a:ext cx="2400563" cy="1109177"/>
            <a:chOff x="7270658" y="3429905"/>
            <a:chExt cx="2400563" cy="1109177"/>
          </a:xfrm>
        </p:grpSpPr>
        <p:sp>
          <p:nvSpPr>
            <p:cNvPr id="702" name="Google Shape;702;p31"/>
            <p:cNvSpPr/>
            <p:nvPr/>
          </p:nvSpPr>
          <p:spPr>
            <a:xfrm rot="-3632425">
              <a:off x="7398677" y="3704775"/>
              <a:ext cx="706288" cy="706288"/>
            </a:xfrm>
            <a:custGeom>
              <a:rect b="b" l="l" r="r" t="t"/>
              <a:pathLst>
                <a:path extrusionOk="0" h="30529" w="30529">
                  <a:moveTo>
                    <a:pt x="322" y="1"/>
                  </a:moveTo>
                  <a:lnTo>
                    <a:pt x="1" y="334"/>
                  </a:lnTo>
                  <a:lnTo>
                    <a:pt x="30207" y="30528"/>
                  </a:lnTo>
                  <a:lnTo>
                    <a:pt x="30528" y="30207"/>
                  </a:lnTo>
                  <a:lnTo>
                    <a:pt x="322" y="1"/>
                  </a:lnTo>
                  <a:close/>
                </a:path>
              </a:pathLst>
            </a:custGeom>
            <a:solidFill>
              <a:srgbClr val="544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3" name="Google Shape;703;p31"/>
            <p:cNvSpPr/>
            <p:nvPr/>
          </p:nvSpPr>
          <p:spPr>
            <a:xfrm>
              <a:off x="8182056" y="3429905"/>
              <a:ext cx="1489165" cy="1058250"/>
            </a:xfrm>
            <a:custGeom>
              <a:rect b="b" l="l" r="r" t="t"/>
              <a:pathLst>
                <a:path extrusionOk="0" h="36017" w="36017">
                  <a:moveTo>
                    <a:pt x="18003" y="0"/>
                  </a:moveTo>
                  <a:cubicBezTo>
                    <a:pt x="8061" y="0"/>
                    <a:pt x="0" y="8061"/>
                    <a:pt x="0" y="18002"/>
                  </a:cubicBezTo>
                  <a:cubicBezTo>
                    <a:pt x="0" y="27956"/>
                    <a:pt x="8061" y="36016"/>
                    <a:pt x="18003" y="36016"/>
                  </a:cubicBezTo>
                  <a:cubicBezTo>
                    <a:pt x="27956" y="36016"/>
                    <a:pt x="36017" y="27956"/>
                    <a:pt x="36017" y="18002"/>
                  </a:cubicBezTo>
                  <a:cubicBezTo>
                    <a:pt x="36017" y="8061"/>
                    <a:pt x="27956" y="0"/>
                    <a:pt x="18003"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500"/>
                <a:buFont typeface="Fira Sans Extra Condensed Medium"/>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Unidad de Almientación</a:t>
              </a:r>
              <a:endParaRPr b="0" i="0" sz="1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704" name="Google Shape;704;p31"/>
          <p:cNvGrpSpPr/>
          <p:nvPr/>
        </p:nvGrpSpPr>
        <p:grpSpPr>
          <a:xfrm>
            <a:off x="6048828" y="2092027"/>
            <a:ext cx="1655482" cy="1939845"/>
            <a:chOff x="6048828" y="2092027"/>
            <a:chExt cx="1655482" cy="1939845"/>
          </a:xfrm>
        </p:grpSpPr>
        <p:sp>
          <p:nvSpPr>
            <p:cNvPr id="705" name="Google Shape;705;p31"/>
            <p:cNvSpPr/>
            <p:nvPr/>
          </p:nvSpPr>
          <p:spPr>
            <a:xfrm>
              <a:off x="6048828" y="2092027"/>
              <a:ext cx="1655482" cy="1080437"/>
            </a:xfrm>
            <a:custGeom>
              <a:rect b="b" l="l" r="r" t="t"/>
              <a:pathLst>
                <a:path extrusionOk="0" h="36017" w="36017">
                  <a:moveTo>
                    <a:pt x="18014" y="0"/>
                  </a:moveTo>
                  <a:cubicBezTo>
                    <a:pt x="8061" y="0"/>
                    <a:pt x="0" y="8061"/>
                    <a:pt x="0" y="18002"/>
                  </a:cubicBezTo>
                  <a:cubicBezTo>
                    <a:pt x="0" y="27956"/>
                    <a:pt x="8061" y="36016"/>
                    <a:pt x="18014" y="36016"/>
                  </a:cubicBezTo>
                  <a:cubicBezTo>
                    <a:pt x="27956" y="36016"/>
                    <a:pt x="36017" y="27956"/>
                    <a:pt x="36017" y="18002"/>
                  </a:cubicBezTo>
                  <a:cubicBezTo>
                    <a:pt x="36017" y="8061"/>
                    <a:pt x="27956" y="0"/>
                    <a:pt x="18014"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500"/>
                <a:buFont typeface="Fira Sans Extra Condensed Medium"/>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Alimentación de la planta de ensamblaje</a:t>
              </a:r>
              <a:endParaRPr b="0" i="0" sz="1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sp>
          <p:nvSpPr>
            <p:cNvPr id="706" name="Google Shape;706;p31"/>
            <p:cNvSpPr/>
            <p:nvPr/>
          </p:nvSpPr>
          <p:spPr>
            <a:xfrm rot="-6884097">
              <a:off x="6256313" y="3210221"/>
              <a:ext cx="706288" cy="706288"/>
            </a:xfrm>
            <a:custGeom>
              <a:rect b="b" l="l" r="r" t="t"/>
              <a:pathLst>
                <a:path extrusionOk="0" h="30529" w="30529">
                  <a:moveTo>
                    <a:pt x="322" y="1"/>
                  </a:moveTo>
                  <a:lnTo>
                    <a:pt x="1" y="334"/>
                  </a:lnTo>
                  <a:lnTo>
                    <a:pt x="30207" y="30528"/>
                  </a:lnTo>
                  <a:lnTo>
                    <a:pt x="30528" y="30207"/>
                  </a:lnTo>
                  <a:lnTo>
                    <a:pt x="322" y="1"/>
                  </a:lnTo>
                  <a:close/>
                </a:path>
              </a:pathLst>
            </a:custGeom>
            <a:solidFill>
              <a:srgbClr val="544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7" name="Google Shape;707;p31"/>
          <p:cNvGrpSpPr/>
          <p:nvPr/>
        </p:nvGrpSpPr>
        <p:grpSpPr>
          <a:xfrm>
            <a:off x="7143926" y="4685934"/>
            <a:ext cx="2120943" cy="1514955"/>
            <a:chOff x="7143926" y="4685934"/>
            <a:chExt cx="2120943" cy="1514955"/>
          </a:xfrm>
        </p:grpSpPr>
        <p:sp>
          <p:nvSpPr>
            <p:cNvPr id="708" name="Google Shape;708;p31"/>
            <p:cNvSpPr/>
            <p:nvPr/>
          </p:nvSpPr>
          <p:spPr>
            <a:xfrm rot="-549379">
              <a:off x="7195621" y="4737629"/>
              <a:ext cx="706288" cy="706288"/>
            </a:xfrm>
            <a:custGeom>
              <a:rect b="b" l="l" r="r" t="t"/>
              <a:pathLst>
                <a:path extrusionOk="0" h="30529" w="30529">
                  <a:moveTo>
                    <a:pt x="322" y="1"/>
                  </a:moveTo>
                  <a:lnTo>
                    <a:pt x="1" y="334"/>
                  </a:lnTo>
                  <a:lnTo>
                    <a:pt x="30207" y="30528"/>
                  </a:lnTo>
                  <a:lnTo>
                    <a:pt x="30528" y="30207"/>
                  </a:lnTo>
                  <a:lnTo>
                    <a:pt x="322" y="1"/>
                  </a:lnTo>
                  <a:close/>
                </a:path>
              </a:pathLst>
            </a:custGeom>
            <a:solidFill>
              <a:srgbClr val="544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 name="Google Shape;709;p31"/>
            <p:cNvSpPr/>
            <p:nvPr/>
          </p:nvSpPr>
          <p:spPr>
            <a:xfrm>
              <a:off x="7784253" y="5042649"/>
              <a:ext cx="1480616" cy="1158240"/>
            </a:xfrm>
            <a:custGeom>
              <a:rect b="b" l="l" r="r" t="t"/>
              <a:pathLst>
                <a:path extrusionOk="0" h="36017" w="36017">
                  <a:moveTo>
                    <a:pt x="18015" y="1"/>
                  </a:moveTo>
                  <a:cubicBezTo>
                    <a:pt x="8061" y="1"/>
                    <a:pt x="1" y="8073"/>
                    <a:pt x="1" y="18015"/>
                  </a:cubicBezTo>
                  <a:cubicBezTo>
                    <a:pt x="1" y="27956"/>
                    <a:pt x="8061" y="36017"/>
                    <a:pt x="18015" y="36017"/>
                  </a:cubicBezTo>
                  <a:cubicBezTo>
                    <a:pt x="27956" y="36017"/>
                    <a:pt x="36017" y="27956"/>
                    <a:pt x="36017" y="18015"/>
                  </a:cubicBezTo>
                  <a:cubicBezTo>
                    <a:pt x="36017" y="8073"/>
                    <a:pt x="27956" y="1"/>
                    <a:pt x="18015"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500"/>
                <a:buFont typeface="Fira Sans Extra Condensed Medium"/>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Unidad de Procesamiento</a:t>
              </a:r>
              <a:endParaRPr b="0" i="0" sz="1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710" name="Google Shape;710;p31"/>
          <p:cNvGrpSpPr/>
          <p:nvPr/>
        </p:nvGrpSpPr>
        <p:grpSpPr>
          <a:xfrm>
            <a:off x="5377085" y="5022230"/>
            <a:ext cx="1402256" cy="1770599"/>
            <a:chOff x="5377085" y="5022230"/>
            <a:chExt cx="1402256" cy="1770599"/>
          </a:xfrm>
        </p:grpSpPr>
        <p:sp>
          <p:nvSpPr>
            <p:cNvPr id="711" name="Google Shape;711;p31"/>
            <p:cNvSpPr/>
            <p:nvPr/>
          </p:nvSpPr>
          <p:spPr>
            <a:xfrm rot="3314727">
              <a:off x="5934739" y="5160544"/>
              <a:ext cx="706288" cy="706288"/>
            </a:xfrm>
            <a:custGeom>
              <a:rect b="b" l="l" r="r" t="t"/>
              <a:pathLst>
                <a:path extrusionOk="0" h="30529" w="30529">
                  <a:moveTo>
                    <a:pt x="322" y="1"/>
                  </a:moveTo>
                  <a:lnTo>
                    <a:pt x="1" y="334"/>
                  </a:lnTo>
                  <a:lnTo>
                    <a:pt x="30207" y="30528"/>
                  </a:lnTo>
                  <a:lnTo>
                    <a:pt x="30528" y="30207"/>
                  </a:lnTo>
                  <a:lnTo>
                    <a:pt x="322" y="1"/>
                  </a:lnTo>
                  <a:close/>
                </a:path>
              </a:pathLst>
            </a:custGeom>
            <a:solidFill>
              <a:srgbClr val="544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 name="Google Shape;712;p31"/>
            <p:cNvSpPr/>
            <p:nvPr/>
          </p:nvSpPr>
          <p:spPr>
            <a:xfrm>
              <a:off x="5377085" y="5764929"/>
              <a:ext cx="1343485" cy="1027900"/>
            </a:xfrm>
            <a:custGeom>
              <a:rect b="b" l="l" r="r" t="t"/>
              <a:pathLst>
                <a:path extrusionOk="0" h="36017" w="36017">
                  <a:moveTo>
                    <a:pt x="18014" y="0"/>
                  </a:moveTo>
                  <a:cubicBezTo>
                    <a:pt x="8061" y="0"/>
                    <a:pt x="0" y="8061"/>
                    <a:pt x="0" y="18002"/>
                  </a:cubicBezTo>
                  <a:cubicBezTo>
                    <a:pt x="0" y="27956"/>
                    <a:pt x="8061" y="36016"/>
                    <a:pt x="18014" y="36016"/>
                  </a:cubicBezTo>
                  <a:cubicBezTo>
                    <a:pt x="27956" y="36016"/>
                    <a:pt x="36017" y="27956"/>
                    <a:pt x="36017" y="18002"/>
                  </a:cubicBezTo>
                  <a:cubicBezTo>
                    <a:pt x="36017" y="8061"/>
                    <a:pt x="27956" y="0"/>
                    <a:pt x="18014"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500"/>
                <a:buFont typeface="Fira Sans Extra Condensed Medium"/>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Unidad de Ensamblaje</a:t>
              </a:r>
              <a:endParaRPr b="0" i="0" sz="1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713" name="Google Shape;713;p31"/>
          <p:cNvGrpSpPr/>
          <p:nvPr/>
        </p:nvGrpSpPr>
        <p:grpSpPr>
          <a:xfrm>
            <a:off x="3425537" y="4489705"/>
            <a:ext cx="2065981" cy="1411084"/>
            <a:chOff x="3425537" y="4489705"/>
            <a:chExt cx="2065981" cy="1411084"/>
          </a:xfrm>
        </p:grpSpPr>
        <p:sp>
          <p:nvSpPr>
            <p:cNvPr id="714" name="Google Shape;714;p31"/>
            <p:cNvSpPr/>
            <p:nvPr/>
          </p:nvSpPr>
          <p:spPr>
            <a:xfrm rot="-4479592">
              <a:off x="4704388" y="4570547"/>
              <a:ext cx="706288" cy="706288"/>
            </a:xfrm>
            <a:custGeom>
              <a:rect b="b" l="l" r="r" t="t"/>
              <a:pathLst>
                <a:path extrusionOk="0" h="30529" w="30529">
                  <a:moveTo>
                    <a:pt x="322" y="1"/>
                  </a:moveTo>
                  <a:lnTo>
                    <a:pt x="1" y="334"/>
                  </a:lnTo>
                  <a:lnTo>
                    <a:pt x="30207" y="30528"/>
                  </a:lnTo>
                  <a:lnTo>
                    <a:pt x="30528" y="30207"/>
                  </a:lnTo>
                  <a:lnTo>
                    <a:pt x="322" y="1"/>
                  </a:lnTo>
                  <a:close/>
                </a:path>
              </a:pathLst>
            </a:custGeom>
            <a:solidFill>
              <a:srgbClr val="544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5" name="Google Shape;715;p31"/>
            <p:cNvSpPr/>
            <p:nvPr/>
          </p:nvSpPr>
          <p:spPr>
            <a:xfrm>
              <a:off x="3425537" y="4906042"/>
              <a:ext cx="1365978" cy="994747"/>
            </a:xfrm>
            <a:custGeom>
              <a:rect b="b" l="l" r="r" t="t"/>
              <a:pathLst>
                <a:path extrusionOk="0" h="36017" w="36018">
                  <a:moveTo>
                    <a:pt x="18003" y="1"/>
                  </a:moveTo>
                  <a:cubicBezTo>
                    <a:pt x="8062" y="1"/>
                    <a:pt x="1" y="8073"/>
                    <a:pt x="1" y="18015"/>
                  </a:cubicBezTo>
                  <a:cubicBezTo>
                    <a:pt x="1" y="27956"/>
                    <a:pt x="8062" y="36017"/>
                    <a:pt x="18003" y="36017"/>
                  </a:cubicBezTo>
                  <a:cubicBezTo>
                    <a:pt x="27957" y="36017"/>
                    <a:pt x="36017" y="27956"/>
                    <a:pt x="36017" y="18015"/>
                  </a:cubicBezTo>
                  <a:cubicBezTo>
                    <a:pt x="36017" y="8073"/>
                    <a:pt x="27957" y="1"/>
                    <a:pt x="18003" y="1"/>
                  </a:cubicBezTo>
                  <a:close/>
                </a:path>
              </a:pathLst>
            </a:custGeom>
            <a:solidFill>
              <a:srgbClr val="EC3A3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500"/>
                <a:buFont typeface="Fira Sans Extra Condensed Medium"/>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Unidad de Selección</a:t>
              </a:r>
              <a:endParaRPr b="0" i="0" sz="1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grpSp>
        <p:nvGrpSpPr>
          <p:cNvPr id="716" name="Google Shape;716;p31"/>
          <p:cNvGrpSpPr/>
          <p:nvPr/>
        </p:nvGrpSpPr>
        <p:grpSpPr>
          <a:xfrm>
            <a:off x="3425537" y="2770907"/>
            <a:ext cx="2057288" cy="1341404"/>
            <a:chOff x="3425537" y="2770907"/>
            <a:chExt cx="2057288" cy="1341404"/>
          </a:xfrm>
        </p:grpSpPr>
        <p:sp>
          <p:nvSpPr>
            <p:cNvPr id="717" name="Google Shape;717;p31"/>
            <p:cNvSpPr/>
            <p:nvPr/>
          </p:nvSpPr>
          <p:spPr>
            <a:xfrm rot="-581279">
              <a:off x="4722145" y="3351631"/>
              <a:ext cx="706288" cy="706288"/>
            </a:xfrm>
            <a:custGeom>
              <a:rect b="b" l="l" r="r" t="t"/>
              <a:pathLst>
                <a:path extrusionOk="0" h="30529" w="30529">
                  <a:moveTo>
                    <a:pt x="322" y="1"/>
                  </a:moveTo>
                  <a:lnTo>
                    <a:pt x="1" y="334"/>
                  </a:lnTo>
                  <a:lnTo>
                    <a:pt x="30207" y="30528"/>
                  </a:lnTo>
                  <a:lnTo>
                    <a:pt x="30528" y="30207"/>
                  </a:lnTo>
                  <a:lnTo>
                    <a:pt x="322" y="1"/>
                  </a:lnTo>
                  <a:close/>
                </a:path>
              </a:pathLst>
            </a:custGeom>
            <a:solidFill>
              <a:srgbClr val="5447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 name="Google Shape;718;p31"/>
            <p:cNvSpPr/>
            <p:nvPr/>
          </p:nvSpPr>
          <p:spPr>
            <a:xfrm>
              <a:off x="3425537" y="2770907"/>
              <a:ext cx="1402518" cy="1065369"/>
            </a:xfrm>
            <a:custGeom>
              <a:rect b="b" l="l" r="r" t="t"/>
              <a:pathLst>
                <a:path extrusionOk="0" h="36017" w="36017">
                  <a:moveTo>
                    <a:pt x="18015" y="1"/>
                  </a:moveTo>
                  <a:cubicBezTo>
                    <a:pt x="8061" y="1"/>
                    <a:pt x="1" y="8073"/>
                    <a:pt x="1" y="18015"/>
                  </a:cubicBezTo>
                  <a:cubicBezTo>
                    <a:pt x="1" y="27956"/>
                    <a:pt x="8061" y="36017"/>
                    <a:pt x="18015" y="36017"/>
                  </a:cubicBezTo>
                  <a:cubicBezTo>
                    <a:pt x="27956" y="36017"/>
                    <a:pt x="36017" y="27956"/>
                    <a:pt x="36017" y="18015"/>
                  </a:cubicBezTo>
                  <a:cubicBezTo>
                    <a:pt x="36017" y="8073"/>
                    <a:pt x="27956" y="1"/>
                    <a:pt x="18015"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1500"/>
                <a:buFont typeface="Fira Sans Extra Condensed Medium"/>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Unidad de Transporte</a:t>
              </a:r>
              <a:endParaRPr b="0" i="0" sz="15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sp>
        <p:nvSpPr>
          <p:cNvPr id="719" name="Google Shape;719;p31"/>
          <p:cNvSpPr/>
          <p:nvPr/>
        </p:nvSpPr>
        <p:spPr>
          <a:xfrm>
            <a:off x="5094072" y="3304077"/>
            <a:ext cx="2593516" cy="2099339"/>
          </a:xfrm>
          <a:custGeom>
            <a:rect b="b" l="l" r="r" t="t"/>
            <a:pathLst>
              <a:path extrusionOk="0" h="60738" w="63318">
                <a:moveTo>
                  <a:pt x="33991" y="1"/>
                </a:moveTo>
                <a:cubicBezTo>
                  <a:pt x="33776" y="1"/>
                  <a:pt x="33550" y="43"/>
                  <a:pt x="33314" y="133"/>
                </a:cubicBezTo>
                <a:cubicBezTo>
                  <a:pt x="29730" y="1502"/>
                  <a:pt x="29599" y="9384"/>
                  <a:pt x="29599" y="9384"/>
                </a:cubicBezTo>
                <a:cubicBezTo>
                  <a:pt x="29599" y="9384"/>
                  <a:pt x="28875" y="2283"/>
                  <a:pt x="25336" y="2283"/>
                </a:cubicBezTo>
                <a:cubicBezTo>
                  <a:pt x="24970" y="2283"/>
                  <a:pt x="24574" y="2359"/>
                  <a:pt x="24146" y="2526"/>
                </a:cubicBezTo>
                <a:cubicBezTo>
                  <a:pt x="19574" y="4324"/>
                  <a:pt x="22836" y="11503"/>
                  <a:pt x="22836" y="11503"/>
                </a:cubicBezTo>
                <a:cubicBezTo>
                  <a:pt x="22836" y="11503"/>
                  <a:pt x="18860" y="7209"/>
                  <a:pt x="15788" y="7209"/>
                </a:cubicBezTo>
                <a:cubicBezTo>
                  <a:pt x="15199" y="7209"/>
                  <a:pt x="14644" y="7366"/>
                  <a:pt x="14157" y="7741"/>
                </a:cubicBezTo>
                <a:cubicBezTo>
                  <a:pt x="11132" y="10063"/>
                  <a:pt x="14966" y="16695"/>
                  <a:pt x="14966" y="16695"/>
                </a:cubicBezTo>
                <a:cubicBezTo>
                  <a:pt x="14966" y="16695"/>
                  <a:pt x="12131" y="14371"/>
                  <a:pt x="9435" y="14371"/>
                </a:cubicBezTo>
                <a:cubicBezTo>
                  <a:pt x="8615" y="14371"/>
                  <a:pt x="7807" y="14586"/>
                  <a:pt x="7096" y="15147"/>
                </a:cubicBezTo>
                <a:cubicBezTo>
                  <a:pt x="4048" y="17552"/>
                  <a:pt x="10918" y="24041"/>
                  <a:pt x="10918" y="24041"/>
                </a:cubicBezTo>
                <a:cubicBezTo>
                  <a:pt x="10918" y="24041"/>
                  <a:pt x="9282" y="23480"/>
                  <a:pt x="7370" y="23480"/>
                </a:cubicBezTo>
                <a:cubicBezTo>
                  <a:pt x="5303" y="23480"/>
                  <a:pt x="2913" y="24135"/>
                  <a:pt x="1917" y="26862"/>
                </a:cubicBezTo>
                <a:cubicBezTo>
                  <a:pt x="0" y="32113"/>
                  <a:pt x="8692" y="33756"/>
                  <a:pt x="8692" y="33756"/>
                </a:cubicBezTo>
                <a:cubicBezTo>
                  <a:pt x="8692" y="33756"/>
                  <a:pt x="2620" y="35780"/>
                  <a:pt x="3024" y="39209"/>
                </a:cubicBezTo>
                <a:cubicBezTo>
                  <a:pt x="3228" y="40945"/>
                  <a:pt x="5268" y="41375"/>
                  <a:pt x="7240" y="41375"/>
                </a:cubicBezTo>
                <a:cubicBezTo>
                  <a:pt x="9177" y="41375"/>
                  <a:pt x="11049" y="40959"/>
                  <a:pt x="11049" y="40959"/>
                </a:cubicBezTo>
                <a:lnTo>
                  <a:pt x="11049" y="40959"/>
                </a:lnTo>
                <a:cubicBezTo>
                  <a:pt x="11049" y="40960"/>
                  <a:pt x="4882" y="44067"/>
                  <a:pt x="5489" y="47710"/>
                </a:cubicBezTo>
                <a:cubicBezTo>
                  <a:pt x="5702" y="48986"/>
                  <a:pt x="6966" y="49400"/>
                  <a:pt x="8521" y="49400"/>
                </a:cubicBezTo>
                <a:cubicBezTo>
                  <a:pt x="11406" y="49400"/>
                  <a:pt x="15287" y="47972"/>
                  <a:pt x="15288" y="47972"/>
                </a:cubicBezTo>
                <a:lnTo>
                  <a:pt x="15288" y="47972"/>
                </a:lnTo>
                <a:cubicBezTo>
                  <a:pt x="15288" y="47972"/>
                  <a:pt x="11585" y="54259"/>
                  <a:pt x="16121" y="56056"/>
                </a:cubicBezTo>
                <a:cubicBezTo>
                  <a:pt x="16787" y="56320"/>
                  <a:pt x="17402" y="56433"/>
                  <a:pt x="17966" y="56433"/>
                </a:cubicBezTo>
                <a:cubicBezTo>
                  <a:pt x="21250" y="56433"/>
                  <a:pt x="22836" y="52628"/>
                  <a:pt x="22836" y="52627"/>
                </a:cubicBezTo>
                <a:lnTo>
                  <a:pt x="22836" y="52627"/>
                </a:lnTo>
                <a:cubicBezTo>
                  <a:pt x="22836" y="52628"/>
                  <a:pt x="21254" y="60737"/>
                  <a:pt x="25578" y="60737"/>
                </a:cubicBezTo>
                <a:cubicBezTo>
                  <a:pt x="25612" y="60737"/>
                  <a:pt x="25647" y="60737"/>
                  <a:pt x="25682" y="60736"/>
                </a:cubicBezTo>
                <a:cubicBezTo>
                  <a:pt x="30135" y="60605"/>
                  <a:pt x="30742" y="54187"/>
                  <a:pt x="30742" y="54187"/>
                </a:cubicBezTo>
                <a:cubicBezTo>
                  <a:pt x="30742" y="54187"/>
                  <a:pt x="34563" y="60490"/>
                  <a:pt x="37901" y="60490"/>
                </a:cubicBezTo>
                <a:cubicBezTo>
                  <a:pt x="38219" y="60490"/>
                  <a:pt x="38533" y="60432"/>
                  <a:pt x="38838" y="60307"/>
                </a:cubicBezTo>
                <a:cubicBezTo>
                  <a:pt x="42350" y="58866"/>
                  <a:pt x="39244" y="54390"/>
                  <a:pt x="39243" y="54390"/>
                </a:cubicBezTo>
                <a:lnTo>
                  <a:pt x="39243" y="54390"/>
                </a:lnTo>
                <a:cubicBezTo>
                  <a:pt x="39244" y="54390"/>
                  <a:pt x="42938" y="58662"/>
                  <a:pt x="45920" y="58662"/>
                </a:cubicBezTo>
                <a:cubicBezTo>
                  <a:pt x="46494" y="58662"/>
                  <a:pt x="47041" y="58504"/>
                  <a:pt x="47530" y="58128"/>
                </a:cubicBezTo>
                <a:cubicBezTo>
                  <a:pt x="50566" y="55807"/>
                  <a:pt x="46447" y="51390"/>
                  <a:pt x="46446" y="51389"/>
                </a:cubicBezTo>
                <a:lnTo>
                  <a:pt x="46446" y="51389"/>
                </a:lnTo>
                <a:cubicBezTo>
                  <a:pt x="46447" y="51390"/>
                  <a:pt x="50264" y="54169"/>
                  <a:pt x="53002" y="54169"/>
                </a:cubicBezTo>
                <a:cubicBezTo>
                  <a:pt x="53857" y="54169"/>
                  <a:pt x="54607" y="53898"/>
                  <a:pt x="55102" y="53187"/>
                </a:cubicBezTo>
                <a:cubicBezTo>
                  <a:pt x="57174" y="50199"/>
                  <a:pt x="52590" y="45484"/>
                  <a:pt x="52590" y="45484"/>
                </a:cubicBezTo>
                <a:lnTo>
                  <a:pt x="52590" y="45484"/>
                </a:lnTo>
                <a:cubicBezTo>
                  <a:pt x="52590" y="45484"/>
                  <a:pt x="54816" y="46074"/>
                  <a:pt x="57042" y="46074"/>
                </a:cubicBezTo>
                <a:cubicBezTo>
                  <a:pt x="58741" y="46074"/>
                  <a:pt x="60440" y="45730"/>
                  <a:pt x="61151" y="44519"/>
                </a:cubicBezTo>
                <a:cubicBezTo>
                  <a:pt x="63318" y="40828"/>
                  <a:pt x="54352" y="36185"/>
                  <a:pt x="54352" y="36185"/>
                </a:cubicBezTo>
                <a:lnTo>
                  <a:pt x="54352" y="36185"/>
                </a:lnTo>
                <a:cubicBezTo>
                  <a:pt x="54352" y="36185"/>
                  <a:pt x="54373" y="36185"/>
                  <a:pt x="54411" y="36185"/>
                </a:cubicBezTo>
                <a:cubicBezTo>
                  <a:pt x="55180" y="36185"/>
                  <a:pt x="63163" y="36088"/>
                  <a:pt x="63163" y="32054"/>
                </a:cubicBezTo>
                <a:cubicBezTo>
                  <a:pt x="63163" y="27963"/>
                  <a:pt x="55699" y="27886"/>
                  <a:pt x="55136" y="27886"/>
                </a:cubicBezTo>
                <a:cubicBezTo>
                  <a:pt x="55114" y="27886"/>
                  <a:pt x="55102" y="27886"/>
                  <a:pt x="55102" y="27886"/>
                </a:cubicBezTo>
                <a:cubicBezTo>
                  <a:pt x="55102" y="27886"/>
                  <a:pt x="62889" y="25457"/>
                  <a:pt x="60317" y="20195"/>
                </a:cubicBezTo>
                <a:cubicBezTo>
                  <a:pt x="59334" y="18183"/>
                  <a:pt x="57898" y="17561"/>
                  <a:pt x="56499" y="17561"/>
                </a:cubicBezTo>
                <a:cubicBezTo>
                  <a:pt x="54240" y="17561"/>
                  <a:pt x="52078" y="19183"/>
                  <a:pt x="52078" y="19183"/>
                </a:cubicBezTo>
                <a:cubicBezTo>
                  <a:pt x="52078" y="19183"/>
                  <a:pt x="57793" y="13813"/>
                  <a:pt x="54352" y="10694"/>
                </a:cubicBezTo>
                <a:cubicBezTo>
                  <a:pt x="53636" y="10042"/>
                  <a:pt x="52825" y="9784"/>
                  <a:pt x="51991" y="9784"/>
                </a:cubicBezTo>
                <a:cubicBezTo>
                  <a:pt x="48819" y="9784"/>
                  <a:pt x="45303" y="13516"/>
                  <a:pt x="45303" y="13516"/>
                </a:cubicBezTo>
                <a:cubicBezTo>
                  <a:pt x="45303" y="13516"/>
                  <a:pt x="47327" y="5431"/>
                  <a:pt x="43887" y="3752"/>
                </a:cubicBezTo>
                <a:cubicBezTo>
                  <a:pt x="43490" y="3560"/>
                  <a:pt x="43108" y="3475"/>
                  <a:pt x="42741" y="3475"/>
                </a:cubicBezTo>
                <a:cubicBezTo>
                  <a:pt x="39929" y="3475"/>
                  <a:pt x="38029" y="8467"/>
                  <a:pt x="38029" y="8467"/>
                </a:cubicBezTo>
                <a:cubicBezTo>
                  <a:pt x="38029" y="8467"/>
                  <a:pt x="37042" y="1"/>
                  <a:pt x="33991" y="1"/>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000"/>
              <a:buFont typeface="Times New Roman"/>
              <a:buNone/>
            </a:pPr>
            <a:r>
              <a:rPr b="0" i="0" lang="es-BO" sz="2000" u="none" cap="none" strike="noStrike">
                <a:solidFill>
                  <a:srgbClr val="FFFFFF"/>
                </a:solidFill>
                <a:latin typeface="Times New Roman"/>
                <a:ea typeface="Times New Roman"/>
                <a:cs typeface="Times New Roman"/>
                <a:sym typeface="Times New Roman"/>
              </a:rPr>
              <a:t>Puesta en </a:t>
            </a:r>
            <a:br>
              <a:rPr b="0" i="0" lang="es-BO" sz="2000" u="none" cap="none" strike="noStrike">
                <a:solidFill>
                  <a:srgbClr val="FFFFFF"/>
                </a:solidFill>
                <a:latin typeface="Times New Roman"/>
                <a:ea typeface="Times New Roman"/>
                <a:cs typeface="Times New Roman"/>
                <a:sym typeface="Times New Roman"/>
              </a:rPr>
            </a:br>
            <a:r>
              <a:rPr b="0" i="0" lang="es-BO" sz="2000" u="none" cap="none" strike="noStrike">
                <a:solidFill>
                  <a:srgbClr val="FFFFFF"/>
                </a:solidFill>
                <a:latin typeface="Times New Roman"/>
                <a:ea typeface="Times New Roman"/>
                <a:cs typeface="Times New Roman"/>
                <a:sym typeface="Times New Roman"/>
              </a:rPr>
              <a:t>Operación</a:t>
            </a:r>
            <a:endParaRPr b="0" i="0" sz="20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500"/>
                                        <p:tgtEl>
                                          <p:spTgt spid="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xEl>
                                              <p:pRg end="0" st="0"/>
                                            </p:txEl>
                                          </p:spTgt>
                                        </p:tgtEl>
                                        <p:attrNameLst>
                                          <p:attrName>style.visibility</p:attrName>
                                        </p:attrNameLst>
                                      </p:cBhvr>
                                      <p:to>
                                        <p:strVal val="visible"/>
                                      </p:to>
                                    </p:set>
                                    <p:animEffect filter="fade" transition="in">
                                      <p:cBhvr>
                                        <p:cTn dur="500"/>
                                        <p:tgtEl>
                                          <p:spTgt spid="6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xEl>
                                              <p:pRg end="1" st="1"/>
                                            </p:txEl>
                                          </p:spTgt>
                                        </p:tgtEl>
                                        <p:attrNameLst>
                                          <p:attrName>style.visibility</p:attrName>
                                        </p:attrNameLst>
                                      </p:cBhvr>
                                      <p:to>
                                        <p:strVal val="visible"/>
                                      </p:to>
                                    </p:set>
                                    <p:animEffect filter="fade" transition="in">
                                      <p:cBhvr>
                                        <p:cTn dur="500"/>
                                        <p:tgtEl>
                                          <p:spTgt spid="6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1000"/>
                                        <p:tgtEl>
                                          <p:spTgt spid="7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911"/>
                                        <p:tgtEl>
                                          <p:spTgt spid="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911"/>
                                        <p:tgtEl>
                                          <p:spTgt spid="7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911"/>
                                        <p:tgtEl>
                                          <p:spTgt spid="7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911"/>
                                        <p:tgtEl>
                                          <p:spTgt spid="7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911"/>
                                        <p:tgtEl>
                                          <p:spTgt spid="7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911"/>
                                        <p:tgtEl>
                                          <p:spTgt spid="7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32"/>
          <p:cNvPicPr preferRelativeResize="0"/>
          <p:nvPr/>
        </p:nvPicPr>
        <p:blipFill rotWithShape="1">
          <a:blip r:embed="rId3">
            <a:alphaModFix/>
          </a:blip>
          <a:srcRect b="0" l="0" r="0" t="0"/>
          <a:stretch/>
        </p:blipFill>
        <p:spPr>
          <a:xfrm>
            <a:off x="1719090" y="773214"/>
            <a:ext cx="8128107" cy="6084786"/>
          </a:xfrm>
          <a:prstGeom prst="rect">
            <a:avLst/>
          </a:prstGeom>
          <a:noFill/>
          <a:ln>
            <a:noFill/>
          </a:ln>
        </p:spPr>
      </p:pic>
      <p:sp>
        <p:nvSpPr>
          <p:cNvPr id="725" name="Google Shape;725;p32"/>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Puesta en operación: Alimentación de la planta de ensamblaje</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500"/>
                                        <p:tgtEl>
                                          <p:spTgt spid="7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4"/>
                                        </p:tgtEl>
                                        <p:attrNameLst>
                                          <p:attrName>style.visibility</p:attrName>
                                        </p:attrNameLst>
                                      </p:cBhvr>
                                      <p:to>
                                        <p:strVal val="visible"/>
                                      </p:to>
                                    </p:set>
                                    <p:anim calcmode="lin" valueType="num">
                                      <p:cBhvr additive="base">
                                        <p:cTn dur="1000"/>
                                        <p:tgtEl>
                                          <p:spTgt spid="72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33"/>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Puesta en operación</a:t>
            </a:r>
            <a:endParaRPr/>
          </a:p>
        </p:txBody>
      </p:sp>
      <p:pic>
        <p:nvPicPr>
          <p:cNvPr id="731" name="Google Shape;731;p33"/>
          <p:cNvPicPr preferRelativeResize="0"/>
          <p:nvPr/>
        </p:nvPicPr>
        <p:blipFill rotWithShape="1">
          <a:blip r:embed="rId3">
            <a:alphaModFix/>
          </a:blip>
          <a:srcRect b="0" l="0" r="0" t="0"/>
          <a:stretch/>
        </p:blipFill>
        <p:spPr>
          <a:xfrm>
            <a:off x="719043" y="1347569"/>
            <a:ext cx="5791485" cy="5231761"/>
          </a:xfrm>
          <a:prstGeom prst="rect">
            <a:avLst/>
          </a:prstGeom>
          <a:noFill/>
          <a:ln>
            <a:noFill/>
          </a:ln>
        </p:spPr>
      </p:pic>
      <p:sp>
        <p:nvSpPr>
          <p:cNvPr id="732" name="Google Shape;732;p33"/>
          <p:cNvSpPr/>
          <p:nvPr/>
        </p:nvSpPr>
        <p:spPr>
          <a:xfrm>
            <a:off x="1782914" y="681243"/>
            <a:ext cx="289720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000"/>
              <a:buFont typeface="Times New Roman"/>
              <a:buNone/>
            </a:pPr>
            <a:r>
              <a:rPr b="1" i="0" lang="es-BO" sz="2000" u="none" cap="none" strike="noStrike">
                <a:solidFill>
                  <a:srgbClr val="002060"/>
                </a:solidFill>
                <a:latin typeface="Times New Roman"/>
                <a:ea typeface="Times New Roman"/>
                <a:cs typeface="Times New Roman"/>
                <a:sym typeface="Times New Roman"/>
              </a:rPr>
              <a:t>Unidad de Alimentación </a:t>
            </a:r>
            <a:endParaRPr b="0" i="0" sz="2000" u="none" cap="none" strike="noStrike">
              <a:solidFill>
                <a:srgbClr val="000000"/>
              </a:solidFill>
              <a:latin typeface="Calibri"/>
              <a:ea typeface="Calibri"/>
              <a:cs typeface="Calibri"/>
              <a:sym typeface="Calibri"/>
            </a:endParaRPr>
          </a:p>
        </p:txBody>
      </p:sp>
      <p:sp>
        <p:nvSpPr>
          <p:cNvPr id="733" name="Google Shape;733;p33"/>
          <p:cNvSpPr/>
          <p:nvPr/>
        </p:nvSpPr>
        <p:spPr>
          <a:xfrm>
            <a:off x="7432738" y="523724"/>
            <a:ext cx="30494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000"/>
              <a:buFont typeface="Times New Roman"/>
              <a:buNone/>
            </a:pPr>
            <a:r>
              <a:rPr b="1" i="0" lang="es-BO" sz="2000" u="none" cap="none" strike="noStrike">
                <a:solidFill>
                  <a:srgbClr val="002060"/>
                </a:solidFill>
                <a:latin typeface="Times New Roman"/>
                <a:ea typeface="Times New Roman"/>
                <a:cs typeface="Times New Roman"/>
                <a:sym typeface="Times New Roman"/>
              </a:rPr>
              <a:t>Unidad de Procesamiento </a:t>
            </a:r>
            <a:endParaRPr b="0" i="0" sz="2000" u="none" cap="none" strike="noStrike">
              <a:solidFill>
                <a:srgbClr val="000000"/>
              </a:solidFill>
              <a:latin typeface="Calibri"/>
              <a:ea typeface="Calibri"/>
              <a:cs typeface="Calibri"/>
              <a:sym typeface="Calibri"/>
            </a:endParaRPr>
          </a:p>
        </p:txBody>
      </p:sp>
      <p:pic>
        <p:nvPicPr>
          <p:cNvPr id="734" name="Google Shape;734;p33"/>
          <p:cNvPicPr preferRelativeResize="0"/>
          <p:nvPr/>
        </p:nvPicPr>
        <p:blipFill rotWithShape="1">
          <a:blip r:embed="rId4">
            <a:alphaModFix/>
          </a:blip>
          <a:srcRect b="0" l="0" r="0" t="0"/>
          <a:stretch/>
        </p:blipFill>
        <p:spPr>
          <a:xfrm>
            <a:off x="6617350" y="1081353"/>
            <a:ext cx="5315570" cy="5764195"/>
          </a:xfrm>
          <a:prstGeom prst="rect">
            <a:avLst/>
          </a:prstGeom>
          <a:noFill/>
          <a:ln>
            <a:noFill/>
          </a:ln>
        </p:spPr>
      </p:pic>
      <p:cxnSp>
        <p:nvCxnSpPr>
          <p:cNvPr id="735" name="Google Shape;735;p33"/>
          <p:cNvCxnSpPr/>
          <p:nvPr/>
        </p:nvCxnSpPr>
        <p:spPr>
          <a:xfrm rot="10800000">
            <a:off x="6617350" y="523724"/>
            <a:ext cx="0" cy="6169684"/>
          </a:xfrm>
          <a:prstGeom prst="straightConnector1">
            <a:avLst/>
          </a:prstGeom>
          <a:noFill/>
          <a:ln cap="flat" cmpd="sng" w="76200">
            <a:solidFill>
              <a:srgbClr val="0070C0"/>
            </a:solidFill>
            <a:prstDash val="solid"/>
            <a:miter lim="800000"/>
            <a:headEnd len="sm" w="sm" type="none"/>
            <a:tailEnd len="sm" w="sm" type="none"/>
          </a:ln>
        </p:spPr>
      </p:cxn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500"/>
                                        <p:tgtEl>
                                          <p:spTgt spid="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500"/>
                                        <p:tgtEl>
                                          <p:spTgt spid="7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1"/>
                                        </p:tgtEl>
                                        <p:attrNameLst>
                                          <p:attrName>style.visibility</p:attrName>
                                        </p:attrNameLst>
                                      </p:cBhvr>
                                      <p:to>
                                        <p:strVal val="visible"/>
                                      </p:to>
                                    </p:set>
                                    <p:anim calcmode="lin" valueType="num">
                                      <p:cBhvr additive="base">
                                        <p:cTn dur="1000"/>
                                        <p:tgtEl>
                                          <p:spTgt spid="73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500"/>
                                        <p:tgtEl>
                                          <p:spTgt spid="7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4"/>
                                        </p:tgtEl>
                                        <p:attrNameLst>
                                          <p:attrName>style.visibility</p:attrName>
                                        </p:attrNameLst>
                                      </p:cBhvr>
                                      <p:to>
                                        <p:strVal val="visible"/>
                                      </p:to>
                                    </p:set>
                                    <p:anim calcmode="lin" valueType="num">
                                      <p:cBhvr additive="base">
                                        <p:cTn dur="1000"/>
                                        <p:tgtEl>
                                          <p:spTgt spid="73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34"/>
          <p:cNvSpPr txBox="1"/>
          <p:nvPr/>
        </p:nvSpPr>
        <p:spPr>
          <a:xfrm>
            <a:off x="1174456" y="68278"/>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Puesta en operación: Unidad de Ensamblaje </a:t>
            </a:r>
            <a:endParaRPr/>
          </a:p>
        </p:txBody>
      </p:sp>
      <p:pic>
        <p:nvPicPr>
          <p:cNvPr id="741" name="Google Shape;741;p34"/>
          <p:cNvPicPr preferRelativeResize="0"/>
          <p:nvPr/>
        </p:nvPicPr>
        <p:blipFill rotWithShape="1">
          <a:blip r:embed="rId3">
            <a:alphaModFix/>
          </a:blip>
          <a:srcRect b="0" l="0" r="0" t="72768"/>
          <a:stretch/>
        </p:blipFill>
        <p:spPr>
          <a:xfrm>
            <a:off x="3968606" y="576614"/>
            <a:ext cx="7767211" cy="2724369"/>
          </a:xfrm>
          <a:prstGeom prst="rect">
            <a:avLst/>
          </a:prstGeom>
          <a:noFill/>
          <a:ln>
            <a:noFill/>
          </a:ln>
        </p:spPr>
      </p:pic>
      <p:sp>
        <p:nvSpPr>
          <p:cNvPr id="742" name="Google Shape;742;p34"/>
          <p:cNvSpPr/>
          <p:nvPr/>
        </p:nvSpPr>
        <p:spPr>
          <a:xfrm>
            <a:off x="1965960" y="6152645"/>
            <a:ext cx="448056" cy="393192"/>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s-BO" sz="1800" u="none" cap="none" strike="noStrike">
                <a:solidFill>
                  <a:srgbClr val="FFFFFF"/>
                </a:solidFill>
                <a:latin typeface="Calibri"/>
                <a:ea typeface="Calibri"/>
                <a:cs typeface="Calibri"/>
                <a:sym typeface="Calibri"/>
              </a:rPr>
              <a:t>A</a:t>
            </a:r>
            <a:endParaRPr/>
          </a:p>
        </p:txBody>
      </p:sp>
      <p:sp>
        <p:nvSpPr>
          <p:cNvPr id="743" name="Google Shape;743;p34"/>
          <p:cNvSpPr/>
          <p:nvPr/>
        </p:nvSpPr>
        <p:spPr>
          <a:xfrm>
            <a:off x="4965192" y="544526"/>
            <a:ext cx="548640" cy="35149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s-BO" sz="1800" u="none" cap="none" strike="noStrike">
                <a:solidFill>
                  <a:srgbClr val="FFFFFF"/>
                </a:solidFill>
                <a:latin typeface="Calibri"/>
                <a:ea typeface="Calibri"/>
                <a:cs typeface="Calibri"/>
                <a:sym typeface="Calibri"/>
              </a:rPr>
              <a:t>A</a:t>
            </a:r>
            <a:endParaRPr/>
          </a:p>
        </p:txBody>
      </p:sp>
      <p:pic>
        <p:nvPicPr>
          <p:cNvPr id="744" name="Google Shape;744;p34"/>
          <p:cNvPicPr preferRelativeResize="0"/>
          <p:nvPr/>
        </p:nvPicPr>
        <p:blipFill rotWithShape="1">
          <a:blip r:embed="rId4">
            <a:alphaModFix/>
          </a:blip>
          <a:srcRect b="29511" l="0" r="0" t="0"/>
          <a:stretch/>
        </p:blipFill>
        <p:spPr>
          <a:xfrm>
            <a:off x="771756" y="547782"/>
            <a:ext cx="8372244" cy="5857171"/>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500"/>
                                        <p:tgtEl>
                                          <p:spTgt spid="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500"/>
                                        <p:tgtEl>
                                          <p:spTgt spid="7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500"/>
                                        <p:tgtEl>
                                          <p:spTgt spid="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500"/>
                                        <p:tgtEl>
                                          <p:spTgt spid="7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35"/>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Puesta en operación: Unidad de Selección </a:t>
            </a:r>
            <a:endParaRPr/>
          </a:p>
        </p:txBody>
      </p:sp>
      <p:pic>
        <p:nvPicPr>
          <p:cNvPr id="750" name="Google Shape;750;p35"/>
          <p:cNvPicPr preferRelativeResize="0"/>
          <p:nvPr/>
        </p:nvPicPr>
        <p:blipFill rotWithShape="1">
          <a:blip r:embed="rId3">
            <a:alphaModFix/>
          </a:blip>
          <a:srcRect b="35299" l="0" r="0" t="0"/>
          <a:stretch/>
        </p:blipFill>
        <p:spPr>
          <a:xfrm>
            <a:off x="1075801" y="1004959"/>
            <a:ext cx="6655194" cy="5084945"/>
          </a:xfrm>
          <a:prstGeom prst="rect">
            <a:avLst/>
          </a:prstGeom>
          <a:noFill/>
          <a:ln>
            <a:noFill/>
          </a:ln>
        </p:spPr>
      </p:pic>
      <p:sp>
        <p:nvSpPr>
          <p:cNvPr id="751" name="Google Shape;751;p35"/>
          <p:cNvSpPr/>
          <p:nvPr/>
        </p:nvSpPr>
        <p:spPr>
          <a:xfrm>
            <a:off x="2587752" y="5946745"/>
            <a:ext cx="374904" cy="374904"/>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s-BO" sz="1800" u="none" cap="none" strike="noStrike">
                <a:solidFill>
                  <a:srgbClr val="FFFFFF"/>
                </a:solidFill>
                <a:latin typeface="Calibri"/>
                <a:ea typeface="Calibri"/>
                <a:cs typeface="Calibri"/>
                <a:sym typeface="Calibri"/>
              </a:rPr>
              <a:t>B</a:t>
            </a:r>
            <a:endParaRPr/>
          </a:p>
        </p:txBody>
      </p:sp>
      <p:pic>
        <p:nvPicPr>
          <p:cNvPr id="752" name="Google Shape;752;p35"/>
          <p:cNvPicPr preferRelativeResize="0"/>
          <p:nvPr/>
        </p:nvPicPr>
        <p:blipFill rotWithShape="1">
          <a:blip r:embed="rId4">
            <a:alphaModFix/>
          </a:blip>
          <a:srcRect b="0" l="0" r="0" t="65876"/>
          <a:stretch/>
        </p:blipFill>
        <p:spPr>
          <a:xfrm>
            <a:off x="5922121" y="1453896"/>
            <a:ext cx="6058614" cy="2441448"/>
          </a:xfrm>
          <a:prstGeom prst="rect">
            <a:avLst/>
          </a:prstGeom>
          <a:noFill/>
          <a:ln>
            <a:noFill/>
          </a:ln>
        </p:spPr>
      </p:pic>
      <p:sp>
        <p:nvSpPr>
          <p:cNvPr id="753" name="Google Shape;753;p35"/>
          <p:cNvSpPr/>
          <p:nvPr/>
        </p:nvSpPr>
        <p:spPr>
          <a:xfrm>
            <a:off x="7273795" y="1308138"/>
            <a:ext cx="374904" cy="374904"/>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s-BO" sz="1800" u="none" cap="none" strike="noStrike">
                <a:solidFill>
                  <a:srgbClr val="FFFFFF"/>
                </a:solidFill>
                <a:latin typeface="Calibri"/>
                <a:ea typeface="Calibri"/>
                <a:cs typeface="Calibri"/>
                <a:sym typeface="Calibri"/>
              </a:rPr>
              <a:t>B</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500"/>
                                        <p:tgtEl>
                                          <p:spTgt spid="7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0"/>
                                        </p:tgtEl>
                                        <p:attrNameLst>
                                          <p:attrName>style.visibility</p:attrName>
                                        </p:attrNameLst>
                                      </p:cBhvr>
                                      <p:to>
                                        <p:strVal val="visible"/>
                                      </p:to>
                                    </p:set>
                                    <p:anim calcmode="lin" valueType="num">
                                      <p:cBhvr additive="base">
                                        <p:cTn dur="1000"/>
                                        <p:tgtEl>
                                          <p:spTgt spid="7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500"/>
                                        <p:tgtEl>
                                          <p:spTgt spid="7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3"/>
                                        </p:tgtEl>
                                        <p:attrNameLst>
                                          <p:attrName>style.visibility</p:attrName>
                                        </p:attrNameLst>
                                      </p:cBhvr>
                                      <p:to>
                                        <p:strVal val="visible"/>
                                      </p:to>
                                    </p:set>
                                    <p:animEffect filter="fade" transition="in">
                                      <p:cBhvr>
                                        <p:cTn dur="500"/>
                                        <p:tgtEl>
                                          <p:spTgt spid="7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2"/>
                                        </p:tgtEl>
                                        <p:attrNameLst>
                                          <p:attrName>style.visibility</p:attrName>
                                        </p:attrNameLst>
                                      </p:cBhvr>
                                      <p:to>
                                        <p:strVal val="visible"/>
                                      </p:to>
                                    </p:set>
                                    <p:anim calcmode="lin" valueType="num">
                                      <p:cBhvr additive="base">
                                        <p:cTn dur="1000"/>
                                        <p:tgtEl>
                                          <p:spTgt spid="75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pic>
        <p:nvPicPr>
          <p:cNvPr id="758" name="Google Shape;758;p36"/>
          <p:cNvPicPr preferRelativeResize="0"/>
          <p:nvPr/>
        </p:nvPicPr>
        <p:blipFill rotWithShape="1">
          <a:blip r:embed="rId3">
            <a:alphaModFix/>
          </a:blip>
          <a:srcRect b="0" l="0" r="0" t="0"/>
          <a:stretch/>
        </p:blipFill>
        <p:spPr>
          <a:xfrm>
            <a:off x="3493679" y="73152"/>
            <a:ext cx="8113677" cy="3520440"/>
          </a:xfrm>
          <a:prstGeom prst="rect">
            <a:avLst/>
          </a:prstGeom>
          <a:noFill/>
          <a:ln>
            <a:noFill/>
          </a:ln>
        </p:spPr>
      </p:pic>
      <p:pic>
        <p:nvPicPr>
          <p:cNvPr id="759" name="Google Shape;759;p36"/>
          <p:cNvPicPr preferRelativeResize="0"/>
          <p:nvPr/>
        </p:nvPicPr>
        <p:blipFill rotWithShape="1">
          <a:blip r:embed="rId4">
            <a:alphaModFix/>
          </a:blip>
          <a:srcRect b="38310" l="0" r="0" t="0"/>
          <a:stretch/>
        </p:blipFill>
        <p:spPr>
          <a:xfrm>
            <a:off x="1029794" y="870304"/>
            <a:ext cx="8524510" cy="5987696"/>
          </a:xfrm>
          <a:prstGeom prst="rect">
            <a:avLst/>
          </a:prstGeom>
          <a:noFill/>
          <a:ln>
            <a:noFill/>
          </a:ln>
        </p:spPr>
      </p:pic>
      <p:sp>
        <p:nvSpPr>
          <p:cNvPr id="760" name="Google Shape;760;p36"/>
          <p:cNvSpPr txBox="1"/>
          <p:nvPr/>
        </p:nvSpPr>
        <p:spPr>
          <a:xfrm>
            <a:off x="1201888"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Puesta en operación: Unidad de Transporte </a:t>
            </a:r>
            <a:endParaRPr/>
          </a:p>
        </p:txBody>
      </p:sp>
      <p:sp>
        <p:nvSpPr>
          <p:cNvPr id="761" name="Google Shape;761;p36"/>
          <p:cNvSpPr/>
          <p:nvPr/>
        </p:nvSpPr>
        <p:spPr>
          <a:xfrm>
            <a:off x="4504944" y="870304"/>
            <a:ext cx="448056" cy="347472"/>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s-BO" sz="1800" u="none" cap="none" strike="noStrike">
                <a:solidFill>
                  <a:srgbClr val="FFFFFF"/>
                </a:solidFill>
                <a:latin typeface="Calibri"/>
                <a:ea typeface="Calibri"/>
                <a:cs typeface="Calibri"/>
                <a:sym typeface="Calibri"/>
              </a:rPr>
              <a:t>C</a:t>
            </a:r>
            <a:endParaRPr/>
          </a:p>
        </p:txBody>
      </p:sp>
      <p:sp>
        <p:nvSpPr>
          <p:cNvPr id="762" name="Google Shape;762;p36"/>
          <p:cNvSpPr/>
          <p:nvPr/>
        </p:nvSpPr>
        <p:spPr>
          <a:xfrm>
            <a:off x="2322576" y="6510528"/>
            <a:ext cx="448056" cy="347472"/>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s-BO" sz="1800" u="none" cap="none" strike="noStrike">
                <a:solidFill>
                  <a:srgbClr val="FFFFFF"/>
                </a:solidFill>
                <a:latin typeface="Calibri"/>
                <a:ea typeface="Calibri"/>
                <a:cs typeface="Calibri"/>
                <a:sym typeface="Calibri"/>
              </a:rPr>
              <a:t>C</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500"/>
                                        <p:tgtEl>
                                          <p:spTgt spid="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9"/>
                                        </p:tgtEl>
                                        <p:attrNameLst>
                                          <p:attrName>style.visibility</p:attrName>
                                        </p:attrNameLst>
                                      </p:cBhvr>
                                      <p:to>
                                        <p:strVal val="visible"/>
                                      </p:to>
                                    </p:set>
                                    <p:anim calcmode="lin" valueType="num">
                                      <p:cBhvr additive="base">
                                        <p:cTn dur="1000"/>
                                        <p:tgtEl>
                                          <p:spTgt spid="7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500"/>
                                        <p:tgtEl>
                                          <p:spTgt spid="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500"/>
                                        <p:tgtEl>
                                          <p:spTgt spid="7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8"/>
                                        </p:tgtEl>
                                        <p:attrNameLst>
                                          <p:attrName>style.visibility</p:attrName>
                                        </p:attrNameLst>
                                      </p:cBhvr>
                                      <p:to>
                                        <p:strVal val="visible"/>
                                      </p:to>
                                    </p:set>
                                    <p:anim calcmode="lin" valueType="num">
                                      <p:cBhvr additive="base">
                                        <p:cTn dur="1000"/>
                                        <p:tgtEl>
                                          <p:spTgt spid="75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grpSp>
        <p:nvGrpSpPr>
          <p:cNvPr id="767" name="Google Shape;767;p37"/>
          <p:cNvGrpSpPr/>
          <p:nvPr/>
        </p:nvGrpSpPr>
        <p:grpSpPr>
          <a:xfrm>
            <a:off x="2372403" y="4053397"/>
            <a:ext cx="1787907" cy="1712681"/>
            <a:chOff x="2372403" y="4053397"/>
            <a:chExt cx="1787907" cy="1712681"/>
          </a:xfrm>
        </p:grpSpPr>
        <p:sp>
          <p:nvSpPr>
            <p:cNvPr id="768" name="Google Shape;768;p37"/>
            <p:cNvSpPr/>
            <p:nvPr/>
          </p:nvSpPr>
          <p:spPr>
            <a:xfrm>
              <a:off x="3137491" y="4053397"/>
              <a:ext cx="1022819" cy="955554"/>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69" name="Google Shape;769;p37"/>
            <p:cNvSpPr/>
            <p:nvPr/>
          </p:nvSpPr>
          <p:spPr>
            <a:xfrm>
              <a:off x="2453062" y="4778654"/>
              <a:ext cx="922678" cy="914917"/>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Indicado-res</a:t>
              </a:r>
              <a:endParaRPr b="0" i="0" sz="1800" u="none" cap="none" strike="noStrike">
                <a:solidFill>
                  <a:srgbClr val="000000"/>
                </a:solidFill>
                <a:latin typeface="Calibri"/>
                <a:ea typeface="Calibri"/>
                <a:cs typeface="Calibri"/>
                <a:sym typeface="Calibri"/>
              </a:endParaRPr>
            </a:p>
          </p:txBody>
        </p:sp>
        <p:sp>
          <p:nvSpPr>
            <p:cNvPr id="770" name="Google Shape;770;p37"/>
            <p:cNvSpPr/>
            <p:nvPr/>
          </p:nvSpPr>
          <p:spPr>
            <a:xfrm>
              <a:off x="2372403" y="4691200"/>
              <a:ext cx="1083996" cy="1074878"/>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1" name="Google Shape;771;p37"/>
          <p:cNvGrpSpPr/>
          <p:nvPr/>
        </p:nvGrpSpPr>
        <p:grpSpPr>
          <a:xfrm>
            <a:off x="3610902" y="3905363"/>
            <a:ext cx="1914030" cy="2149973"/>
            <a:chOff x="3610902" y="3905363"/>
            <a:chExt cx="1914030" cy="2149973"/>
          </a:xfrm>
        </p:grpSpPr>
        <p:sp>
          <p:nvSpPr>
            <p:cNvPr id="772" name="Google Shape;772;p37"/>
            <p:cNvSpPr/>
            <p:nvPr/>
          </p:nvSpPr>
          <p:spPr>
            <a:xfrm rot="6240305">
              <a:off x="3686832" y="4039419"/>
              <a:ext cx="1022819" cy="955554"/>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73" name="Google Shape;773;p37"/>
            <p:cNvGrpSpPr/>
            <p:nvPr/>
          </p:nvGrpSpPr>
          <p:grpSpPr>
            <a:xfrm>
              <a:off x="4350252" y="4916758"/>
              <a:ext cx="1174680" cy="1138578"/>
              <a:chOff x="4350252" y="4916758"/>
              <a:chExt cx="1174680" cy="1138578"/>
            </a:xfrm>
          </p:grpSpPr>
          <p:sp>
            <p:nvSpPr>
              <p:cNvPr id="774" name="Google Shape;774;p37"/>
              <p:cNvSpPr/>
              <p:nvPr/>
            </p:nvSpPr>
            <p:spPr>
              <a:xfrm>
                <a:off x="4437658" y="4985510"/>
                <a:ext cx="999867" cy="969138"/>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Medición</a:t>
                </a:r>
                <a:endParaRPr b="0" i="0" sz="1800" u="none" cap="none" strike="noStrike">
                  <a:solidFill>
                    <a:srgbClr val="000000"/>
                  </a:solidFill>
                  <a:latin typeface="Calibri"/>
                  <a:ea typeface="Calibri"/>
                  <a:cs typeface="Calibri"/>
                  <a:sym typeface="Calibri"/>
                </a:endParaRPr>
              </a:p>
            </p:txBody>
          </p:sp>
          <p:sp>
            <p:nvSpPr>
              <p:cNvPr id="775" name="Google Shape;775;p37"/>
              <p:cNvSpPr/>
              <p:nvPr/>
            </p:nvSpPr>
            <p:spPr>
              <a:xfrm>
                <a:off x="4350252" y="4916758"/>
                <a:ext cx="1174680" cy="1138578"/>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776" name="Google Shape;776;p37"/>
          <p:cNvSpPr txBox="1"/>
          <p:nvPr>
            <p:ph type="ctrTitle"/>
          </p:nvPr>
        </p:nvSpPr>
        <p:spPr>
          <a:xfrm>
            <a:off x="1400135" y="295771"/>
            <a:ext cx="3272764" cy="8307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INSTRUMENTACION</a:t>
            </a:r>
            <a:r>
              <a:rPr lang="es-BO"/>
              <a:t> </a:t>
            </a:r>
            <a:endParaRPr/>
          </a:p>
        </p:txBody>
      </p:sp>
      <p:grpSp>
        <p:nvGrpSpPr>
          <p:cNvPr id="777" name="Google Shape;777;p37"/>
          <p:cNvGrpSpPr/>
          <p:nvPr/>
        </p:nvGrpSpPr>
        <p:grpSpPr>
          <a:xfrm>
            <a:off x="3470958" y="2922279"/>
            <a:ext cx="1903187" cy="1816394"/>
            <a:chOff x="3470958" y="2922279"/>
            <a:chExt cx="1903187" cy="1816394"/>
          </a:xfrm>
        </p:grpSpPr>
        <p:sp>
          <p:nvSpPr>
            <p:cNvPr id="778" name="Google Shape;778;p37"/>
            <p:cNvSpPr/>
            <p:nvPr/>
          </p:nvSpPr>
          <p:spPr>
            <a:xfrm>
              <a:off x="3790433" y="2922279"/>
              <a:ext cx="1583712" cy="1478558"/>
            </a:xfrm>
            <a:custGeom>
              <a:rect b="b" l="l" r="r" t="t"/>
              <a:pathLst>
                <a:path extrusionOk="0" h="60448" w="64747">
                  <a:moveTo>
                    <a:pt x="64116" y="0"/>
                  </a:moveTo>
                  <a:lnTo>
                    <a:pt x="0" y="59769"/>
                  </a:lnTo>
                  <a:lnTo>
                    <a:pt x="631" y="60448"/>
                  </a:lnTo>
                  <a:lnTo>
                    <a:pt x="64747" y="679"/>
                  </a:lnTo>
                  <a:lnTo>
                    <a:pt x="64116" y="0"/>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79" name="Google Shape;779;p37"/>
            <p:cNvGrpSpPr/>
            <p:nvPr/>
          </p:nvGrpSpPr>
          <p:grpSpPr>
            <a:xfrm>
              <a:off x="3470958" y="3677785"/>
              <a:ext cx="1020769" cy="1060888"/>
              <a:chOff x="3470958" y="3677785"/>
              <a:chExt cx="1020769" cy="1060888"/>
            </a:xfrm>
          </p:grpSpPr>
          <p:sp>
            <p:nvSpPr>
              <p:cNvPr id="780" name="Google Shape;780;p37"/>
              <p:cNvSpPr/>
              <p:nvPr/>
            </p:nvSpPr>
            <p:spPr>
              <a:xfrm>
                <a:off x="3518996" y="3747758"/>
                <a:ext cx="885941" cy="908666"/>
              </a:xfrm>
              <a:custGeom>
                <a:rect b="b" l="l" r="r" t="t"/>
                <a:pathLst>
                  <a:path extrusionOk="0" h="33089" w="33100">
                    <a:moveTo>
                      <a:pt x="16550" y="1"/>
                    </a:moveTo>
                    <a:cubicBezTo>
                      <a:pt x="7406" y="1"/>
                      <a:pt x="0" y="7406"/>
                      <a:pt x="0" y="16550"/>
                    </a:cubicBezTo>
                    <a:cubicBezTo>
                      <a:pt x="0" y="25682"/>
                      <a:pt x="7406" y="33088"/>
                      <a:pt x="16550" y="33088"/>
                    </a:cubicBezTo>
                    <a:cubicBezTo>
                      <a:pt x="25682" y="33088"/>
                      <a:pt x="33100" y="25682"/>
                      <a:pt x="33100" y="16550"/>
                    </a:cubicBezTo>
                    <a:cubicBezTo>
                      <a:pt x="33100" y="7406"/>
                      <a:pt x="25682" y="1"/>
                      <a:pt x="16550"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Propio</a:t>
                </a:r>
                <a:b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b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proceso</a:t>
                </a:r>
                <a:endParaRPr b="0" i="0" sz="1500" u="none" cap="none" strike="noStrike">
                  <a:solidFill>
                    <a:srgbClr val="000000"/>
                  </a:solidFill>
                  <a:latin typeface="Calibri"/>
                  <a:ea typeface="Calibri"/>
                  <a:cs typeface="Calibri"/>
                  <a:sym typeface="Calibri"/>
                </a:endParaRPr>
              </a:p>
            </p:txBody>
          </p:sp>
          <p:sp>
            <p:nvSpPr>
              <p:cNvPr id="781" name="Google Shape;781;p37"/>
              <p:cNvSpPr/>
              <p:nvPr/>
            </p:nvSpPr>
            <p:spPr>
              <a:xfrm>
                <a:off x="3931104" y="4061640"/>
                <a:ext cx="560623" cy="629478"/>
              </a:xfrm>
              <a:custGeom>
                <a:rect b="b" l="l" r="r" t="t"/>
                <a:pathLst>
                  <a:path extrusionOk="0" h="25735" w="22920">
                    <a:moveTo>
                      <a:pt x="18772" y="0"/>
                    </a:moveTo>
                    <a:cubicBezTo>
                      <a:pt x="18718" y="0"/>
                      <a:pt x="18663" y="11"/>
                      <a:pt x="18610" y="33"/>
                    </a:cubicBezTo>
                    <a:cubicBezTo>
                      <a:pt x="18372" y="116"/>
                      <a:pt x="18264" y="378"/>
                      <a:pt x="18348" y="616"/>
                    </a:cubicBezTo>
                    <a:lnTo>
                      <a:pt x="18372" y="676"/>
                    </a:lnTo>
                    <a:cubicBezTo>
                      <a:pt x="21908" y="9808"/>
                      <a:pt x="17348" y="20095"/>
                      <a:pt x="8227" y="23631"/>
                    </a:cubicBezTo>
                    <a:cubicBezTo>
                      <a:pt x="6153" y="24435"/>
                      <a:pt x="4004" y="24834"/>
                      <a:pt x="1822" y="24834"/>
                    </a:cubicBezTo>
                    <a:cubicBezTo>
                      <a:pt x="1387" y="24834"/>
                      <a:pt x="950" y="24818"/>
                      <a:pt x="512" y="24786"/>
                    </a:cubicBezTo>
                    <a:cubicBezTo>
                      <a:pt x="498" y="24785"/>
                      <a:pt x="484" y="24784"/>
                      <a:pt x="470" y="24784"/>
                    </a:cubicBezTo>
                    <a:cubicBezTo>
                      <a:pt x="238" y="24784"/>
                      <a:pt x="46" y="24967"/>
                      <a:pt x="24" y="25203"/>
                    </a:cubicBezTo>
                    <a:cubicBezTo>
                      <a:pt x="0" y="25441"/>
                      <a:pt x="191" y="25667"/>
                      <a:pt x="441" y="25679"/>
                    </a:cubicBezTo>
                    <a:cubicBezTo>
                      <a:pt x="922" y="25716"/>
                      <a:pt x="1401" y="25735"/>
                      <a:pt x="1879" y="25735"/>
                    </a:cubicBezTo>
                    <a:cubicBezTo>
                      <a:pt x="4157" y="25735"/>
                      <a:pt x="6393" y="25313"/>
                      <a:pt x="8549" y="24476"/>
                    </a:cubicBezTo>
                    <a:cubicBezTo>
                      <a:pt x="18145" y="20762"/>
                      <a:pt x="22920" y="9939"/>
                      <a:pt x="19217" y="354"/>
                    </a:cubicBezTo>
                    <a:lnTo>
                      <a:pt x="19193" y="295"/>
                    </a:lnTo>
                    <a:cubicBezTo>
                      <a:pt x="19120" y="113"/>
                      <a:pt x="18950" y="0"/>
                      <a:pt x="18772"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2" name="Google Shape;782;p37"/>
              <p:cNvSpPr/>
              <p:nvPr/>
            </p:nvSpPr>
            <p:spPr>
              <a:xfrm>
                <a:off x="3519878" y="4440237"/>
                <a:ext cx="808476" cy="298436"/>
              </a:xfrm>
              <a:custGeom>
                <a:rect b="b" l="l" r="r" t="t"/>
                <a:pathLst>
                  <a:path extrusionOk="0" h="12201" w="33053">
                    <a:moveTo>
                      <a:pt x="517" y="1"/>
                    </a:moveTo>
                    <a:cubicBezTo>
                      <a:pt x="452" y="1"/>
                      <a:pt x="385" y="15"/>
                      <a:pt x="322" y="45"/>
                    </a:cubicBezTo>
                    <a:cubicBezTo>
                      <a:pt x="96" y="164"/>
                      <a:pt x="1" y="426"/>
                      <a:pt x="120" y="652"/>
                    </a:cubicBezTo>
                    <a:cubicBezTo>
                      <a:pt x="1036" y="2533"/>
                      <a:pt x="2239" y="4260"/>
                      <a:pt x="3691" y="5796"/>
                    </a:cubicBezTo>
                    <a:cubicBezTo>
                      <a:pt x="7735" y="10054"/>
                      <a:pt x="13180" y="12201"/>
                      <a:pt x="18636" y="12201"/>
                    </a:cubicBezTo>
                    <a:cubicBezTo>
                      <a:pt x="23736" y="12201"/>
                      <a:pt x="28845" y="10325"/>
                      <a:pt x="32826" y="6546"/>
                    </a:cubicBezTo>
                    <a:lnTo>
                      <a:pt x="32862" y="6498"/>
                    </a:lnTo>
                    <a:cubicBezTo>
                      <a:pt x="33040" y="6331"/>
                      <a:pt x="33052" y="6046"/>
                      <a:pt x="32886" y="5867"/>
                    </a:cubicBezTo>
                    <a:cubicBezTo>
                      <a:pt x="32792" y="5773"/>
                      <a:pt x="32668" y="5725"/>
                      <a:pt x="32546" y="5725"/>
                    </a:cubicBezTo>
                    <a:cubicBezTo>
                      <a:pt x="32436" y="5725"/>
                      <a:pt x="32327" y="5764"/>
                      <a:pt x="32243" y="5843"/>
                    </a:cubicBezTo>
                    <a:lnTo>
                      <a:pt x="32207" y="5891"/>
                    </a:lnTo>
                    <a:cubicBezTo>
                      <a:pt x="28399" y="9503"/>
                      <a:pt x="23515" y="11295"/>
                      <a:pt x="18640" y="11295"/>
                    </a:cubicBezTo>
                    <a:cubicBezTo>
                      <a:pt x="13424" y="11295"/>
                      <a:pt x="8217" y="9244"/>
                      <a:pt x="4346" y="5176"/>
                    </a:cubicBezTo>
                    <a:cubicBezTo>
                      <a:pt x="2953" y="3712"/>
                      <a:pt x="1810" y="2057"/>
                      <a:pt x="929" y="259"/>
                    </a:cubicBezTo>
                    <a:cubicBezTo>
                      <a:pt x="852" y="96"/>
                      <a:pt x="688" y="1"/>
                      <a:pt x="517"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3" name="Google Shape;783;p37"/>
              <p:cNvSpPr/>
              <p:nvPr/>
            </p:nvSpPr>
            <p:spPr>
              <a:xfrm>
                <a:off x="3470958" y="3677785"/>
                <a:ext cx="608100" cy="331115"/>
              </a:xfrm>
              <a:custGeom>
                <a:rect b="b" l="l" r="r" t="t"/>
                <a:pathLst>
                  <a:path extrusionOk="0" h="13537" w="24861">
                    <a:moveTo>
                      <a:pt x="20668" y="0"/>
                    </a:moveTo>
                    <a:cubicBezTo>
                      <a:pt x="12054" y="0"/>
                      <a:pt x="3945" y="4938"/>
                      <a:pt x="119" y="12880"/>
                    </a:cubicBezTo>
                    <a:cubicBezTo>
                      <a:pt x="119" y="12880"/>
                      <a:pt x="107" y="12904"/>
                      <a:pt x="107" y="12904"/>
                    </a:cubicBezTo>
                    <a:cubicBezTo>
                      <a:pt x="0" y="13130"/>
                      <a:pt x="96" y="13380"/>
                      <a:pt x="322" y="13488"/>
                    </a:cubicBezTo>
                    <a:cubicBezTo>
                      <a:pt x="386" y="13521"/>
                      <a:pt x="453" y="13537"/>
                      <a:pt x="520" y="13537"/>
                    </a:cubicBezTo>
                    <a:cubicBezTo>
                      <a:pt x="689" y="13537"/>
                      <a:pt x="852" y="13436"/>
                      <a:pt x="929" y="13273"/>
                    </a:cubicBezTo>
                    <a:cubicBezTo>
                      <a:pt x="4611" y="5649"/>
                      <a:pt x="12410" y="896"/>
                      <a:pt x="20681" y="896"/>
                    </a:cubicBezTo>
                    <a:cubicBezTo>
                      <a:pt x="21877" y="896"/>
                      <a:pt x="23084" y="996"/>
                      <a:pt x="24289" y="1200"/>
                    </a:cubicBezTo>
                    <a:cubicBezTo>
                      <a:pt x="24319" y="1207"/>
                      <a:pt x="24348" y="1209"/>
                      <a:pt x="24377" y="1209"/>
                    </a:cubicBezTo>
                    <a:cubicBezTo>
                      <a:pt x="24569" y="1209"/>
                      <a:pt x="24739" y="1077"/>
                      <a:pt x="24801" y="891"/>
                    </a:cubicBezTo>
                    <a:cubicBezTo>
                      <a:pt x="24801" y="879"/>
                      <a:pt x="24813" y="855"/>
                      <a:pt x="24813" y="831"/>
                    </a:cubicBezTo>
                    <a:cubicBezTo>
                      <a:pt x="24861" y="593"/>
                      <a:pt x="24694" y="355"/>
                      <a:pt x="24444" y="319"/>
                    </a:cubicBezTo>
                    <a:cubicBezTo>
                      <a:pt x="23182" y="105"/>
                      <a:pt x="21920" y="0"/>
                      <a:pt x="20668"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4" name="Google Shape;784;p37"/>
              <p:cNvSpPr/>
              <p:nvPr/>
            </p:nvSpPr>
            <p:spPr>
              <a:xfrm>
                <a:off x="3715585" y="3730717"/>
                <a:ext cx="753417" cy="407455"/>
              </a:xfrm>
              <a:custGeom>
                <a:rect b="b" l="l" r="r" t="t"/>
                <a:pathLst>
                  <a:path extrusionOk="0" h="16658" w="30802">
                    <a:moveTo>
                      <a:pt x="10633" y="1"/>
                    </a:moveTo>
                    <a:cubicBezTo>
                      <a:pt x="6990" y="1"/>
                      <a:pt x="3418" y="965"/>
                      <a:pt x="298" y="2775"/>
                    </a:cubicBezTo>
                    <a:cubicBezTo>
                      <a:pt x="84" y="2906"/>
                      <a:pt x="1" y="3180"/>
                      <a:pt x="132" y="3394"/>
                    </a:cubicBezTo>
                    <a:cubicBezTo>
                      <a:pt x="220" y="3538"/>
                      <a:pt x="373" y="3618"/>
                      <a:pt x="529" y="3618"/>
                    </a:cubicBezTo>
                    <a:cubicBezTo>
                      <a:pt x="605" y="3618"/>
                      <a:pt x="681" y="3599"/>
                      <a:pt x="751" y="3561"/>
                    </a:cubicBezTo>
                    <a:cubicBezTo>
                      <a:pt x="3739" y="1822"/>
                      <a:pt x="7156" y="906"/>
                      <a:pt x="10633" y="906"/>
                    </a:cubicBezTo>
                    <a:cubicBezTo>
                      <a:pt x="19789" y="906"/>
                      <a:pt x="27873" y="7383"/>
                      <a:pt x="29861" y="16300"/>
                    </a:cubicBezTo>
                    <a:cubicBezTo>
                      <a:pt x="29909" y="16503"/>
                      <a:pt x="30100" y="16658"/>
                      <a:pt x="30302" y="16658"/>
                    </a:cubicBezTo>
                    <a:cubicBezTo>
                      <a:pt x="30338" y="16658"/>
                      <a:pt x="30373" y="16646"/>
                      <a:pt x="30397" y="16646"/>
                    </a:cubicBezTo>
                    <a:cubicBezTo>
                      <a:pt x="30647" y="16586"/>
                      <a:pt x="30802" y="16348"/>
                      <a:pt x="30742" y="16098"/>
                    </a:cubicBezTo>
                    <a:cubicBezTo>
                      <a:pt x="29742" y="11597"/>
                      <a:pt x="27206" y="7514"/>
                      <a:pt x="23599" y="4597"/>
                    </a:cubicBezTo>
                    <a:cubicBezTo>
                      <a:pt x="19955" y="1632"/>
                      <a:pt x="15348" y="1"/>
                      <a:pt x="10633"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785" name="Google Shape;785;p37"/>
          <p:cNvGrpSpPr/>
          <p:nvPr/>
        </p:nvGrpSpPr>
        <p:grpSpPr>
          <a:xfrm>
            <a:off x="6402185" y="2811672"/>
            <a:ext cx="1963201" cy="1960564"/>
            <a:chOff x="6402185" y="2811672"/>
            <a:chExt cx="1963201" cy="1960564"/>
          </a:xfrm>
        </p:grpSpPr>
        <p:sp>
          <p:nvSpPr>
            <p:cNvPr id="786" name="Google Shape;786;p37"/>
            <p:cNvSpPr/>
            <p:nvPr/>
          </p:nvSpPr>
          <p:spPr>
            <a:xfrm>
              <a:off x="7882203" y="3664554"/>
              <a:ext cx="483183" cy="491157"/>
            </a:xfrm>
            <a:custGeom>
              <a:rect b="b" l="l" r="r" t="t"/>
              <a:pathLst>
                <a:path extrusionOk="0" h="20080" w="19754">
                  <a:moveTo>
                    <a:pt x="470" y="1"/>
                  </a:moveTo>
                  <a:cubicBezTo>
                    <a:pt x="249" y="1"/>
                    <a:pt x="69" y="159"/>
                    <a:pt x="37" y="387"/>
                  </a:cubicBezTo>
                  <a:cubicBezTo>
                    <a:pt x="1" y="637"/>
                    <a:pt x="179" y="863"/>
                    <a:pt x="429" y="899"/>
                  </a:cubicBezTo>
                  <a:cubicBezTo>
                    <a:pt x="10014" y="2363"/>
                    <a:pt x="17574" y="10090"/>
                    <a:pt x="18825" y="19687"/>
                  </a:cubicBezTo>
                  <a:cubicBezTo>
                    <a:pt x="18848" y="19913"/>
                    <a:pt x="19051" y="20080"/>
                    <a:pt x="19265" y="20080"/>
                  </a:cubicBezTo>
                  <a:lnTo>
                    <a:pt x="19325" y="20080"/>
                  </a:lnTo>
                  <a:cubicBezTo>
                    <a:pt x="19575" y="20044"/>
                    <a:pt x="19753" y="19818"/>
                    <a:pt x="19718" y="19568"/>
                  </a:cubicBezTo>
                  <a:cubicBezTo>
                    <a:pt x="18420" y="9578"/>
                    <a:pt x="10538" y="1530"/>
                    <a:pt x="560" y="6"/>
                  </a:cubicBezTo>
                  <a:lnTo>
                    <a:pt x="537" y="6"/>
                  </a:lnTo>
                  <a:cubicBezTo>
                    <a:pt x="514" y="2"/>
                    <a:pt x="492" y="1"/>
                    <a:pt x="4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87" name="Google Shape;787;p37"/>
            <p:cNvGrpSpPr/>
            <p:nvPr/>
          </p:nvGrpSpPr>
          <p:grpSpPr>
            <a:xfrm>
              <a:off x="6402185" y="2811672"/>
              <a:ext cx="1866213" cy="1960564"/>
              <a:chOff x="6402185" y="2811672"/>
              <a:chExt cx="1866213" cy="1960564"/>
            </a:xfrm>
          </p:grpSpPr>
          <p:sp>
            <p:nvSpPr>
              <p:cNvPr id="788" name="Google Shape;788;p37"/>
              <p:cNvSpPr/>
              <p:nvPr/>
            </p:nvSpPr>
            <p:spPr>
              <a:xfrm>
                <a:off x="6402185" y="2811672"/>
                <a:ext cx="1418582" cy="1412467"/>
              </a:xfrm>
              <a:custGeom>
                <a:rect b="b" l="l" r="r" t="t"/>
                <a:pathLst>
                  <a:path extrusionOk="0" h="57746" w="57996">
                    <a:moveTo>
                      <a:pt x="655" y="0"/>
                    </a:moveTo>
                    <a:lnTo>
                      <a:pt x="0" y="655"/>
                    </a:lnTo>
                    <a:lnTo>
                      <a:pt x="57341" y="57746"/>
                    </a:lnTo>
                    <a:lnTo>
                      <a:pt x="57996" y="57091"/>
                    </a:lnTo>
                    <a:lnTo>
                      <a:pt x="655" y="0"/>
                    </a:ln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89" name="Google Shape;789;p37"/>
              <p:cNvGrpSpPr/>
              <p:nvPr/>
            </p:nvGrpSpPr>
            <p:grpSpPr>
              <a:xfrm>
                <a:off x="7277031" y="3745342"/>
                <a:ext cx="991367" cy="1026894"/>
                <a:chOff x="7277031" y="3745342"/>
                <a:chExt cx="991367" cy="1026894"/>
              </a:xfrm>
            </p:grpSpPr>
            <p:sp>
              <p:nvSpPr>
                <p:cNvPr id="790" name="Google Shape;790;p37"/>
                <p:cNvSpPr/>
                <p:nvPr/>
              </p:nvSpPr>
              <p:spPr>
                <a:xfrm>
                  <a:off x="7363522" y="3745342"/>
                  <a:ext cx="904875" cy="926433"/>
                </a:xfrm>
                <a:custGeom>
                  <a:rect b="b" l="l" r="r" t="t"/>
                  <a:pathLst>
                    <a:path extrusionOk="0" h="33089" w="33101">
                      <a:moveTo>
                        <a:pt x="16550" y="1"/>
                      </a:moveTo>
                      <a:cubicBezTo>
                        <a:pt x="7418" y="1"/>
                        <a:pt x="1" y="7406"/>
                        <a:pt x="1" y="16538"/>
                      </a:cubicBezTo>
                      <a:cubicBezTo>
                        <a:pt x="1" y="25682"/>
                        <a:pt x="7418" y="33088"/>
                        <a:pt x="16550" y="33088"/>
                      </a:cubicBezTo>
                      <a:cubicBezTo>
                        <a:pt x="25694" y="33088"/>
                        <a:pt x="33100" y="25682"/>
                        <a:pt x="33100" y="16538"/>
                      </a:cubicBezTo>
                      <a:cubicBezTo>
                        <a:pt x="33100" y="7406"/>
                        <a:pt x="25694" y="1"/>
                        <a:pt x="1655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Medida</a:t>
                  </a:r>
                  <a:endParaRPr b="0" i="0" sz="1500" u="none" cap="none" strike="noStrike">
                    <a:solidFill>
                      <a:srgbClr val="000000"/>
                    </a:solidFill>
                    <a:latin typeface="Calibri"/>
                    <a:ea typeface="Calibri"/>
                    <a:cs typeface="Calibri"/>
                    <a:sym typeface="Calibri"/>
                  </a:endParaRPr>
                </a:p>
              </p:txBody>
            </p:sp>
            <p:sp>
              <p:nvSpPr>
                <p:cNvPr id="791" name="Google Shape;791;p37"/>
                <p:cNvSpPr/>
                <p:nvPr/>
              </p:nvSpPr>
              <p:spPr>
                <a:xfrm>
                  <a:off x="7608443" y="4202877"/>
                  <a:ext cx="659955" cy="468898"/>
                </a:xfrm>
                <a:custGeom>
                  <a:rect b="b" l="l" r="r" t="t"/>
                  <a:pathLst>
                    <a:path extrusionOk="0" h="19170" w="26981">
                      <a:moveTo>
                        <a:pt x="26528" y="0"/>
                      </a:moveTo>
                      <a:cubicBezTo>
                        <a:pt x="26278" y="0"/>
                        <a:pt x="26076" y="203"/>
                        <a:pt x="26076" y="453"/>
                      </a:cubicBezTo>
                      <a:lnTo>
                        <a:pt x="26076" y="512"/>
                      </a:lnTo>
                      <a:cubicBezTo>
                        <a:pt x="26076" y="10299"/>
                        <a:pt x="18110" y="18265"/>
                        <a:pt x="8323" y="18265"/>
                      </a:cubicBezTo>
                      <a:cubicBezTo>
                        <a:pt x="5656" y="18265"/>
                        <a:pt x="3097" y="17693"/>
                        <a:pt x="715" y="16550"/>
                      </a:cubicBezTo>
                      <a:cubicBezTo>
                        <a:pt x="652" y="16520"/>
                        <a:pt x="586" y="16506"/>
                        <a:pt x="520" y="16506"/>
                      </a:cubicBezTo>
                      <a:cubicBezTo>
                        <a:pt x="350" y="16506"/>
                        <a:pt x="185" y="16601"/>
                        <a:pt x="108" y="16764"/>
                      </a:cubicBezTo>
                      <a:cubicBezTo>
                        <a:pt x="1" y="16991"/>
                        <a:pt x="96" y="17264"/>
                        <a:pt x="322" y="17372"/>
                      </a:cubicBezTo>
                      <a:cubicBezTo>
                        <a:pt x="2835" y="18562"/>
                        <a:pt x="5525" y="19169"/>
                        <a:pt x="8323" y="19169"/>
                      </a:cubicBezTo>
                      <a:cubicBezTo>
                        <a:pt x="18610" y="19169"/>
                        <a:pt x="26981" y="10799"/>
                        <a:pt x="26981" y="512"/>
                      </a:cubicBezTo>
                      <a:lnTo>
                        <a:pt x="26981" y="453"/>
                      </a:lnTo>
                      <a:cubicBezTo>
                        <a:pt x="26981" y="203"/>
                        <a:pt x="26778" y="0"/>
                        <a:pt x="26528"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2" name="Google Shape;792;p37"/>
                <p:cNvSpPr/>
                <p:nvPr/>
              </p:nvSpPr>
              <p:spPr>
                <a:xfrm>
                  <a:off x="7277031" y="3753932"/>
                  <a:ext cx="347454" cy="798839"/>
                </a:xfrm>
                <a:custGeom>
                  <a:rect b="b" l="l" r="r" t="t"/>
                  <a:pathLst>
                    <a:path extrusionOk="0" h="32659" w="14205">
                      <a:moveTo>
                        <a:pt x="13699" y="1"/>
                      </a:moveTo>
                      <a:cubicBezTo>
                        <a:pt x="13637" y="1"/>
                        <a:pt x="13574" y="14"/>
                        <a:pt x="13514" y="43"/>
                      </a:cubicBezTo>
                      <a:cubicBezTo>
                        <a:pt x="8252" y="2376"/>
                        <a:pt x="4180" y="6841"/>
                        <a:pt x="2346" y="12294"/>
                      </a:cubicBezTo>
                      <a:cubicBezTo>
                        <a:pt x="1" y="19247"/>
                        <a:pt x="1560" y="26986"/>
                        <a:pt x="6418" y="32511"/>
                      </a:cubicBezTo>
                      <a:cubicBezTo>
                        <a:pt x="6478" y="32570"/>
                        <a:pt x="6537" y="32606"/>
                        <a:pt x="6621" y="32630"/>
                      </a:cubicBezTo>
                      <a:cubicBezTo>
                        <a:pt x="6667" y="32649"/>
                        <a:pt x="6716" y="32659"/>
                        <a:pt x="6766" y="32659"/>
                      </a:cubicBezTo>
                      <a:cubicBezTo>
                        <a:pt x="6868" y="32659"/>
                        <a:pt x="6973" y="32619"/>
                        <a:pt x="7061" y="32547"/>
                      </a:cubicBezTo>
                      <a:cubicBezTo>
                        <a:pt x="7240" y="32380"/>
                        <a:pt x="7263" y="32094"/>
                        <a:pt x="7097" y="31904"/>
                      </a:cubicBezTo>
                      <a:cubicBezTo>
                        <a:pt x="2453" y="26641"/>
                        <a:pt x="965" y="19224"/>
                        <a:pt x="3203" y="12580"/>
                      </a:cubicBezTo>
                      <a:cubicBezTo>
                        <a:pt x="4954" y="7365"/>
                        <a:pt x="8847" y="3091"/>
                        <a:pt x="13871" y="864"/>
                      </a:cubicBezTo>
                      <a:cubicBezTo>
                        <a:pt x="14098" y="757"/>
                        <a:pt x="14205" y="495"/>
                        <a:pt x="14110" y="269"/>
                      </a:cubicBezTo>
                      <a:cubicBezTo>
                        <a:pt x="14031" y="103"/>
                        <a:pt x="13869" y="1"/>
                        <a:pt x="13699"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3" name="Google Shape;793;p37"/>
                <p:cNvSpPr/>
                <p:nvPr/>
              </p:nvSpPr>
              <p:spPr>
                <a:xfrm>
                  <a:off x="7363523" y="4532822"/>
                  <a:ext cx="657045" cy="239414"/>
                </a:xfrm>
                <a:custGeom>
                  <a:rect b="b" l="l" r="r" t="t"/>
                  <a:pathLst>
                    <a:path extrusionOk="0" h="9788" w="26862">
                      <a:moveTo>
                        <a:pt x="507" y="0"/>
                      </a:moveTo>
                      <a:cubicBezTo>
                        <a:pt x="410" y="0"/>
                        <a:pt x="311" y="32"/>
                        <a:pt x="227" y="96"/>
                      </a:cubicBezTo>
                      <a:cubicBezTo>
                        <a:pt x="48" y="227"/>
                        <a:pt x="1" y="477"/>
                        <a:pt x="108" y="680"/>
                      </a:cubicBezTo>
                      <a:cubicBezTo>
                        <a:pt x="120" y="692"/>
                        <a:pt x="132" y="704"/>
                        <a:pt x="144" y="727"/>
                      </a:cubicBezTo>
                      <a:cubicBezTo>
                        <a:pt x="4517" y="6544"/>
                        <a:pt x="11375" y="9787"/>
                        <a:pt x="18403" y="9787"/>
                      </a:cubicBezTo>
                      <a:cubicBezTo>
                        <a:pt x="21115" y="9787"/>
                        <a:pt x="23851" y="9304"/>
                        <a:pt x="26480" y="8300"/>
                      </a:cubicBezTo>
                      <a:lnTo>
                        <a:pt x="26504" y="8288"/>
                      </a:lnTo>
                      <a:cubicBezTo>
                        <a:pt x="26742" y="8193"/>
                        <a:pt x="26861" y="7943"/>
                        <a:pt x="26766" y="7705"/>
                      </a:cubicBezTo>
                      <a:cubicBezTo>
                        <a:pt x="26702" y="7522"/>
                        <a:pt x="26534" y="7410"/>
                        <a:pt x="26357" y="7410"/>
                      </a:cubicBezTo>
                      <a:cubicBezTo>
                        <a:pt x="26303" y="7410"/>
                        <a:pt x="26248" y="7420"/>
                        <a:pt x="26195" y="7443"/>
                      </a:cubicBezTo>
                      <a:lnTo>
                        <a:pt x="26147" y="7454"/>
                      </a:lnTo>
                      <a:cubicBezTo>
                        <a:pt x="23622" y="8420"/>
                        <a:pt x="20994" y="8884"/>
                        <a:pt x="18388" y="8884"/>
                      </a:cubicBezTo>
                      <a:cubicBezTo>
                        <a:pt x="11643" y="8884"/>
                        <a:pt x="5058" y="5771"/>
                        <a:pt x="858" y="180"/>
                      </a:cubicBezTo>
                      <a:cubicBezTo>
                        <a:pt x="775" y="62"/>
                        <a:pt x="643" y="0"/>
                        <a:pt x="507"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grpSp>
        <p:nvGrpSpPr>
          <p:cNvPr id="794" name="Google Shape;794;p37"/>
          <p:cNvGrpSpPr/>
          <p:nvPr/>
        </p:nvGrpSpPr>
        <p:grpSpPr>
          <a:xfrm>
            <a:off x="7099060" y="4142020"/>
            <a:ext cx="1403492" cy="1913316"/>
            <a:chOff x="7099060" y="4142020"/>
            <a:chExt cx="1403492" cy="1913316"/>
          </a:xfrm>
        </p:grpSpPr>
        <p:sp>
          <p:nvSpPr>
            <p:cNvPr id="795" name="Google Shape;795;p37"/>
            <p:cNvSpPr/>
            <p:nvPr/>
          </p:nvSpPr>
          <p:spPr>
            <a:xfrm>
              <a:off x="7491963" y="4142020"/>
              <a:ext cx="1010589" cy="855635"/>
            </a:xfrm>
            <a:custGeom>
              <a:rect b="b" l="l" r="r" t="t"/>
              <a:pathLst>
                <a:path extrusionOk="0" h="34981" w="41316">
                  <a:moveTo>
                    <a:pt x="16288" y="274"/>
                  </a:moveTo>
                  <a:lnTo>
                    <a:pt x="16145" y="1179"/>
                  </a:lnTo>
                  <a:cubicBezTo>
                    <a:pt x="16884" y="1298"/>
                    <a:pt x="17646" y="1429"/>
                    <a:pt x="18396" y="1595"/>
                  </a:cubicBezTo>
                  <a:lnTo>
                    <a:pt x="18586" y="691"/>
                  </a:lnTo>
                  <a:cubicBezTo>
                    <a:pt x="17824" y="524"/>
                    <a:pt x="17050" y="381"/>
                    <a:pt x="16288" y="274"/>
                  </a:cubicBezTo>
                  <a:close/>
                  <a:moveTo>
                    <a:pt x="12931" y="0"/>
                  </a:moveTo>
                  <a:lnTo>
                    <a:pt x="12823" y="83"/>
                  </a:lnTo>
                  <a:cubicBezTo>
                    <a:pt x="12407" y="381"/>
                    <a:pt x="12002" y="691"/>
                    <a:pt x="11609" y="1000"/>
                  </a:cubicBezTo>
                  <a:lnTo>
                    <a:pt x="12181" y="1715"/>
                  </a:lnTo>
                  <a:cubicBezTo>
                    <a:pt x="12526" y="1453"/>
                    <a:pt x="12883" y="1179"/>
                    <a:pt x="13240" y="929"/>
                  </a:cubicBezTo>
                  <a:cubicBezTo>
                    <a:pt x="13371" y="929"/>
                    <a:pt x="13585" y="929"/>
                    <a:pt x="13883" y="953"/>
                  </a:cubicBezTo>
                  <a:lnTo>
                    <a:pt x="13943" y="24"/>
                  </a:lnTo>
                  <a:cubicBezTo>
                    <a:pt x="13514" y="0"/>
                    <a:pt x="13228" y="0"/>
                    <a:pt x="13121" y="0"/>
                  </a:cubicBezTo>
                  <a:close/>
                  <a:moveTo>
                    <a:pt x="20860" y="1286"/>
                  </a:moveTo>
                  <a:lnTo>
                    <a:pt x="20598" y="2179"/>
                  </a:lnTo>
                  <a:cubicBezTo>
                    <a:pt x="21325" y="2393"/>
                    <a:pt x="22051" y="2643"/>
                    <a:pt x="22753" y="2905"/>
                  </a:cubicBezTo>
                  <a:lnTo>
                    <a:pt x="23075" y="2048"/>
                  </a:lnTo>
                  <a:cubicBezTo>
                    <a:pt x="22348" y="1762"/>
                    <a:pt x="21610" y="1512"/>
                    <a:pt x="20860" y="1286"/>
                  </a:cubicBezTo>
                  <a:close/>
                  <a:moveTo>
                    <a:pt x="9835" y="2524"/>
                  </a:moveTo>
                  <a:cubicBezTo>
                    <a:pt x="9264" y="3060"/>
                    <a:pt x="8716" y="3620"/>
                    <a:pt x="8192" y="4203"/>
                  </a:cubicBezTo>
                  <a:lnTo>
                    <a:pt x="8871" y="4822"/>
                  </a:lnTo>
                  <a:cubicBezTo>
                    <a:pt x="9383" y="4262"/>
                    <a:pt x="9918" y="3715"/>
                    <a:pt x="10466" y="3203"/>
                  </a:cubicBezTo>
                  <a:lnTo>
                    <a:pt x="9835" y="2524"/>
                  </a:lnTo>
                  <a:close/>
                  <a:moveTo>
                    <a:pt x="25242" y="2965"/>
                  </a:moveTo>
                  <a:lnTo>
                    <a:pt x="24837" y="3798"/>
                  </a:lnTo>
                  <a:cubicBezTo>
                    <a:pt x="25527" y="4120"/>
                    <a:pt x="26206" y="4477"/>
                    <a:pt x="26861" y="4846"/>
                  </a:cubicBezTo>
                  <a:lnTo>
                    <a:pt x="27313" y="4048"/>
                  </a:lnTo>
                  <a:cubicBezTo>
                    <a:pt x="26647" y="3655"/>
                    <a:pt x="25944" y="3298"/>
                    <a:pt x="25242" y="2965"/>
                  </a:cubicBezTo>
                  <a:close/>
                  <a:moveTo>
                    <a:pt x="29302" y="5286"/>
                  </a:moveTo>
                  <a:lnTo>
                    <a:pt x="28790" y="6048"/>
                  </a:lnTo>
                  <a:cubicBezTo>
                    <a:pt x="29409" y="6477"/>
                    <a:pt x="30028" y="6929"/>
                    <a:pt x="30611" y="7394"/>
                  </a:cubicBezTo>
                  <a:lnTo>
                    <a:pt x="31195" y="6679"/>
                  </a:lnTo>
                  <a:cubicBezTo>
                    <a:pt x="30588" y="6191"/>
                    <a:pt x="29957" y="5727"/>
                    <a:pt x="29302" y="5286"/>
                  </a:cubicBezTo>
                  <a:close/>
                  <a:moveTo>
                    <a:pt x="6692" y="6001"/>
                  </a:moveTo>
                  <a:cubicBezTo>
                    <a:pt x="6216" y="6620"/>
                    <a:pt x="5763" y="7263"/>
                    <a:pt x="5346" y="7918"/>
                  </a:cubicBezTo>
                  <a:lnTo>
                    <a:pt x="6120" y="8418"/>
                  </a:lnTo>
                  <a:cubicBezTo>
                    <a:pt x="6525" y="7787"/>
                    <a:pt x="6966" y="7156"/>
                    <a:pt x="7418" y="6560"/>
                  </a:cubicBezTo>
                  <a:lnTo>
                    <a:pt x="6692" y="6001"/>
                  </a:lnTo>
                  <a:close/>
                  <a:moveTo>
                    <a:pt x="32957" y="8227"/>
                  </a:moveTo>
                  <a:lnTo>
                    <a:pt x="32314" y="8894"/>
                  </a:lnTo>
                  <a:cubicBezTo>
                    <a:pt x="32862" y="9418"/>
                    <a:pt x="33386" y="9966"/>
                    <a:pt x="33898" y="10525"/>
                  </a:cubicBezTo>
                  <a:lnTo>
                    <a:pt x="34588" y="9918"/>
                  </a:lnTo>
                  <a:cubicBezTo>
                    <a:pt x="34064" y="9335"/>
                    <a:pt x="33517" y="8763"/>
                    <a:pt x="32957" y="8227"/>
                  </a:cubicBezTo>
                  <a:close/>
                  <a:moveTo>
                    <a:pt x="4156" y="9942"/>
                  </a:moveTo>
                  <a:cubicBezTo>
                    <a:pt x="3787" y="10620"/>
                    <a:pt x="3441" y="11335"/>
                    <a:pt x="3132" y="12049"/>
                  </a:cubicBezTo>
                  <a:lnTo>
                    <a:pt x="3977" y="12418"/>
                  </a:lnTo>
                  <a:cubicBezTo>
                    <a:pt x="4275" y="11728"/>
                    <a:pt x="4620" y="11037"/>
                    <a:pt x="4965" y="10382"/>
                  </a:cubicBezTo>
                  <a:lnTo>
                    <a:pt x="4156" y="9942"/>
                  </a:lnTo>
                  <a:close/>
                  <a:moveTo>
                    <a:pt x="36076" y="11716"/>
                  </a:moveTo>
                  <a:lnTo>
                    <a:pt x="35338" y="12275"/>
                  </a:lnTo>
                  <a:cubicBezTo>
                    <a:pt x="35791" y="12871"/>
                    <a:pt x="36219" y="13502"/>
                    <a:pt x="36636" y="14145"/>
                  </a:cubicBezTo>
                  <a:lnTo>
                    <a:pt x="37410" y="13645"/>
                  </a:lnTo>
                  <a:cubicBezTo>
                    <a:pt x="36993" y="12978"/>
                    <a:pt x="36541" y="12335"/>
                    <a:pt x="36076" y="11716"/>
                  </a:cubicBezTo>
                  <a:close/>
                  <a:moveTo>
                    <a:pt x="2263" y="14228"/>
                  </a:moveTo>
                  <a:cubicBezTo>
                    <a:pt x="2001" y="14942"/>
                    <a:pt x="1751" y="15692"/>
                    <a:pt x="1536" y="16454"/>
                  </a:cubicBezTo>
                  <a:lnTo>
                    <a:pt x="2429" y="16704"/>
                  </a:lnTo>
                  <a:cubicBezTo>
                    <a:pt x="2644" y="15966"/>
                    <a:pt x="2870" y="15240"/>
                    <a:pt x="3132" y="14538"/>
                  </a:cubicBezTo>
                  <a:lnTo>
                    <a:pt x="2263" y="14228"/>
                  </a:lnTo>
                  <a:close/>
                  <a:moveTo>
                    <a:pt x="38601" y="15657"/>
                  </a:moveTo>
                  <a:lnTo>
                    <a:pt x="37791" y="16097"/>
                  </a:lnTo>
                  <a:cubicBezTo>
                    <a:pt x="38148" y="16752"/>
                    <a:pt x="38493" y="17431"/>
                    <a:pt x="38803" y="18133"/>
                  </a:cubicBezTo>
                  <a:lnTo>
                    <a:pt x="39648" y="17740"/>
                  </a:lnTo>
                  <a:cubicBezTo>
                    <a:pt x="39315" y="17038"/>
                    <a:pt x="38970" y="16323"/>
                    <a:pt x="38601" y="15657"/>
                  </a:cubicBezTo>
                  <a:close/>
                  <a:moveTo>
                    <a:pt x="965" y="18717"/>
                  </a:moveTo>
                  <a:cubicBezTo>
                    <a:pt x="810" y="19467"/>
                    <a:pt x="655" y="20241"/>
                    <a:pt x="536" y="21015"/>
                  </a:cubicBezTo>
                  <a:lnTo>
                    <a:pt x="1453" y="21157"/>
                  </a:lnTo>
                  <a:cubicBezTo>
                    <a:pt x="1572" y="20395"/>
                    <a:pt x="1715" y="19645"/>
                    <a:pt x="1870" y="18919"/>
                  </a:cubicBezTo>
                  <a:lnTo>
                    <a:pt x="965" y="18717"/>
                  </a:lnTo>
                  <a:close/>
                  <a:moveTo>
                    <a:pt x="40553" y="19895"/>
                  </a:moveTo>
                  <a:lnTo>
                    <a:pt x="39684" y="20229"/>
                  </a:lnTo>
                  <a:cubicBezTo>
                    <a:pt x="39946" y="20931"/>
                    <a:pt x="40208" y="21646"/>
                    <a:pt x="40434" y="22384"/>
                  </a:cubicBezTo>
                  <a:lnTo>
                    <a:pt x="41315" y="22110"/>
                  </a:lnTo>
                  <a:cubicBezTo>
                    <a:pt x="41077" y="21360"/>
                    <a:pt x="40815" y="20610"/>
                    <a:pt x="40553" y="19895"/>
                  </a:cubicBezTo>
                  <a:close/>
                  <a:moveTo>
                    <a:pt x="239" y="23324"/>
                  </a:moveTo>
                  <a:cubicBezTo>
                    <a:pt x="155" y="24098"/>
                    <a:pt x="96" y="24872"/>
                    <a:pt x="60" y="25658"/>
                  </a:cubicBezTo>
                  <a:lnTo>
                    <a:pt x="977" y="25706"/>
                  </a:lnTo>
                  <a:cubicBezTo>
                    <a:pt x="1012" y="24944"/>
                    <a:pt x="1072" y="24170"/>
                    <a:pt x="1155" y="23420"/>
                  </a:cubicBezTo>
                  <a:lnTo>
                    <a:pt x="239" y="23324"/>
                  </a:lnTo>
                  <a:close/>
                  <a:moveTo>
                    <a:pt x="0" y="27992"/>
                  </a:moveTo>
                  <a:cubicBezTo>
                    <a:pt x="0" y="28765"/>
                    <a:pt x="12" y="29551"/>
                    <a:pt x="60" y="30325"/>
                  </a:cubicBezTo>
                  <a:lnTo>
                    <a:pt x="977" y="30278"/>
                  </a:lnTo>
                  <a:cubicBezTo>
                    <a:pt x="941" y="29516"/>
                    <a:pt x="917" y="28754"/>
                    <a:pt x="917" y="27992"/>
                  </a:cubicBezTo>
                  <a:close/>
                  <a:moveTo>
                    <a:pt x="1155" y="32552"/>
                  </a:moveTo>
                  <a:lnTo>
                    <a:pt x="239" y="32647"/>
                  </a:lnTo>
                  <a:cubicBezTo>
                    <a:pt x="381" y="34099"/>
                    <a:pt x="548" y="34945"/>
                    <a:pt x="560" y="34981"/>
                  </a:cubicBezTo>
                  <a:lnTo>
                    <a:pt x="1465" y="34802"/>
                  </a:lnTo>
                  <a:cubicBezTo>
                    <a:pt x="1465" y="34790"/>
                    <a:pt x="1298" y="33957"/>
                    <a:pt x="1155" y="32552"/>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6" name="Google Shape;796;p37"/>
            <p:cNvSpPr/>
            <p:nvPr/>
          </p:nvSpPr>
          <p:spPr>
            <a:xfrm>
              <a:off x="7172768" y="5065450"/>
              <a:ext cx="1012303" cy="926209"/>
            </a:xfrm>
            <a:custGeom>
              <a:rect b="b" l="l" r="r" t="t"/>
              <a:pathLst>
                <a:path extrusionOk="0" h="16765" w="16753">
                  <a:moveTo>
                    <a:pt x="8371" y="0"/>
                  </a:moveTo>
                  <a:cubicBezTo>
                    <a:pt x="3751" y="0"/>
                    <a:pt x="0" y="3751"/>
                    <a:pt x="0" y="8382"/>
                  </a:cubicBezTo>
                  <a:cubicBezTo>
                    <a:pt x="0" y="13014"/>
                    <a:pt x="3751" y="16764"/>
                    <a:pt x="8371" y="16764"/>
                  </a:cubicBezTo>
                  <a:cubicBezTo>
                    <a:pt x="13002" y="16764"/>
                    <a:pt x="16753" y="13014"/>
                    <a:pt x="16753" y="8382"/>
                  </a:cubicBezTo>
                  <a:cubicBezTo>
                    <a:pt x="16753" y="3751"/>
                    <a:pt x="13002" y="0"/>
                    <a:pt x="8371"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Oscilosco-pio</a:t>
              </a:r>
              <a:endParaRPr b="0" i="0" sz="1800" u="none" cap="none" strike="noStrike">
                <a:solidFill>
                  <a:srgbClr val="000000"/>
                </a:solidFill>
                <a:latin typeface="Calibri"/>
                <a:ea typeface="Calibri"/>
                <a:cs typeface="Calibri"/>
                <a:sym typeface="Calibri"/>
              </a:endParaRPr>
            </a:p>
          </p:txBody>
        </p:sp>
        <p:sp>
          <p:nvSpPr>
            <p:cNvPr id="797" name="Google Shape;797;p37"/>
            <p:cNvSpPr/>
            <p:nvPr/>
          </p:nvSpPr>
          <p:spPr>
            <a:xfrm>
              <a:off x="7099060" y="4980458"/>
              <a:ext cx="1174848" cy="1074878"/>
            </a:xfrm>
            <a:custGeom>
              <a:rect b="b" l="l" r="r" t="t"/>
              <a:pathLst>
                <a:path extrusionOk="0" h="19456" w="19443">
                  <a:moveTo>
                    <a:pt x="9716" y="703"/>
                  </a:moveTo>
                  <a:cubicBezTo>
                    <a:pt x="14704" y="703"/>
                    <a:pt x="18752" y="4751"/>
                    <a:pt x="18752" y="9728"/>
                  </a:cubicBezTo>
                  <a:cubicBezTo>
                    <a:pt x="18752" y="14705"/>
                    <a:pt x="14704" y="18765"/>
                    <a:pt x="9716" y="18765"/>
                  </a:cubicBezTo>
                  <a:cubicBezTo>
                    <a:pt x="4739" y="18765"/>
                    <a:pt x="691" y="14705"/>
                    <a:pt x="691" y="9728"/>
                  </a:cubicBezTo>
                  <a:cubicBezTo>
                    <a:pt x="691" y="4751"/>
                    <a:pt x="4739" y="703"/>
                    <a:pt x="9716" y="703"/>
                  </a:cubicBezTo>
                  <a:close/>
                  <a:moveTo>
                    <a:pt x="9716" y="1"/>
                  </a:moveTo>
                  <a:cubicBezTo>
                    <a:pt x="4358" y="1"/>
                    <a:pt x="0" y="4370"/>
                    <a:pt x="0" y="9728"/>
                  </a:cubicBezTo>
                  <a:cubicBezTo>
                    <a:pt x="0" y="15086"/>
                    <a:pt x="4358" y="19455"/>
                    <a:pt x="9716" y="19455"/>
                  </a:cubicBezTo>
                  <a:cubicBezTo>
                    <a:pt x="15085" y="19455"/>
                    <a:pt x="19443" y="15086"/>
                    <a:pt x="19443" y="9728"/>
                  </a:cubicBezTo>
                  <a:cubicBezTo>
                    <a:pt x="19443" y="4370"/>
                    <a:pt x="15085" y="1"/>
                    <a:pt x="9716"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98" name="Google Shape;798;p37"/>
          <p:cNvGrpSpPr/>
          <p:nvPr/>
        </p:nvGrpSpPr>
        <p:grpSpPr>
          <a:xfrm>
            <a:off x="8382831" y="4400837"/>
            <a:ext cx="1267196" cy="1271994"/>
            <a:chOff x="8382831" y="4400837"/>
            <a:chExt cx="1267196" cy="1271994"/>
          </a:xfrm>
        </p:grpSpPr>
        <p:sp>
          <p:nvSpPr>
            <p:cNvPr id="799" name="Google Shape;799;p37"/>
            <p:cNvSpPr/>
            <p:nvPr/>
          </p:nvSpPr>
          <p:spPr>
            <a:xfrm>
              <a:off x="8464129" y="4552771"/>
              <a:ext cx="1093550" cy="1022617"/>
            </a:xfrm>
            <a:custGeom>
              <a:rect b="b" l="l" r="r" t="t"/>
              <a:pathLst>
                <a:path extrusionOk="0" h="16765" w="16753">
                  <a:moveTo>
                    <a:pt x="8370" y="1"/>
                  </a:moveTo>
                  <a:cubicBezTo>
                    <a:pt x="3751" y="1"/>
                    <a:pt x="0" y="3751"/>
                    <a:pt x="0" y="8383"/>
                  </a:cubicBezTo>
                  <a:cubicBezTo>
                    <a:pt x="0" y="13014"/>
                    <a:pt x="3751" y="16765"/>
                    <a:pt x="8370" y="16765"/>
                  </a:cubicBezTo>
                  <a:cubicBezTo>
                    <a:pt x="13002" y="16765"/>
                    <a:pt x="16752" y="13014"/>
                    <a:pt x="16752" y="8383"/>
                  </a:cubicBezTo>
                  <a:cubicBezTo>
                    <a:pt x="16752" y="3751"/>
                    <a:pt x="13002" y="1"/>
                    <a:pt x="83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Multimetro</a:t>
              </a:r>
              <a:endParaRPr b="0" i="0" sz="1800" u="none" cap="none" strike="noStrike">
                <a:solidFill>
                  <a:srgbClr val="000000"/>
                </a:solidFill>
                <a:latin typeface="Calibri"/>
                <a:ea typeface="Calibri"/>
                <a:cs typeface="Calibri"/>
                <a:sym typeface="Calibri"/>
              </a:endParaRPr>
            </a:p>
          </p:txBody>
        </p:sp>
        <p:sp>
          <p:nvSpPr>
            <p:cNvPr id="800" name="Google Shape;800;p37"/>
            <p:cNvSpPr/>
            <p:nvPr/>
          </p:nvSpPr>
          <p:spPr>
            <a:xfrm>
              <a:off x="8382831" y="4400837"/>
              <a:ext cx="1267196" cy="1271994"/>
            </a:xfrm>
            <a:custGeom>
              <a:rect b="b" l="l" r="r" t="t"/>
              <a:pathLst>
                <a:path extrusionOk="0" h="19444" w="19444">
                  <a:moveTo>
                    <a:pt x="9716" y="691"/>
                  </a:moveTo>
                  <a:cubicBezTo>
                    <a:pt x="14705" y="691"/>
                    <a:pt x="18753" y="4739"/>
                    <a:pt x="18753" y="9728"/>
                  </a:cubicBezTo>
                  <a:cubicBezTo>
                    <a:pt x="18753" y="14704"/>
                    <a:pt x="14705" y="18753"/>
                    <a:pt x="9716" y="18753"/>
                  </a:cubicBezTo>
                  <a:cubicBezTo>
                    <a:pt x="4739" y="18753"/>
                    <a:pt x="691" y="14704"/>
                    <a:pt x="691" y="9728"/>
                  </a:cubicBezTo>
                  <a:cubicBezTo>
                    <a:pt x="691" y="4739"/>
                    <a:pt x="4739" y="691"/>
                    <a:pt x="9716" y="691"/>
                  </a:cubicBezTo>
                  <a:close/>
                  <a:moveTo>
                    <a:pt x="9716" y="0"/>
                  </a:moveTo>
                  <a:cubicBezTo>
                    <a:pt x="4358" y="0"/>
                    <a:pt x="1" y="4358"/>
                    <a:pt x="1" y="9728"/>
                  </a:cubicBezTo>
                  <a:cubicBezTo>
                    <a:pt x="1" y="15085"/>
                    <a:pt x="4358" y="19443"/>
                    <a:pt x="9716" y="19443"/>
                  </a:cubicBezTo>
                  <a:cubicBezTo>
                    <a:pt x="15086" y="19443"/>
                    <a:pt x="19444" y="15085"/>
                    <a:pt x="19444" y="9728"/>
                  </a:cubicBezTo>
                  <a:cubicBezTo>
                    <a:pt x="19444" y="4358"/>
                    <a:pt x="15086" y="0"/>
                    <a:pt x="9716"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801" name="Google Shape;801;p37"/>
          <p:cNvGrpSpPr/>
          <p:nvPr/>
        </p:nvGrpSpPr>
        <p:grpSpPr>
          <a:xfrm>
            <a:off x="4818473" y="1853037"/>
            <a:ext cx="1955189" cy="1786807"/>
            <a:chOff x="3957339" y="1906303"/>
            <a:chExt cx="1259005" cy="1259299"/>
          </a:xfrm>
        </p:grpSpPr>
        <p:sp>
          <p:nvSpPr>
            <p:cNvPr id="802" name="Google Shape;802;p37"/>
            <p:cNvSpPr/>
            <p:nvPr/>
          </p:nvSpPr>
          <p:spPr>
            <a:xfrm>
              <a:off x="3999288" y="1948546"/>
              <a:ext cx="1175132" cy="1174814"/>
            </a:xfrm>
            <a:custGeom>
              <a:rect b="b" l="l" r="r" t="t"/>
              <a:pathLst>
                <a:path extrusionOk="0" h="48030" w="48043">
                  <a:moveTo>
                    <a:pt x="24027" y="0"/>
                  </a:moveTo>
                  <a:cubicBezTo>
                    <a:pt x="10752" y="0"/>
                    <a:pt x="0" y="10751"/>
                    <a:pt x="0" y="24015"/>
                  </a:cubicBezTo>
                  <a:cubicBezTo>
                    <a:pt x="0" y="37279"/>
                    <a:pt x="10752" y="48030"/>
                    <a:pt x="24027" y="48030"/>
                  </a:cubicBezTo>
                  <a:cubicBezTo>
                    <a:pt x="37291" y="48030"/>
                    <a:pt x="48042" y="37279"/>
                    <a:pt x="48042" y="24015"/>
                  </a:cubicBezTo>
                  <a:cubicBezTo>
                    <a:pt x="48042" y="10751"/>
                    <a:pt x="37291" y="0"/>
                    <a:pt x="24027" y="0"/>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800" u="none" cap="none" strike="noStrike">
                  <a:solidFill>
                    <a:srgbClr val="FFFFFF"/>
                  </a:solidFill>
                  <a:latin typeface="Fira Sans Extra Condensed Medium"/>
                  <a:ea typeface="Fira Sans Extra Condensed Medium"/>
                  <a:cs typeface="Fira Sans Extra Condensed Medium"/>
                  <a:sym typeface="Fira Sans Extra Condensed Medium"/>
                </a:rPr>
                <a:t>Instrumentación  </a:t>
              </a:r>
              <a:endParaRPr b="0" i="0" sz="1800" u="none" cap="none" strike="noStrike">
                <a:solidFill>
                  <a:srgbClr val="000000"/>
                </a:solidFill>
                <a:latin typeface="Fira Sans Extra Condensed"/>
                <a:ea typeface="Fira Sans Extra Condensed"/>
                <a:cs typeface="Fira Sans Extra Condensed"/>
                <a:sym typeface="Fira Sans Extra Condensed"/>
              </a:endParaRPr>
            </a:p>
          </p:txBody>
        </p:sp>
        <p:sp>
          <p:nvSpPr>
            <p:cNvPr id="803" name="Google Shape;803;p37"/>
            <p:cNvSpPr/>
            <p:nvPr/>
          </p:nvSpPr>
          <p:spPr>
            <a:xfrm>
              <a:off x="3957339" y="1906303"/>
              <a:ext cx="1259005" cy="1259299"/>
            </a:xfrm>
            <a:custGeom>
              <a:rect b="b" l="l" r="r" t="t"/>
              <a:pathLst>
                <a:path extrusionOk="0" h="51484" w="51472">
                  <a:moveTo>
                    <a:pt x="25742" y="929"/>
                  </a:moveTo>
                  <a:cubicBezTo>
                    <a:pt x="39423" y="929"/>
                    <a:pt x="50555" y="12062"/>
                    <a:pt x="50555" y="25742"/>
                  </a:cubicBezTo>
                  <a:cubicBezTo>
                    <a:pt x="50555" y="39422"/>
                    <a:pt x="39423" y="50555"/>
                    <a:pt x="25742" y="50555"/>
                  </a:cubicBezTo>
                  <a:cubicBezTo>
                    <a:pt x="12050" y="50555"/>
                    <a:pt x="918" y="39422"/>
                    <a:pt x="918" y="25742"/>
                  </a:cubicBezTo>
                  <a:cubicBezTo>
                    <a:pt x="918" y="12062"/>
                    <a:pt x="12050" y="929"/>
                    <a:pt x="25742" y="929"/>
                  </a:cubicBezTo>
                  <a:close/>
                  <a:moveTo>
                    <a:pt x="25742" y="1"/>
                  </a:moveTo>
                  <a:cubicBezTo>
                    <a:pt x="11550" y="1"/>
                    <a:pt x="1" y="11550"/>
                    <a:pt x="1" y="25742"/>
                  </a:cubicBezTo>
                  <a:cubicBezTo>
                    <a:pt x="1" y="39934"/>
                    <a:pt x="11550" y="51483"/>
                    <a:pt x="25742" y="51483"/>
                  </a:cubicBezTo>
                  <a:cubicBezTo>
                    <a:pt x="39935" y="51483"/>
                    <a:pt x="51472" y="39934"/>
                    <a:pt x="51472" y="25742"/>
                  </a:cubicBezTo>
                  <a:cubicBezTo>
                    <a:pt x="51472" y="11550"/>
                    <a:pt x="39935" y="1"/>
                    <a:pt x="25742" y="1"/>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01"/>
                                        </p:tgtEl>
                                        <p:attrNameLst>
                                          <p:attrName>style.visibility</p:attrName>
                                        </p:attrNameLst>
                                      </p:cBhvr>
                                      <p:to>
                                        <p:strVal val="visible"/>
                                      </p:to>
                                    </p:set>
                                    <p:anim calcmode="lin" valueType="num">
                                      <p:cBhvr additive="base">
                                        <p:cTn dur="500"/>
                                        <p:tgtEl>
                                          <p:spTgt spid="801"/>
                                        </p:tgtEl>
                                        <p:attrNameLst>
                                          <p:attrName>ppt_w</p:attrName>
                                        </p:attrNameLst>
                                      </p:cBhvr>
                                      <p:tavLst>
                                        <p:tav fmla="" tm="0">
                                          <p:val>
                                            <p:strVal val="0"/>
                                          </p:val>
                                        </p:tav>
                                        <p:tav fmla="" tm="100000">
                                          <p:val>
                                            <p:strVal val="#ppt_w"/>
                                          </p:val>
                                        </p:tav>
                                      </p:tavLst>
                                    </p:anim>
                                    <p:anim calcmode="lin" valueType="num">
                                      <p:cBhvr additive="base">
                                        <p:cTn dur="500"/>
                                        <p:tgtEl>
                                          <p:spTgt spid="80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77"/>
                                        </p:tgtEl>
                                        <p:attrNameLst>
                                          <p:attrName>style.visibility</p:attrName>
                                        </p:attrNameLst>
                                      </p:cBhvr>
                                      <p:to>
                                        <p:strVal val="visible"/>
                                      </p:to>
                                    </p:set>
                                    <p:anim calcmode="lin" valueType="num">
                                      <p:cBhvr additive="base">
                                        <p:cTn dur="500"/>
                                        <p:tgtEl>
                                          <p:spTgt spid="777"/>
                                        </p:tgtEl>
                                        <p:attrNameLst>
                                          <p:attrName>ppt_w</p:attrName>
                                        </p:attrNameLst>
                                      </p:cBhvr>
                                      <p:tavLst>
                                        <p:tav fmla="" tm="0">
                                          <p:val>
                                            <p:strVal val="0"/>
                                          </p:val>
                                        </p:tav>
                                        <p:tav fmla="" tm="100000">
                                          <p:val>
                                            <p:strVal val="#ppt_w"/>
                                          </p:val>
                                        </p:tav>
                                      </p:tavLst>
                                    </p:anim>
                                    <p:anim calcmode="lin" valueType="num">
                                      <p:cBhvr additive="base">
                                        <p:cTn dur="500"/>
                                        <p:tgtEl>
                                          <p:spTgt spid="77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500"/>
                                        <p:tgtEl>
                                          <p:spTgt spid="7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500"/>
                                        <p:tgtEl>
                                          <p:spTgt spid="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5"/>
                                        </p:tgtEl>
                                        <p:attrNameLst>
                                          <p:attrName>style.visibility</p:attrName>
                                        </p:attrNameLst>
                                      </p:cBhvr>
                                      <p:to>
                                        <p:strVal val="visible"/>
                                      </p:to>
                                    </p:set>
                                    <p:animEffect filter="fade" transition="in">
                                      <p:cBhvr>
                                        <p:cTn dur="500"/>
                                        <p:tgtEl>
                                          <p:spTgt spid="7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500"/>
                                        <p:tgtEl>
                                          <p:spTgt spid="794"/>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38"/>
          <p:cNvSpPr txBox="1"/>
          <p:nvPr>
            <p:ph type="title"/>
          </p:nvPr>
        </p:nvSpPr>
        <p:spPr>
          <a:xfrm>
            <a:off x="1198880" y="0"/>
            <a:ext cx="943356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Instrumentos de medida </a:t>
            </a:r>
            <a:endParaRPr/>
          </a:p>
        </p:txBody>
      </p:sp>
      <p:sp>
        <p:nvSpPr>
          <p:cNvPr id="810" name="Google Shape;810;p38"/>
          <p:cNvSpPr txBox="1"/>
          <p:nvPr>
            <p:ph idx="1" type="body"/>
          </p:nvPr>
        </p:nvSpPr>
        <p:spPr>
          <a:xfrm>
            <a:off x="1559560" y="988066"/>
            <a:ext cx="10515600" cy="16033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s-BO"/>
              <a:t>Los instrumentos de medición a utilizar son principalmente dos:</a:t>
            </a:r>
            <a:endParaRPr/>
          </a:p>
          <a:p>
            <a:pPr indent="-228600" lvl="1" marL="685800" rtl="0" algn="l">
              <a:lnSpc>
                <a:spcPct val="90000"/>
              </a:lnSpc>
              <a:spcBef>
                <a:spcPts val="500"/>
              </a:spcBef>
              <a:spcAft>
                <a:spcPts val="0"/>
              </a:spcAft>
              <a:buClr>
                <a:schemeClr val="dk1"/>
              </a:buClr>
              <a:buSzPts val="2000"/>
              <a:buChar char="•"/>
            </a:pPr>
            <a:r>
              <a:rPr lang="es-BO" sz="2000">
                <a:latin typeface="Times New Roman"/>
                <a:ea typeface="Times New Roman"/>
                <a:cs typeface="Times New Roman"/>
                <a:sym typeface="Times New Roman"/>
              </a:rPr>
              <a:t>Osciloscopio</a:t>
            </a:r>
            <a:endParaRPr/>
          </a:p>
          <a:p>
            <a:pPr indent="-228600" lvl="1" marL="685800" rtl="0" algn="l">
              <a:lnSpc>
                <a:spcPct val="90000"/>
              </a:lnSpc>
              <a:spcBef>
                <a:spcPts val="500"/>
              </a:spcBef>
              <a:spcAft>
                <a:spcPts val="0"/>
              </a:spcAft>
              <a:buClr>
                <a:schemeClr val="dk1"/>
              </a:buClr>
              <a:buSzPts val="2000"/>
              <a:buChar char="•"/>
            </a:pPr>
            <a:r>
              <a:rPr lang="es-BO" sz="2000">
                <a:latin typeface="Times New Roman"/>
                <a:ea typeface="Times New Roman"/>
                <a:cs typeface="Times New Roman"/>
                <a:sym typeface="Times New Roman"/>
              </a:rPr>
              <a:t>Multímetro o tester</a:t>
            </a:r>
            <a:endParaRPr sz="2000">
              <a:latin typeface="Times New Roman"/>
              <a:ea typeface="Times New Roman"/>
              <a:cs typeface="Times New Roman"/>
              <a:sym typeface="Times New Roman"/>
            </a:endParaRPr>
          </a:p>
        </p:txBody>
      </p:sp>
      <p:sp>
        <p:nvSpPr>
          <p:cNvPr id="811" name="Google Shape;811;p38"/>
          <p:cNvSpPr txBox="1"/>
          <p:nvPr/>
        </p:nvSpPr>
        <p:spPr>
          <a:xfrm>
            <a:off x="1724536" y="3514720"/>
            <a:ext cx="1970843" cy="70788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Instrumentos de medición</a:t>
            </a:r>
            <a:endParaRPr/>
          </a:p>
        </p:txBody>
      </p:sp>
      <p:grpSp>
        <p:nvGrpSpPr>
          <p:cNvPr id="812" name="Google Shape;812;p38"/>
          <p:cNvGrpSpPr/>
          <p:nvPr/>
        </p:nvGrpSpPr>
        <p:grpSpPr>
          <a:xfrm>
            <a:off x="4150939" y="3826582"/>
            <a:ext cx="3361183" cy="2020660"/>
            <a:chOff x="4150939" y="3826582"/>
            <a:chExt cx="3361183" cy="2020660"/>
          </a:xfrm>
        </p:grpSpPr>
        <p:pic>
          <p:nvPicPr>
            <p:cNvPr id="813" name="Google Shape;813;p38"/>
            <p:cNvPicPr preferRelativeResize="0"/>
            <p:nvPr/>
          </p:nvPicPr>
          <p:blipFill rotWithShape="1">
            <a:blip r:embed="rId3">
              <a:alphaModFix/>
            </a:blip>
            <a:srcRect b="0" l="0" r="0" t="0"/>
            <a:stretch/>
          </p:blipFill>
          <p:spPr>
            <a:xfrm>
              <a:off x="4606500" y="3826582"/>
              <a:ext cx="2905622" cy="2020660"/>
            </a:xfrm>
            <a:prstGeom prst="rect">
              <a:avLst/>
            </a:prstGeom>
            <a:noFill/>
            <a:ln cap="flat" cmpd="sng" w="9525">
              <a:solidFill>
                <a:schemeClr val="dk1"/>
              </a:solidFill>
              <a:prstDash val="solid"/>
              <a:round/>
              <a:headEnd len="sm" w="sm" type="none"/>
              <a:tailEnd len="sm" w="sm" type="none"/>
            </a:ln>
          </p:spPr>
        </p:pic>
        <p:cxnSp>
          <p:nvCxnSpPr>
            <p:cNvPr id="814" name="Google Shape;814;p38"/>
            <p:cNvCxnSpPr/>
            <p:nvPr/>
          </p:nvCxnSpPr>
          <p:spPr>
            <a:xfrm rot="10800000">
              <a:off x="4150939" y="3837885"/>
              <a:ext cx="0" cy="1043166"/>
            </a:xfrm>
            <a:prstGeom prst="straightConnector1">
              <a:avLst/>
            </a:prstGeom>
            <a:noFill/>
            <a:ln cap="flat" cmpd="sng" w="28575">
              <a:solidFill>
                <a:srgbClr val="002060"/>
              </a:solidFill>
              <a:prstDash val="solid"/>
              <a:miter lim="800000"/>
              <a:headEnd len="sm" w="sm" type="none"/>
              <a:tailEnd len="sm" w="sm" type="none"/>
            </a:ln>
          </p:spPr>
        </p:cxnSp>
        <p:cxnSp>
          <p:nvCxnSpPr>
            <p:cNvPr id="815" name="Google Shape;815;p38"/>
            <p:cNvCxnSpPr/>
            <p:nvPr/>
          </p:nvCxnSpPr>
          <p:spPr>
            <a:xfrm>
              <a:off x="4150939" y="4881051"/>
              <a:ext cx="417251" cy="0"/>
            </a:xfrm>
            <a:prstGeom prst="straightConnector1">
              <a:avLst/>
            </a:prstGeom>
            <a:noFill/>
            <a:ln cap="flat" cmpd="sng" w="28575">
              <a:solidFill>
                <a:srgbClr val="002060"/>
              </a:solidFill>
              <a:prstDash val="solid"/>
              <a:miter lim="800000"/>
              <a:headEnd len="sm" w="sm" type="none"/>
              <a:tailEnd len="med" w="med" type="triangle"/>
            </a:ln>
          </p:spPr>
        </p:cxnSp>
      </p:grpSp>
      <p:cxnSp>
        <p:nvCxnSpPr>
          <p:cNvPr id="816" name="Google Shape;816;p38"/>
          <p:cNvCxnSpPr/>
          <p:nvPr/>
        </p:nvCxnSpPr>
        <p:spPr>
          <a:xfrm>
            <a:off x="7878937" y="4958878"/>
            <a:ext cx="0" cy="0"/>
          </a:xfrm>
          <a:prstGeom prst="straightConnector1">
            <a:avLst/>
          </a:prstGeom>
          <a:noFill/>
          <a:ln cap="flat" cmpd="sng" w="28575">
            <a:solidFill>
              <a:srgbClr val="002060"/>
            </a:solidFill>
            <a:prstDash val="solid"/>
            <a:miter lim="800000"/>
            <a:headEnd len="sm" w="sm" type="none"/>
            <a:tailEnd len="sm" w="sm" type="none"/>
          </a:ln>
        </p:spPr>
      </p:cxnSp>
      <p:grpSp>
        <p:nvGrpSpPr>
          <p:cNvPr id="817" name="Google Shape;817;p38"/>
          <p:cNvGrpSpPr/>
          <p:nvPr/>
        </p:nvGrpSpPr>
        <p:grpSpPr>
          <a:xfrm>
            <a:off x="7512122" y="3579507"/>
            <a:ext cx="3099000" cy="1379371"/>
            <a:chOff x="7512122" y="3579507"/>
            <a:chExt cx="3099000" cy="1379371"/>
          </a:xfrm>
        </p:grpSpPr>
        <p:grpSp>
          <p:nvGrpSpPr>
            <p:cNvPr id="818" name="Google Shape;818;p38"/>
            <p:cNvGrpSpPr/>
            <p:nvPr/>
          </p:nvGrpSpPr>
          <p:grpSpPr>
            <a:xfrm>
              <a:off x="7512122" y="3579507"/>
              <a:ext cx="3099000" cy="1379371"/>
              <a:chOff x="7512122" y="3579507"/>
              <a:chExt cx="3099000" cy="1379371"/>
            </a:xfrm>
          </p:grpSpPr>
          <p:sp>
            <p:nvSpPr>
              <p:cNvPr id="819" name="Google Shape;819;p38"/>
              <p:cNvSpPr txBox="1"/>
              <p:nvPr/>
            </p:nvSpPr>
            <p:spPr>
              <a:xfrm>
                <a:off x="8238638" y="3579507"/>
                <a:ext cx="2372484" cy="70788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Utilizado en diagnostico también</a:t>
                </a:r>
                <a:endParaRPr/>
              </a:p>
            </p:txBody>
          </p:sp>
          <p:cxnSp>
            <p:nvCxnSpPr>
              <p:cNvPr id="820" name="Google Shape;820;p38"/>
              <p:cNvCxnSpPr/>
              <p:nvPr/>
            </p:nvCxnSpPr>
            <p:spPr>
              <a:xfrm>
                <a:off x="7512122" y="4958878"/>
                <a:ext cx="370901" cy="0"/>
              </a:xfrm>
              <a:prstGeom prst="straightConnector1">
                <a:avLst/>
              </a:prstGeom>
              <a:noFill/>
              <a:ln cap="flat" cmpd="sng" w="28575">
                <a:solidFill>
                  <a:srgbClr val="002060"/>
                </a:solidFill>
                <a:prstDash val="solid"/>
                <a:miter lim="800000"/>
                <a:headEnd len="sm" w="sm" type="none"/>
                <a:tailEnd len="sm" w="sm" type="none"/>
              </a:ln>
            </p:spPr>
          </p:cxnSp>
          <p:cxnSp>
            <p:nvCxnSpPr>
              <p:cNvPr id="821" name="Google Shape;821;p38"/>
              <p:cNvCxnSpPr/>
              <p:nvPr/>
            </p:nvCxnSpPr>
            <p:spPr>
              <a:xfrm rot="10800000">
                <a:off x="7878937" y="3915712"/>
                <a:ext cx="0" cy="1043166"/>
              </a:xfrm>
              <a:prstGeom prst="straightConnector1">
                <a:avLst/>
              </a:prstGeom>
              <a:noFill/>
              <a:ln cap="flat" cmpd="sng" w="28575">
                <a:solidFill>
                  <a:srgbClr val="002060"/>
                </a:solidFill>
                <a:prstDash val="solid"/>
                <a:miter lim="800000"/>
                <a:headEnd len="sm" w="sm" type="none"/>
                <a:tailEnd len="sm" w="sm" type="none"/>
              </a:ln>
            </p:spPr>
          </p:cxnSp>
        </p:grpSp>
        <p:cxnSp>
          <p:nvCxnSpPr>
            <p:cNvPr id="822" name="Google Shape;822;p38"/>
            <p:cNvCxnSpPr>
              <a:endCxn id="819" idx="1"/>
            </p:cNvCxnSpPr>
            <p:nvPr/>
          </p:nvCxnSpPr>
          <p:spPr>
            <a:xfrm>
              <a:off x="7865138" y="3902550"/>
              <a:ext cx="373500" cy="3090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823" name="Google Shape;823;p38"/>
          <p:cNvGrpSpPr/>
          <p:nvPr/>
        </p:nvGrpSpPr>
        <p:grpSpPr>
          <a:xfrm>
            <a:off x="7878937" y="4557131"/>
            <a:ext cx="3497996" cy="1015663"/>
            <a:chOff x="7878937" y="4557131"/>
            <a:chExt cx="3497996" cy="1015663"/>
          </a:xfrm>
        </p:grpSpPr>
        <p:sp>
          <p:nvSpPr>
            <p:cNvPr id="824" name="Google Shape;824;p38"/>
            <p:cNvSpPr txBox="1"/>
            <p:nvPr/>
          </p:nvSpPr>
          <p:spPr>
            <a:xfrm>
              <a:off x="8238639" y="4557131"/>
              <a:ext cx="3138294" cy="101566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Utilizado para conocer respuesta temporal de sensores</a:t>
              </a:r>
              <a:endParaRPr/>
            </a:p>
          </p:txBody>
        </p:sp>
        <p:cxnSp>
          <p:nvCxnSpPr>
            <p:cNvPr id="825" name="Google Shape;825;p38"/>
            <p:cNvCxnSpPr/>
            <p:nvPr/>
          </p:nvCxnSpPr>
          <p:spPr>
            <a:xfrm>
              <a:off x="7878937" y="4958878"/>
              <a:ext cx="373615" cy="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826" name="Google Shape;826;p38"/>
          <p:cNvGrpSpPr/>
          <p:nvPr/>
        </p:nvGrpSpPr>
        <p:grpSpPr>
          <a:xfrm>
            <a:off x="3695379" y="1827795"/>
            <a:ext cx="3326711" cy="2040868"/>
            <a:chOff x="3695379" y="1827795"/>
            <a:chExt cx="3326711" cy="2040868"/>
          </a:xfrm>
        </p:grpSpPr>
        <p:cxnSp>
          <p:nvCxnSpPr>
            <p:cNvPr id="827" name="Google Shape;827;p38"/>
            <p:cNvCxnSpPr>
              <a:stCxn id="811" idx="3"/>
            </p:cNvCxnSpPr>
            <p:nvPr/>
          </p:nvCxnSpPr>
          <p:spPr>
            <a:xfrm flipH="1" rot="10800000">
              <a:off x="3695379" y="3837763"/>
              <a:ext cx="459600" cy="30900"/>
            </a:xfrm>
            <a:prstGeom prst="straightConnector1">
              <a:avLst/>
            </a:prstGeom>
            <a:noFill/>
            <a:ln cap="flat" cmpd="sng" w="28575">
              <a:solidFill>
                <a:srgbClr val="002060"/>
              </a:solidFill>
              <a:prstDash val="solid"/>
              <a:miter lim="800000"/>
              <a:headEnd len="sm" w="sm" type="none"/>
              <a:tailEnd len="sm" w="sm" type="none"/>
            </a:ln>
          </p:spPr>
        </p:cxnSp>
        <p:cxnSp>
          <p:nvCxnSpPr>
            <p:cNvPr id="828" name="Google Shape;828;p38"/>
            <p:cNvCxnSpPr/>
            <p:nvPr/>
          </p:nvCxnSpPr>
          <p:spPr>
            <a:xfrm rot="10800000">
              <a:off x="4150939" y="2794719"/>
              <a:ext cx="0" cy="1043166"/>
            </a:xfrm>
            <a:prstGeom prst="straightConnector1">
              <a:avLst/>
            </a:prstGeom>
            <a:noFill/>
            <a:ln cap="flat" cmpd="sng" w="28575">
              <a:solidFill>
                <a:srgbClr val="002060"/>
              </a:solidFill>
              <a:prstDash val="solid"/>
              <a:miter lim="800000"/>
              <a:headEnd len="sm" w="sm" type="none"/>
              <a:tailEnd len="sm" w="sm" type="none"/>
            </a:ln>
          </p:spPr>
        </p:cxnSp>
        <p:grpSp>
          <p:nvGrpSpPr>
            <p:cNvPr id="829" name="Google Shape;829;p38"/>
            <p:cNvGrpSpPr/>
            <p:nvPr/>
          </p:nvGrpSpPr>
          <p:grpSpPr>
            <a:xfrm>
              <a:off x="4150939" y="1827795"/>
              <a:ext cx="2871151" cy="1913990"/>
              <a:chOff x="4150939" y="1827795"/>
              <a:chExt cx="2871151" cy="1913990"/>
            </a:xfrm>
          </p:grpSpPr>
          <p:pic>
            <p:nvPicPr>
              <p:cNvPr id="830" name="Google Shape;830;p38"/>
              <p:cNvPicPr preferRelativeResize="0"/>
              <p:nvPr/>
            </p:nvPicPr>
            <p:blipFill rotWithShape="1">
              <a:blip r:embed="rId4">
                <a:alphaModFix/>
              </a:blip>
              <a:srcRect b="0" l="0" r="0" t="0"/>
              <a:stretch/>
            </p:blipFill>
            <p:spPr>
              <a:xfrm>
                <a:off x="5300980" y="1827795"/>
                <a:ext cx="1721110" cy="1913990"/>
              </a:xfrm>
              <a:prstGeom prst="rect">
                <a:avLst/>
              </a:prstGeom>
              <a:noFill/>
              <a:ln cap="flat" cmpd="sng" w="12700">
                <a:solidFill>
                  <a:schemeClr val="dk1"/>
                </a:solidFill>
                <a:prstDash val="solid"/>
                <a:round/>
                <a:headEnd len="sm" w="sm" type="none"/>
                <a:tailEnd len="sm" w="sm" type="none"/>
              </a:ln>
            </p:spPr>
          </p:pic>
          <p:cxnSp>
            <p:nvCxnSpPr>
              <p:cNvPr id="831" name="Google Shape;831;p38"/>
              <p:cNvCxnSpPr/>
              <p:nvPr/>
            </p:nvCxnSpPr>
            <p:spPr>
              <a:xfrm>
                <a:off x="4150939" y="2794719"/>
                <a:ext cx="1150041" cy="0"/>
              </a:xfrm>
              <a:prstGeom prst="straightConnector1">
                <a:avLst/>
              </a:prstGeom>
              <a:noFill/>
              <a:ln cap="flat" cmpd="sng" w="28575">
                <a:solidFill>
                  <a:srgbClr val="002060"/>
                </a:solidFill>
                <a:prstDash val="solid"/>
                <a:miter lim="800000"/>
                <a:headEnd len="sm" w="sm" type="none"/>
                <a:tailEnd len="med" w="med" type="triangle"/>
              </a:ln>
            </p:spPr>
          </p:cxnSp>
        </p:grpSp>
      </p:grpSp>
      <p:grpSp>
        <p:nvGrpSpPr>
          <p:cNvPr id="832" name="Google Shape;832;p38"/>
          <p:cNvGrpSpPr/>
          <p:nvPr/>
        </p:nvGrpSpPr>
        <p:grpSpPr>
          <a:xfrm>
            <a:off x="7022089" y="2447212"/>
            <a:ext cx="3505195" cy="1015663"/>
            <a:chOff x="7022089" y="2447212"/>
            <a:chExt cx="3505195" cy="1015663"/>
          </a:xfrm>
        </p:grpSpPr>
        <p:sp>
          <p:nvSpPr>
            <p:cNvPr id="833" name="Google Shape;833;p38"/>
            <p:cNvSpPr txBox="1"/>
            <p:nvPr/>
          </p:nvSpPr>
          <p:spPr>
            <a:xfrm>
              <a:off x="7613780" y="2447212"/>
              <a:ext cx="2913504" cy="101566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Utilizado fundamentalmente la etapa de diagnostico</a:t>
              </a:r>
              <a:endParaRPr/>
            </a:p>
          </p:txBody>
        </p:sp>
        <p:cxnSp>
          <p:nvCxnSpPr>
            <p:cNvPr id="834" name="Google Shape;834;p38"/>
            <p:cNvCxnSpPr/>
            <p:nvPr/>
          </p:nvCxnSpPr>
          <p:spPr>
            <a:xfrm>
              <a:off x="7022089" y="2784790"/>
              <a:ext cx="591691" cy="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835" name="Google Shape;835;p38"/>
          <p:cNvGrpSpPr/>
          <p:nvPr/>
        </p:nvGrpSpPr>
        <p:grpSpPr>
          <a:xfrm>
            <a:off x="7865023" y="4950586"/>
            <a:ext cx="3411854" cy="1747126"/>
            <a:chOff x="7865023" y="4950586"/>
            <a:chExt cx="3411854" cy="1747126"/>
          </a:xfrm>
        </p:grpSpPr>
        <p:sp>
          <p:nvSpPr>
            <p:cNvPr id="836" name="Google Shape;836;p38"/>
            <p:cNvSpPr txBox="1"/>
            <p:nvPr/>
          </p:nvSpPr>
          <p:spPr>
            <a:xfrm>
              <a:off x="8238638" y="5682049"/>
              <a:ext cx="3038239" cy="101566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Utilizado para adquisición de datos necesarios para un, posterior, control</a:t>
              </a:r>
              <a:endParaRPr/>
            </a:p>
          </p:txBody>
        </p:sp>
        <p:cxnSp>
          <p:nvCxnSpPr>
            <p:cNvPr id="837" name="Google Shape;837;p38"/>
            <p:cNvCxnSpPr/>
            <p:nvPr/>
          </p:nvCxnSpPr>
          <p:spPr>
            <a:xfrm>
              <a:off x="7865023" y="5993752"/>
              <a:ext cx="373615" cy="0"/>
            </a:xfrm>
            <a:prstGeom prst="straightConnector1">
              <a:avLst/>
            </a:prstGeom>
            <a:noFill/>
            <a:ln cap="flat" cmpd="sng" w="28575">
              <a:solidFill>
                <a:srgbClr val="002060"/>
              </a:solidFill>
              <a:prstDash val="solid"/>
              <a:miter lim="800000"/>
              <a:headEnd len="sm" w="sm" type="none"/>
              <a:tailEnd len="med" w="med" type="triangle"/>
            </a:ln>
          </p:spPr>
        </p:cxnSp>
        <p:cxnSp>
          <p:nvCxnSpPr>
            <p:cNvPr id="838" name="Google Shape;838;p38"/>
            <p:cNvCxnSpPr/>
            <p:nvPr/>
          </p:nvCxnSpPr>
          <p:spPr>
            <a:xfrm rot="10800000">
              <a:off x="7878937" y="4950586"/>
              <a:ext cx="0" cy="1043166"/>
            </a:xfrm>
            <a:prstGeom prst="straightConnector1">
              <a:avLst/>
            </a:prstGeom>
            <a:noFill/>
            <a:ln cap="flat" cmpd="sng" w="28575">
              <a:solidFill>
                <a:srgbClr val="002060"/>
              </a:solidFill>
              <a:prstDash val="solid"/>
              <a:miter lim="800000"/>
              <a:headEnd len="sm" w="sm" type="none"/>
              <a:tailEnd len="sm" w="sm" type="none"/>
            </a:ln>
          </p:spPr>
        </p:cxn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26"/>
                                        </p:tgtEl>
                                        <p:attrNameLst>
                                          <p:attrName>style.visibility</p:attrName>
                                        </p:attrNameLst>
                                      </p:cBhvr>
                                      <p:to>
                                        <p:strVal val="visible"/>
                                      </p:to>
                                    </p:set>
                                    <p:anim calcmode="lin" valueType="num">
                                      <p:cBhvr additive="base">
                                        <p:cTn dur="500"/>
                                        <p:tgtEl>
                                          <p:spTgt spid="826"/>
                                        </p:tgtEl>
                                        <p:attrNameLst>
                                          <p:attrName>ppt_w</p:attrName>
                                        </p:attrNameLst>
                                      </p:cBhvr>
                                      <p:tavLst>
                                        <p:tav fmla="" tm="0">
                                          <p:val>
                                            <p:strVal val="0"/>
                                          </p:val>
                                        </p:tav>
                                        <p:tav fmla="" tm="100000">
                                          <p:val>
                                            <p:strVal val="#ppt_w"/>
                                          </p:val>
                                        </p:tav>
                                      </p:tavLst>
                                    </p:anim>
                                    <p:anim calcmode="lin" valueType="num">
                                      <p:cBhvr additive="base">
                                        <p:cTn dur="500"/>
                                        <p:tgtEl>
                                          <p:spTgt spid="82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500"/>
                                        <p:tgtEl>
                                          <p:spTgt spid="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500"/>
                                        <p:tgtEl>
                                          <p:spTgt spid="8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500"/>
                                        <p:tgtEl>
                                          <p:spTgt spid="8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500"/>
                                        <p:tgtEl>
                                          <p:spTgt spid="8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500"/>
                                        <p:tgtEl>
                                          <p:spTgt spid="8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39"/>
          <p:cNvSpPr txBox="1"/>
          <p:nvPr>
            <p:ph type="title"/>
          </p:nvPr>
        </p:nvSpPr>
        <p:spPr>
          <a:xfrm>
            <a:off x="838200" y="35925"/>
            <a:ext cx="10515600" cy="92936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Instrumentos de medida - Osciloscopio </a:t>
            </a:r>
            <a:endParaRPr/>
          </a:p>
        </p:txBody>
      </p:sp>
      <p:sp>
        <p:nvSpPr>
          <p:cNvPr id="845" name="Google Shape;845;p39"/>
          <p:cNvSpPr txBox="1"/>
          <p:nvPr>
            <p:ph idx="1" type="body"/>
          </p:nvPr>
        </p:nvSpPr>
        <p:spPr>
          <a:xfrm>
            <a:off x="1281294" y="809359"/>
            <a:ext cx="8285480" cy="68389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s-BO"/>
              <a:t>El osciloscopio se uso para comprobar la respuesta de cada sensor (switches) y para hallar un función de transferencia con datos experimentales.</a:t>
            </a:r>
            <a:endParaRPr/>
          </a:p>
        </p:txBody>
      </p:sp>
      <p:grpSp>
        <p:nvGrpSpPr>
          <p:cNvPr id="846" name="Google Shape;846;p39"/>
          <p:cNvGrpSpPr/>
          <p:nvPr/>
        </p:nvGrpSpPr>
        <p:grpSpPr>
          <a:xfrm>
            <a:off x="1825314" y="1690828"/>
            <a:ext cx="4525813" cy="1874079"/>
            <a:chOff x="2214879" y="2373440"/>
            <a:chExt cx="4714225" cy="1884870"/>
          </a:xfrm>
        </p:grpSpPr>
        <p:pic>
          <p:nvPicPr>
            <p:cNvPr id="847" name="Google Shape;847;p39"/>
            <p:cNvPicPr preferRelativeResize="0"/>
            <p:nvPr/>
          </p:nvPicPr>
          <p:blipFill rotWithShape="1">
            <a:blip r:embed="rId3">
              <a:alphaModFix/>
            </a:blip>
            <a:srcRect b="0" l="0" r="0" t="2597"/>
            <a:stretch/>
          </p:blipFill>
          <p:spPr>
            <a:xfrm>
              <a:off x="5476253" y="3208020"/>
              <a:ext cx="1452851" cy="1050290"/>
            </a:xfrm>
            <a:prstGeom prst="rect">
              <a:avLst/>
            </a:prstGeom>
            <a:noFill/>
            <a:ln>
              <a:noFill/>
            </a:ln>
          </p:spPr>
        </p:pic>
        <p:pic>
          <p:nvPicPr>
            <p:cNvPr id="848" name="Google Shape;848;p39"/>
            <p:cNvPicPr preferRelativeResize="0"/>
            <p:nvPr/>
          </p:nvPicPr>
          <p:blipFill rotWithShape="1">
            <a:blip r:embed="rId4">
              <a:alphaModFix/>
            </a:blip>
            <a:srcRect b="55793" l="68782" r="-674" t="4657"/>
            <a:stretch/>
          </p:blipFill>
          <p:spPr>
            <a:xfrm>
              <a:off x="2214879" y="2373440"/>
              <a:ext cx="2611121" cy="1436116"/>
            </a:xfrm>
            <a:prstGeom prst="rect">
              <a:avLst/>
            </a:prstGeom>
            <a:noFill/>
            <a:ln>
              <a:noFill/>
            </a:ln>
          </p:spPr>
        </p:pic>
        <p:cxnSp>
          <p:nvCxnSpPr>
            <p:cNvPr id="849" name="Google Shape;849;p39"/>
            <p:cNvCxnSpPr/>
            <p:nvPr/>
          </p:nvCxnSpPr>
          <p:spPr>
            <a:xfrm>
              <a:off x="3817620" y="3809556"/>
              <a:ext cx="1798320" cy="0"/>
            </a:xfrm>
            <a:prstGeom prst="straightConnector1">
              <a:avLst/>
            </a:prstGeom>
            <a:noFill/>
            <a:ln cap="flat" cmpd="sng" w="19050">
              <a:solidFill>
                <a:schemeClr val="dk1"/>
              </a:solidFill>
              <a:prstDash val="solid"/>
              <a:miter lim="800000"/>
              <a:headEnd len="sm" w="sm" type="none"/>
              <a:tailEnd len="sm" w="sm" type="none"/>
            </a:ln>
          </p:spPr>
        </p:cxnSp>
      </p:grpSp>
      <p:sp>
        <p:nvSpPr>
          <p:cNvPr id="850" name="Google Shape;850;p39"/>
          <p:cNvSpPr txBox="1"/>
          <p:nvPr/>
        </p:nvSpPr>
        <p:spPr>
          <a:xfrm>
            <a:off x="1784674" y="3625771"/>
            <a:ext cx="468475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Nota: Esquema únicamente de ejemplificación conceptual</a:t>
            </a:r>
            <a:endParaRPr/>
          </a:p>
        </p:txBody>
      </p:sp>
      <p:sp>
        <p:nvSpPr>
          <p:cNvPr id="851" name="Google Shape;851;p39"/>
          <p:cNvSpPr/>
          <p:nvPr/>
        </p:nvSpPr>
        <p:spPr>
          <a:xfrm>
            <a:off x="1744035" y="1690828"/>
            <a:ext cx="4766036" cy="2656065"/>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52" name="Google Shape;852;p39"/>
          <p:cNvGrpSpPr/>
          <p:nvPr/>
        </p:nvGrpSpPr>
        <p:grpSpPr>
          <a:xfrm>
            <a:off x="6510070" y="1807879"/>
            <a:ext cx="3809665" cy="1816431"/>
            <a:chOff x="6510071" y="2031513"/>
            <a:chExt cx="3809665" cy="1816431"/>
          </a:xfrm>
        </p:grpSpPr>
        <p:sp>
          <p:nvSpPr>
            <p:cNvPr id="853" name="Google Shape;853;p39"/>
            <p:cNvSpPr/>
            <p:nvPr/>
          </p:nvSpPr>
          <p:spPr>
            <a:xfrm>
              <a:off x="7170136" y="2383713"/>
              <a:ext cx="3149600" cy="1464231"/>
            </a:xfrm>
            <a:prstGeom prst="round2DiagRect">
              <a:avLst>
                <a:gd fmla="val 16667" name="adj1"/>
                <a:gd fmla="val 0" name="adj2"/>
              </a:avLst>
            </a:prstGeom>
            <a:noFill/>
            <a:ln cap="flat" cmpd="sng" w="2857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 todos los sensores: son todos a tres hilos, dos de alimentación (todos a 24 V DC) y un hilo de señal.</a:t>
              </a:r>
              <a:endParaRPr/>
            </a:p>
          </p:txBody>
        </p:sp>
        <p:cxnSp>
          <p:nvCxnSpPr>
            <p:cNvPr id="854" name="Google Shape;854;p39"/>
            <p:cNvCxnSpPr/>
            <p:nvPr/>
          </p:nvCxnSpPr>
          <p:spPr>
            <a:xfrm>
              <a:off x="6510071" y="2041538"/>
              <a:ext cx="2133600" cy="0"/>
            </a:xfrm>
            <a:prstGeom prst="straightConnector1">
              <a:avLst/>
            </a:prstGeom>
            <a:noFill/>
            <a:ln cap="flat" cmpd="sng" w="28575">
              <a:solidFill>
                <a:schemeClr val="accent1"/>
              </a:solidFill>
              <a:prstDash val="solid"/>
              <a:miter lim="800000"/>
              <a:headEnd len="sm" w="sm" type="none"/>
              <a:tailEnd len="sm" w="sm" type="none"/>
            </a:ln>
          </p:spPr>
        </p:cxnSp>
        <p:cxnSp>
          <p:nvCxnSpPr>
            <p:cNvPr id="855" name="Google Shape;855;p39"/>
            <p:cNvCxnSpPr>
              <a:endCxn id="853" idx="3"/>
            </p:cNvCxnSpPr>
            <p:nvPr/>
          </p:nvCxnSpPr>
          <p:spPr>
            <a:xfrm>
              <a:off x="8653736" y="2031513"/>
              <a:ext cx="91200" cy="352200"/>
            </a:xfrm>
            <a:prstGeom prst="straightConnector1">
              <a:avLst/>
            </a:prstGeom>
            <a:noFill/>
            <a:ln cap="flat" cmpd="sng" w="28575">
              <a:solidFill>
                <a:schemeClr val="accent1"/>
              </a:solidFill>
              <a:prstDash val="solid"/>
              <a:miter lim="800000"/>
              <a:headEnd len="sm" w="sm" type="none"/>
              <a:tailEnd len="med" w="med" type="triangle"/>
            </a:ln>
          </p:spPr>
        </p:cxnSp>
      </p:grpSp>
      <p:grpSp>
        <p:nvGrpSpPr>
          <p:cNvPr id="856" name="Google Shape;856;p39"/>
          <p:cNvGrpSpPr/>
          <p:nvPr/>
        </p:nvGrpSpPr>
        <p:grpSpPr>
          <a:xfrm>
            <a:off x="7297648" y="3624310"/>
            <a:ext cx="3149600" cy="3062884"/>
            <a:chOff x="7170136" y="3769352"/>
            <a:chExt cx="3149600" cy="3062884"/>
          </a:xfrm>
        </p:grpSpPr>
        <p:sp>
          <p:nvSpPr>
            <p:cNvPr id="857" name="Google Shape;857;p39"/>
            <p:cNvSpPr/>
            <p:nvPr/>
          </p:nvSpPr>
          <p:spPr>
            <a:xfrm>
              <a:off x="7170136" y="4005930"/>
              <a:ext cx="3149600" cy="2826306"/>
            </a:xfrm>
            <a:prstGeom prst="round2DiagRect">
              <a:avLst>
                <a:gd fmla="val 16667" name="adj1"/>
                <a:gd fmla="val 0" name="adj2"/>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Con la sonda se “lee” el hilo de señal del sensor.</a:t>
              </a:r>
              <a:endParaRPr/>
            </a:p>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GND del sensor se conecta al común (común entre sensores y el PLC, que se encuentra en todos los casos etiquetado como 1M, 2M, …)</a:t>
              </a:r>
              <a:endParaRPr/>
            </a:p>
          </p:txBody>
        </p:sp>
        <p:cxnSp>
          <p:nvCxnSpPr>
            <p:cNvPr id="858" name="Google Shape;858;p39"/>
            <p:cNvCxnSpPr>
              <a:stCxn id="853" idx="1"/>
              <a:endCxn id="857" idx="3"/>
            </p:cNvCxnSpPr>
            <p:nvPr/>
          </p:nvCxnSpPr>
          <p:spPr>
            <a:xfrm>
              <a:off x="8617423" y="3769352"/>
              <a:ext cx="127500" cy="236700"/>
            </a:xfrm>
            <a:prstGeom prst="straightConnector1">
              <a:avLst/>
            </a:prstGeom>
            <a:noFill/>
            <a:ln cap="flat" cmpd="sng" w="28575">
              <a:solidFill>
                <a:schemeClr val="accent1"/>
              </a:solidFill>
              <a:prstDash val="solid"/>
              <a:miter lim="800000"/>
              <a:headEnd len="sm" w="sm" type="none"/>
              <a:tailEnd len="med" w="med" type="triangle"/>
            </a:ln>
          </p:spPr>
        </p:cxnSp>
      </p:grpSp>
      <p:grpSp>
        <p:nvGrpSpPr>
          <p:cNvPr id="859" name="Google Shape;859;p39"/>
          <p:cNvGrpSpPr/>
          <p:nvPr/>
        </p:nvGrpSpPr>
        <p:grpSpPr>
          <a:xfrm>
            <a:off x="1281294" y="4682935"/>
            <a:ext cx="6161252" cy="1791642"/>
            <a:chOff x="1281294" y="4682935"/>
            <a:chExt cx="6161252" cy="1791642"/>
          </a:xfrm>
        </p:grpSpPr>
        <p:pic>
          <p:nvPicPr>
            <p:cNvPr id="860" name="Google Shape;860;p39"/>
            <p:cNvPicPr preferRelativeResize="0"/>
            <p:nvPr/>
          </p:nvPicPr>
          <p:blipFill rotWithShape="1">
            <a:blip r:embed="rId5">
              <a:alphaModFix/>
            </a:blip>
            <a:srcRect b="0" l="0" r="0" t="0"/>
            <a:stretch/>
          </p:blipFill>
          <p:spPr>
            <a:xfrm>
              <a:off x="1281294" y="4682935"/>
              <a:ext cx="4626915" cy="1685405"/>
            </a:xfrm>
            <a:prstGeom prst="rect">
              <a:avLst/>
            </a:prstGeom>
            <a:noFill/>
            <a:ln cap="flat" cmpd="sng" w="38100">
              <a:solidFill>
                <a:srgbClr val="0070C0"/>
              </a:solidFill>
              <a:prstDash val="solid"/>
              <a:round/>
              <a:headEnd len="sm" w="sm" type="none"/>
              <a:tailEnd len="sm" w="sm" type="none"/>
            </a:ln>
          </p:spPr>
        </p:pic>
        <p:cxnSp>
          <p:nvCxnSpPr>
            <p:cNvPr id="861" name="Google Shape;861;p39"/>
            <p:cNvCxnSpPr>
              <a:stCxn id="857" idx="2"/>
              <a:endCxn id="860" idx="3"/>
            </p:cNvCxnSpPr>
            <p:nvPr/>
          </p:nvCxnSpPr>
          <p:spPr>
            <a:xfrm flipH="1">
              <a:off x="5908348" y="5274041"/>
              <a:ext cx="1389300" cy="251700"/>
            </a:xfrm>
            <a:prstGeom prst="straightConnector1">
              <a:avLst/>
            </a:prstGeom>
            <a:noFill/>
            <a:ln cap="flat" cmpd="sng" w="19050">
              <a:solidFill>
                <a:schemeClr val="accent1"/>
              </a:solidFill>
              <a:prstDash val="solid"/>
              <a:miter lim="800000"/>
              <a:headEnd len="sm" w="sm" type="none"/>
              <a:tailEnd len="med" w="med" type="triangle"/>
            </a:ln>
          </p:spPr>
        </p:cxnSp>
        <p:sp>
          <p:nvSpPr>
            <p:cNvPr id="862" name="Google Shape;862;p39"/>
            <p:cNvSpPr txBox="1"/>
            <p:nvPr/>
          </p:nvSpPr>
          <p:spPr>
            <a:xfrm>
              <a:off x="5949025" y="5458914"/>
              <a:ext cx="1493521"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000"/>
                <a:buFont typeface="Times New Roman"/>
                <a:buNone/>
              </a:pPr>
              <a:r>
                <a:rPr b="0" i="0" lang="es-BO" sz="2000" u="none" cap="none" strike="noStrike">
                  <a:solidFill>
                    <a:srgbClr val="002060"/>
                  </a:solidFill>
                  <a:latin typeface="Times New Roman"/>
                  <a:ea typeface="Times New Roman"/>
                  <a:cs typeface="Times New Roman"/>
                  <a:sym typeface="Times New Roman"/>
                </a:rPr>
                <a:t>Ejemplo de medición</a:t>
              </a:r>
              <a:br>
                <a:rPr b="0" i="0" lang="es-BO" sz="2000" u="none" cap="none" strike="noStrike">
                  <a:solidFill>
                    <a:srgbClr val="002060"/>
                  </a:solidFill>
                  <a:latin typeface="Times New Roman"/>
                  <a:ea typeface="Times New Roman"/>
                  <a:cs typeface="Times New Roman"/>
                  <a:sym typeface="Times New Roman"/>
                </a:rPr>
              </a:br>
              <a:r>
                <a:rPr b="0" i="0" lang="es-BO" sz="2000" u="none" cap="none" strike="noStrike">
                  <a:solidFill>
                    <a:srgbClr val="002060"/>
                  </a:solidFill>
                  <a:latin typeface="Times New Roman"/>
                  <a:ea typeface="Times New Roman"/>
                  <a:cs typeface="Times New Roman"/>
                  <a:sym typeface="Times New Roman"/>
                </a:rPr>
                <a:t>realizada</a:t>
              </a:r>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6"/>
                                        </p:tgtEl>
                                        <p:attrNameLst>
                                          <p:attrName>style.visibility</p:attrName>
                                        </p:attrNameLst>
                                      </p:cBhvr>
                                      <p:to>
                                        <p:strVal val="visible"/>
                                      </p:to>
                                    </p:set>
                                    <p:anim calcmode="lin" valueType="num">
                                      <p:cBhvr additive="base">
                                        <p:cTn dur="500"/>
                                        <p:tgtEl>
                                          <p:spTgt spid="846"/>
                                        </p:tgtEl>
                                        <p:attrNameLst>
                                          <p:attrName>ppt_w</p:attrName>
                                        </p:attrNameLst>
                                      </p:cBhvr>
                                      <p:tavLst>
                                        <p:tav fmla="" tm="0">
                                          <p:val>
                                            <p:strVal val="0"/>
                                          </p:val>
                                        </p:tav>
                                        <p:tav fmla="" tm="100000">
                                          <p:val>
                                            <p:strVal val="#ppt_w"/>
                                          </p:val>
                                        </p:tav>
                                      </p:tavLst>
                                    </p:anim>
                                    <p:anim calcmode="lin" valueType="num">
                                      <p:cBhvr additive="base">
                                        <p:cTn dur="500"/>
                                        <p:tgtEl>
                                          <p:spTgt spid="84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50"/>
                                        </p:tgtEl>
                                        <p:attrNameLst>
                                          <p:attrName>style.visibility</p:attrName>
                                        </p:attrNameLst>
                                      </p:cBhvr>
                                      <p:to>
                                        <p:strVal val="visible"/>
                                      </p:to>
                                    </p:set>
                                    <p:anim calcmode="lin" valueType="num">
                                      <p:cBhvr additive="base">
                                        <p:cTn dur="500"/>
                                        <p:tgtEl>
                                          <p:spTgt spid="850"/>
                                        </p:tgtEl>
                                        <p:attrNameLst>
                                          <p:attrName>ppt_w</p:attrName>
                                        </p:attrNameLst>
                                      </p:cBhvr>
                                      <p:tavLst>
                                        <p:tav fmla="" tm="0">
                                          <p:val>
                                            <p:strVal val="0"/>
                                          </p:val>
                                        </p:tav>
                                        <p:tav fmla="" tm="100000">
                                          <p:val>
                                            <p:strVal val="#ppt_w"/>
                                          </p:val>
                                        </p:tav>
                                      </p:tavLst>
                                    </p:anim>
                                    <p:anim calcmode="lin" valueType="num">
                                      <p:cBhvr additive="base">
                                        <p:cTn dur="500"/>
                                        <p:tgtEl>
                                          <p:spTgt spid="85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51"/>
                                        </p:tgtEl>
                                        <p:attrNameLst>
                                          <p:attrName>style.visibility</p:attrName>
                                        </p:attrNameLst>
                                      </p:cBhvr>
                                      <p:to>
                                        <p:strVal val="visible"/>
                                      </p:to>
                                    </p:set>
                                    <p:anim calcmode="lin" valueType="num">
                                      <p:cBhvr additive="base">
                                        <p:cTn dur="500"/>
                                        <p:tgtEl>
                                          <p:spTgt spid="851"/>
                                        </p:tgtEl>
                                        <p:attrNameLst>
                                          <p:attrName>ppt_w</p:attrName>
                                        </p:attrNameLst>
                                      </p:cBhvr>
                                      <p:tavLst>
                                        <p:tav fmla="" tm="0">
                                          <p:val>
                                            <p:strVal val="0"/>
                                          </p:val>
                                        </p:tav>
                                        <p:tav fmla="" tm="100000">
                                          <p:val>
                                            <p:strVal val="#ppt_w"/>
                                          </p:val>
                                        </p:tav>
                                      </p:tavLst>
                                    </p:anim>
                                    <p:anim calcmode="lin" valueType="num">
                                      <p:cBhvr additive="base">
                                        <p:cTn dur="500"/>
                                        <p:tgtEl>
                                          <p:spTgt spid="85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1000"/>
                                        <p:tgtEl>
                                          <p:spTgt spid="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6"/>
                                        </p:tgtEl>
                                        <p:attrNameLst>
                                          <p:attrName>style.visibility</p:attrName>
                                        </p:attrNameLst>
                                      </p:cBhvr>
                                      <p:to>
                                        <p:strVal val="visible"/>
                                      </p:to>
                                    </p:set>
                                    <p:anim calcmode="lin" valueType="num">
                                      <p:cBhvr additive="base">
                                        <p:cTn dur="500"/>
                                        <p:tgtEl>
                                          <p:spTgt spid="85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59"/>
                                        </p:tgtEl>
                                        <p:attrNameLst>
                                          <p:attrName>style.visibility</p:attrName>
                                        </p:attrNameLst>
                                      </p:cBhvr>
                                      <p:to>
                                        <p:strVal val="visible"/>
                                      </p:to>
                                    </p:set>
                                    <p:anim calcmode="lin" valueType="num">
                                      <p:cBhvr additive="base">
                                        <p:cTn dur="500"/>
                                        <p:tgtEl>
                                          <p:spTgt spid="859"/>
                                        </p:tgtEl>
                                        <p:attrNameLst>
                                          <p:attrName>ppt_w</p:attrName>
                                        </p:attrNameLst>
                                      </p:cBhvr>
                                      <p:tavLst>
                                        <p:tav fmla="" tm="0">
                                          <p:val>
                                            <p:strVal val="0"/>
                                          </p:val>
                                        </p:tav>
                                        <p:tav fmla="" tm="100000">
                                          <p:val>
                                            <p:strVal val="#ppt_w"/>
                                          </p:val>
                                        </p:tav>
                                      </p:tavLst>
                                    </p:anim>
                                    <p:anim calcmode="lin" valueType="num">
                                      <p:cBhvr additive="base">
                                        <p:cTn dur="500"/>
                                        <p:tgtEl>
                                          <p:spTgt spid="85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Instrumentos de medida - Multímetro </a:t>
            </a:r>
            <a:endParaRPr b="1"/>
          </a:p>
        </p:txBody>
      </p:sp>
      <p:pic>
        <p:nvPicPr>
          <p:cNvPr id="869" name="Google Shape;869;p40"/>
          <p:cNvPicPr preferRelativeResize="0"/>
          <p:nvPr/>
        </p:nvPicPr>
        <p:blipFill rotWithShape="1">
          <a:blip r:embed="rId3">
            <a:alphaModFix/>
          </a:blip>
          <a:srcRect b="0" l="0" r="0" t="0"/>
          <a:stretch/>
        </p:blipFill>
        <p:spPr>
          <a:xfrm>
            <a:off x="2650641" y="1460897"/>
            <a:ext cx="2148840" cy="2389654"/>
          </a:xfrm>
          <a:prstGeom prst="rect">
            <a:avLst/>
          </a:prstGeom>
          <a:noFill/>
          <a:ln cap="flat" cmpd="sng" w="12700">
            <a:solidFill>
              <a:schemeClr val="dk1"/>
            </a:solidFill>
            <a:prstDash val="solid"/>
            <a:round/>
            <a:headEnd len="sm" w="sm" type="none"/>
            <a:tailEnd len="sm" w="sm" type="none"/>
          </a:ln>
        </p:spPr>
      </p:pic>
      <p:sp>
        <p:nvSpPr>
          <p:cNvPr id="870" name="Google Shape;870;p40"/>
          <p:cNvSpPr/>
          <p:nvPr/>
        </p:nvSpPr>
        <p:spPr>
          <a:xfrm>
            <a:off x="6408821" y="1027906"/>
            <a:ext cx="4598634" cy="1464231"/>
          </a:xfrm>
          <a:prstGeom prst="round2DiagRect">
            <a:avLst>
              <a:gd fmla="val 16667" name="adj1"/>
              <a:gd fmla="val 0" name="adj2"/>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Se uso para comprobar las conexiones que existen entre sensores y actuadores al PLC. Esto mediante comprobaciones de continuidad</a:t>
            </a:r>
            <a:endParaRPr/>
          </a:p>
        </p:txBody>
      </p:sp>
      <p:sp>
        <p:nvSpPr>
          <p:cNvPr id="871" name="Google Shape;871;p40"/>
          <p:cNvSpPr/>
          <p:nvPr/>
        </p:nvSpPr>
        <p:spPr>
          <a:xfrm>
            <a:off x="6408820" y="2867146"/>
            <a:ext cx="4598635" cy="1123708"/>
          </a:xfrm>
          <a:prstGeom prst="round2DiagRect">
            <a:avLst>
              <a:gd fmla="val 16667" name="adj1"/>
              <a:gd fmla="val 0" name="adj2"/>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Se utilizo principalmente para comprobar el estado de las regletas de conexiones, en concreto de cada una de sus borneras</a:t>
            </a:r>
            <a:endParaRPr/>
          </a:p>
        </p:txBody>
      </p:sp>
      <p:sp>
        <p:nvSpPr>
          <p:cNvPr id="872" name="Google Shape;872;p40"/>
          <p:cNvSpPr/>
          <p:nvPr/>
        </p:nvSpPr>
        <p:spPr>
          <a:xfrm>
            <a:off x="6408820" y="4547800"/>
            <a:ext cx="4598635" cy="1123712"/>
          </a:xfrm>
          <a:prstGeom prst="round2DiagRect">
            <a:avLst>
              <a:gd fmla="val 16667" name="adj1"/>
              <a:gd fmla="val 0" name="adj2"/>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 caso de encontrar una bornera con conexión defectuosa se puede realizar un cambio de toda la regleta. </a:t>
            </a:r>
            <a:endParaRPr/>
          </a:p>
        </p:txBody>
      </p:sp>
      <p:sp>
        <p:nvSpPr>
          <p:cNvPr id="873" name="Google Shape;873;p40"/>
          <p:cNvSpPr/>
          <p:nvPr/>
        </p:nvSpPr>
        <p:spPr>
          <a:xfrm>
            <a:off x="1284005" y="4269327"/>
            <a:ext cx="4598635" cy="1804749"/>
          </a:xfrm>
          <a:prstGeom prst="round2DiagRect">
            <a:avLst>
              <a:gd fmla="val 16667" name="adj1"/>
              <a:gd fmla="val 0" name="adj2"/>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Pero, se opto por realizar un cambio a un borne en mejores condiciones. Esto se vio conveniente al ser pocos bornes defectuosos. (en el proceso se encontraron 3).</a:t>
            </a:r>
            <a:endParaRPr/>
          </a:p>
        </p:txBody>
      </p:sp>
      <p:cxnSp>
        <p:nvCxnSpPr>
          <p:cNvPr id="874" name="Google Shape;874;p40"/>
          <p:cNvCxnSpPr>
            <a:endCxn id="869" idx="3"/>
          </p:cNvCxnSpPr>
          <p:nvPr/>
        </p:nvCxnSpPr>
        <p:spPr>
          <a:xfrm rot="10800000">
            <a:off x="4799481" y="2655724"/>
            <a:ext cx="448200" cy="0"/>
          </a:xfrm>
          <a:prstGeom prst="straightConnector1">
            <a:avLst/>
          </a:prstGeom>
          <a:noFill/>
          <a:ln cap="flat" cmpd="sng" w="28575">
            <a:solidFill>
              <a:schemeClr val="dk1"/>
            </a:solidFill>
            <a:prstDash val="solid"/>
            <a:miter lim="800000"/>
            <a:headEnd len="sm" w="sm" type="none"/>
            <a:tailEnd len="med" w="med" type="triangle"/>
          </a:ln>
        </p:spPr>
      </p:cxnSp>
      <p:cxnSp>
        <p:nvCxnSpPr>
          <p:cNvPr id="875" name="Google Shape;875;p40"/>
          <p:cNvCxnSpPr/>
          <p:nvPr/>
        </p:nvCxnSpPr>
        <p:spPr>
          <a:xfrm rot="10800000">
            <a:off x="5252720" y="1760022"/>
            <a:ext cx="0" cy="891738"/>
          </a:xfrm>
          <a:prstGeom prst="straightConnector1">
            <a:avLst/>
          </a:prstGeom>
          <a:noFill/>
          <a:ln cap="flat" cmpd="sng" w="28575">
            <a:solidFill>
              <a:schemeClr val="dk1"/>
            </a:solidFill>
            <a:prstDash val="solid"/>
            <a:miter lim="800000"/>
            <a:headEnd len="sm" w="sm" type="none"/>
            <a:tailEnd len="sm" w="sm" type="none"/>
          </a:ln>
        </p:spPr>
      </p:cxnSp>
      <p:cxnSp>
        <p:nvCxnSpPr>
          <p:cNvPr id="876" name="Google Shape;876;p40"/>
          <p:cNvCxnSpPr>
            <a:endCxn id="870" idx="2"/>
          </p:cNvCxnSpPr>
          <p:nvPr/>
        </p:nvCxnSpPr>
        <p:spPr>
          <a:xfrm flipH="1" rot="10800000">
            <a:off x="5247521" y="1760022"/>
            <a:ext cx="1161300" cy="900"/>
          </a:xfrm>
          <a:prstGeom prst="straightConnector1">
            <a:avLst/>
          </a:prstGeom>
          <a:noFill/>
          <a:ln cap="flat" cmpd="sng" w="28575">
            <a:solidFill>
              <a:schemeClr val="dk1"/>
            </a:solidFill>
            <a:prstDash val="solid"/>
            <a:miter lim="800000"/>
            <a:headEnd len="sm" w="sm" type="none"/>
            <a:tailEnd len="med" w="med" type="triangle"/>
          </a:ln>
        </p:spPr>
      </p:cxnSp>
      <p:cxnSp>
        <p:nvCxnSpPr>
          <p:cNvPr id="877" name="Google Shape;877;p40"/>
          <p:cNvCxnSpPr>
            <a:stCxn id="870" idx="1"/>
            <a:endCxn id="871" idx="3"/>
          </p:cNvCxnSpPr>
          <p:nvPr/>
        </p:nvCxnSpPr>
        <p:spPr>
          <a:xfrm>
            <a:off x="8708138" y="2492137"/>
            <a:ext cx="0" cy="375000"/>
          </a:xfrm>
          <a:prstGeom prst="straightConnector1">
            <a:avLst/>
          </a:prstGeom>
          <a:noFill/>
          <a:ln cap="flat" cmpd="sng" w="28575">
            <a:solidFill>
              <a:schemeClr val="dk1"/>
            </a:solidFill>
            <a:prstDash val="solid"/>
            <a:miter lim="800000"/>
            <a:headEnd len="sm" w="sm" type="none"/>
            <a:tailEnd len="med" w="med" type="triangle"/>
          </a:ln>
        </p:spPr>
      </p:cxnSp>
      <p:cxnSp>
        <p:nvCxnSpPr>
          <p:cNvPr id="878" name="Google Shape;878;p40"/>
          <p:cNvCxnSpPr>
            <a:stCxn id="871" idx="1"/>
            <a:endCxn id="872" idx="3"/>
          </p:cNvCxnSpPr>
          <p:nvPr/>
        </p:nvCxnSpPr>
        <p:spPr>
          <a:xfrm>
            <a:off x="8708138" y="3990854"/>
            <a:ext cx="0" cy="556800"/>
          </a:xfrm>
          <a:prstGeom prst="straightConnector1">
            <a:avLst/>
          </a:prstGeom>
          <a:noFill/>
          <a:ln cap="flat" cmpd="sng" w="28575">
            <a:solidFill>
              <a:schemeClr val="dk1"/>
            </a:solidFill>
            <a:prstDash val="solid"/>
            <a:miter lim="800000"/>
            <a:headEnd len="sm" w="sm" type="none"/>
            <a:tailEnd len="med" w="med" type="triangle"/>
          </a:ln>
        </p:spPr>
      </p:cxnSp>
      <p:cxnSp>
        <p:nvCxnSpPr>
          <p:cNvPr id="879" name="Google Shape;879;p40"/>
          <p:cNvCxnSpPr>
            <a:stCxn id="872" idx="2"/>
          </p:cNvCxnSpPr>
          <p:nvPr/>
        </p:nvCxnSpPr>
        <p:spPr>
          <a:xfrm rot="10800000">
            <a:off x="5882620" y="5109656"/>
            <a:ext cx="526200" cy="0"/>
          </a:xfrm>
          <a:prstGeom prst="straightConnector1">
            <a:avLst/>
          </a:prstGeom>
          <a:noFill/>
          <a:ln cap="flat" cmpd="sng" w="28575">
            <a:solidFill>
              <a:schemeClr val="dk1"/>
            </a:solidFill>
            <a:prstDash val="solid"/>
            <a:miter lim="800000"/>
            <a:headEnd len="sm" w="sm" type="none"/>
            <a:tailEnd len="med" w="med" type="triangle"/>
          </a:ln>
        </p:spPr>
      </p:cxn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9"/>
                                        </p:tgtEl>
                                        <p:attrNameLst>
                                          <p:attrName>style.visibility</p:attrName>
                                        </p:attrNameLst>
                                      </p:cBhvr>
                                      <p:to>
                                        <p:strVal val="visible"/>
                                      </p:to>
                                    </p:set>
                                    <p:animEffect filter="fade" transition="in">
                                      <p:cBhvr>
                                        <p:cTn dur="1000"/>
                                        <p:tgtEl>
                                          <p:spTgt spid="869"/>
                                        </p:tgtEl>
                                      </p:cBhvr>
                                    </p:animEffect>
                                  </p:childTnLst>
                                </p:cTn>
                              </p:par>
                              <p:par>
                                <p:cTn fill="hold" nodeType="withEffect" presetClass="entr" presetID="10" presetSubtype="0">
                                  <p:stCondLst>
                                    <p:cond delay="0"/>
                                  </p:stCondLst>
                                  <p:childTnLst>
                                    <p:set>
                                      <p:cBhvr>
                                        <p:cTn dur="1" fill="hold">
                                          <p:stCondLst>
                                            <p:cond delay="0"/>
                                          </p:stCondLst>
                                        </p:cTn>
                                        <p:tgtEl>
                                          <p:spTgt spid="874"/>
                                        </p:tgtEl>
                                        <p:attrNameLst>
                                          <p:attrName>style.visibility</p:attrName>
                                        </p:attrNameLst>
                                      </p:cBhvr>
                                      <p:to>
                                        <p:strVal val="visible"/>
                                      </p:to>
                                    </p:set>
                                    <p:animEffect filter="fade" transition="in">
                                      <p:cBhvr>
                                        <p:cTn dur="1000"/>
                                        <p:tgtEl>
                                          <p:spTgt spid="874"/>
                                        </p:tgtEl>
                                      </p:cBhvr>
                                    </p:animEffect>
                                  </p:childTnLst>
                                </p:cTn>
                              </p:par>
                              <p:par>
                                <p:cTn fill="hold" nodeType="withEffect" presetClass="entr" presetID="10" presetSubtype="0">
                                  <p:stCondLst>
                                    <p:cond delay="0"/>
                                  </p:stCondLst>
                                  <p:childTnLst>
                                    <p:set>
                                      <p:cBhvr>
                                        <p:cTn dur="1" fill="hold">
                                          <p:stCondLst>
                                            <p:cond delay="0"/>
                                          </p:stCondLst>
                                        </p:cTn>
                                        <p:tgtEl>
                                          <p:spTgt spid="875"/>
                                        </p:tgtEl>
                                        <p:attrNameLst>
                                          <p:attrName>style.visibility</p:attrName>
                                        </p:attrNameLst>
                                      </p:cBhvr>
                                      <p:to>
                                        <p:strVal val="visible"/>
                                      </p:to>
                                    </p:set>
                                    <p:animEffect filter="fade" transition="in">
                                      <p:cBhvr>
                                        <p:cTn dur="1000"/>
                                        <p:tgtEl>
                                          <p:spTgt spid="875"/>
                                        </p:tgtEl>
                                      </p:cBhvr>
                                    </p:animEffect>
                                  </p:childTnLst>
                                </p:cTn>
                              </p:par>
                              <p:par>
                                <p:cTn fill="hold" nodeType="with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1000"/>
                                        <p:tgtEl>
                                          <p:spTgt spid="876"/>
                                        </p:tgtEl>
                                      </p:cBhvr>
                                    </p:animEffect>
                                  </p:childTnLst>
                                </p:cTn>
                              </p:par>
                              <p:par>
                                <p:cTn fill="hold" nodeType="with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1000"/>
                                        <p:tgtEl>
                                          <p:spTgt spid="877"/>
                                        </p:tgtEl>
                                      </p:cBhvr>
                                    </p:animEffect>
                                  </p:childTnLst>
                                </p:cTn>
                              </p:par>
                              <p:par>
                                <p:cTn fill="hold" nodeType="withEffect" presetClass="entr" presetID="10" presetSubtype="0">
                                  <p:stCondLst>
                                    <p:cond delay="0"/>
                                  </p:stCondLst>
                                  <p:childTnLst>
                                    <p:set>
                                      <p:cBhvr>
                                        <p:cTn dur="1" fill="hold">
                                          <p:stCondLst>
                                            <p:cond delay="0"/>
                                          </p:stCondLst>
                                        </p:cTn>
                                        <p:tgtEl>
                                          <p:spTgt spid="871"/>
                                        </p:tgtEl>
                                        <p:attrNameLst>
                                          <p:attrName>style.visibility</p:attrName>
                                        </p:attrNameLst>
                                      </p:cBhvr>
                                      <p:to>
                                        <p:strVal val="visible"/>
                                      </p:to>
                                    </p:set>
                                    <p:animEffect filter="fade" transition="in">
                                      <p:cBhvr>
                                        <p:cTn dur="1000"/>
                                        <p:tgtEl>
                                          <p:spTgt spid="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1000"/>
                                        <p:tgtEl>
                                          <p:spTgt spid="878"/>
                                        </p:tgtEl>
                                      </p:cBhvr>
                                    </p:animEffect>
                                  </p:childTnLst>
                                </p:cTn>
                              </p:par>
                              <p:par>
                                <p:cTn fill="hold" nodeType="withEffect" presetClass="entr" presetID="10" presetSubtype="0">
                                  <p:stCondLst>
                                    <p:cond delay="0"/>
                                  </p:stCondLst>
                                  <p:childTnLst>
                                    <p:set>
                                      <p:cBhvr>
                                        <p:cTn dur="1" fill="hold">
                                          <p:stCondLst>
                                            <p:cond delay="0"/>
                                          </p:stCondLst>
                                        </p:cTn>
                                        <p:tgtEl>
                                          <p:spTgt spid="872"/>
                                        </p:tgtEl>
                                        <p:attrNameLst>
                                          <p:attrName>style.visibility</p:attrName>
                                        </p:attrNameLst>
                                      </p:cBhvr>
                                      <p:to>
                                        <p:strVal val="visible"/>
                                      </p:to>
                                    </p:set>
                                    <p:animEffect filter="fade" transition="in">
                                      <p:cBhvr>
                                        <p:cTn dur="1000"/>
                                        <p:tgtEl>
                                          <p:spTgt spid="872"/>
                                        </p:tgtEl>
                                      </p:cBhvr>
                                    </p:animEffect>
                                  </p:childTnLst>
                                </p:cTn>
                              </p:par>
                              <p:par>
                                <p:cTn fill="hold" nodeType="with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1000"/>
                                        <p:tgtEl>
                                          <p:spTgt spid="879"/>
                                        </p:tgtEl>
                                      </p:cBhvr>
                                    </p:animEffect>
                                  </p:childTnLst>
                                </p:cTn>
                              </p:par>
                              <p:par>
                                <p:cTn fill="hold" nodeType="with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1000"/>
                                        <p:tgtEl>
                                          <p:spTgt spid="8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Instrumentos del propio proceso</a:t>
            </a:r>
            <a:endParaRPr/>
          </a:p>
        </p:txBody>
      </p:sp>
      <p:sp>
        <p:nvSpPr>
          <p:cNvPr id="886" name="Google Shape;886;p41"/>
          <p:cNvSpPr txBox="1"/>
          <p:nvPr>
            <p:ph idx="1" type="body"/>
          </p:nvPr>
        </p:nvSpPr>
        <p:spPr>
          <a:xfrm>
            <a:off x="1874520" y="1470025"/>
            <a:ext cx="6995160" cy="12020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s-BO"/>
              <a:t>Se tienen dos tipos de instrumentos en el propio proceso</a:t>
            </a:r>
            <a:endParaRPr/>
          </a:p>
          <a:p>
            <a:pPr indent="-228600" lvl="1" marL="685800" rtl="0" algn="l">
              <a:lnSpc>
                <a:spcPct val="90000"/>
              </a:lnSpc>
              <a:spcBef>
                <a:spcPts val="500"/>
              </a:spcBef>
              <a:spcAft>
                <a:spcPts val="0"/>
              </a:spcAft>
              <a:buClr>
                <a:schemeClr val="dk1"/>
              </a:buClr>
              <a:buSzPts val="2000"/>
              <a:buChar char="•"/>
            </a:pPr>
            <a:r>
              <a:rPr lang="es-BO" sz="2000">
                <a:latin typeface="Times New Roman"/>
                <a:ea typeface="Times New Roman"/>
                <a:cs typeface="Times New Roman"/>
                <a:sym typeface="Times New Roman"/>
              </a:rPr>
              <a:t>Indicadores visuales</a:t>
            </a:r>
            <a:endParaRPr/>
          </a:p>
          <a:p>
            <a:pPr indent="-228600" lvl="1" marL="685800" rtl="0" algn="l">
              <a:lnSpc>
                <a:spcPct val="90000"/>
              </a:lnSpc>
              <a:spcBef>
                <a:spcPts val="500"/>
              </a:spcBef>
              <a:spcAft>
                <a:spcPts val="0"/>
              </a:spcAft>
              <a:buClr>
                <a:schemeClr val="dk1"/>
              </a:buClr>
              <a:buSzPts val="2000"/>
              <a:buChar char="•"/>
            </a:pPr>
            <a:r>
              <a:rPr lang="es-BO" sz="2000">
                <a:latin typeface="Times New Roman"/>
                <a:ea typeface="Times New Roman"/>
                <a:cs typeface="Times New Roman"/>
                <a:sym typeface="Times New Roman"/>
              </a:rPr>
              <a:t>Medición de presión</a:t>
            </a:r>
            <a:endParaRPr/>
          </a:p>
        </p:txBody>
      </p:sp>
      <p:sp>
        <p:nvSpPr>
          <p:cNvPr id="887" name="Google Shape;887;p41"/>
          <p:cNvSpPr txBox="1"/>
          <p:nvPr/>
        </p:nvSpPr>
        <p:spPr>
          <a:xfrm>
            <a:off x="1287656" y="4068177"/>
            <a:ext cx="1970843" cy="70788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Instrumentos del propio proceso</a:t>
            </a:r>
            <a:endParaRPr/>
          </a:p>
        </p:txBody>
      </p:sp>
      <p:grpSp>
        <p:nvGrpSpPr>
          <p:cNvPr id="888" name="Google Shape;888;p41"/>
          <p:cNvGrpSpPr/>
          <p:nvPr/>
        </p:nvGrpSpPr>
        <p:grpSpPr>
          <a:xfrm>
            <a:off x="3714059" y="4391343"/>
            <a:ext cx="3913924" cy="1724203"/>
            <a:chOff x="3714059" y="4391343"/>
            <a:chExt cx="3913924" cy="1724203"/>
          </a:xfrm>
        </p:grpSpPr>
        <p:pic>
          <p:nvPicPr>
            <p:cNvPr id="889" name="Google Shape;889;p41"/>
            <p:cNvPicPr preferRelativeResize="0"/>
            <p:nvPr/>
          </p:nvPicPr>
          <p:blipFill rotWithShape="1">
            <a:blip r:embed="rId3">
              <a:alphaModFix/>
            </a:blip>
            <a:srcRect b="0" l="0" r="0" t="0"/>
            <a:stretch/>
          </p:blipFill>
          <p:spPr>
            <a:xfrm>
              <a:off x="5222240" y="4753471"/>
              <a:ext cx="2405743" cy="1362075"/>
            </a:xfrm>
            <a:prstGeom prst="rect">
              <a:avLst/>
            </a:prstGeom>
            <a:noFill/>
            <a:ln>
              <a:noFill/>
            </a:ln>
          </p:spPr>
        </p:pic>
        <p:cxnSp>
          <p:nvCxnSpPr>
            <p:cNvPr id="890" name="Google Shape;890;p41"/>
            <p:cNvCxnSpPr/>
            <p:nvPr/>
          </p:nvCxnSpPr>
          <p:spPr>
            <a:xfrm rot="10800000">
              <a:off x="3714059" y="4391343"/>
              <a:ext cx="0" cy="1043166"/>
            </a:xfrm>
            <a:prstGeom prst="straightConnector1">
              <a:avLst/>
            </a:prstGeom>
            <a:noFill/>
            <a:ln cap="flat" cmpd="sng" w="28575">
              <a:solidFill>
                <a:srgbClr val="002060"/>
              </a:solidFill>
              <a:prstDash val="solid"/>
              <a:miter lim="800000"/>
              <a:headEnd len="sm" w="sm" type="none"/>
              <a:tailEnd len="sm" w="sm" type="none"/>
            </a:ln>
          </p:spPr>
        </p:cxnSp>
        <p:cxnSp>
          <p:nvCxnSpPr>
            <p:cNvPr id="891" name="Google Shape;891;p41"/>
            <p:cNvCxnSpPr/>
            <p:nvPr/>
          </p:nvCxnSpPr>
          <p:spPr>
            <a:xfrm>
              <a:off x="3714059" y="5434509"/>
              <a:ext cx="1508181" cy="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892" name="Google Shape;892;p41"/>
          <p:cNvGrpSpPr/>
          <p:nvPr/>
        </p:nvGrpSpPr>
        <p:grpSpPr>
          <a:xfrm>
            <a:off x="7581316" y="2978083"/>
            <a:ext cx="3452444" cy="400110"/>
            <a:chOff x="7581316" y="2978083"/>
            <a:chExt cx="3452444" cy="400110"/>
          </a:xfrm>
        </p:grpSpPr>
        <p:sp>
          <p:nvSpPr>
            <p:cNvPr id="893" name="Google Shape;893;p41"/>
            <p:cNvSpPr txBox="1"/>
            <p:nvPr/>
          </p:nvSpPr>
          <p:spPr>
            <a:xfrm>
              <a:off x="8651116" y="2978083"/>
              <a:ext cx="2382644" cy="400110"/>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Medición de presión</a:t>
              </a:r>
              <a:endParaRPr/>
            </a:p>
          </p:txBody>
        </p:sp>
        <p:cxnSp>
          <p:nvCxnSpPr>
            <p:cNvPr id="894" name="Google Shape;894;p41"/>
            <p:cNvCxnSpPr>
              <a:endCxn id="893" idx="1"/>
            </p:cNvCxnSpPr>
            <p:nvPr/>
          </p:nvCxnSpPr>
          <p:spPr>
            <a:xfrm>
              <a:off x="7581316" y="3164038"/>
              <a:ext cx="1069800" cy="1410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895" name="Google Shape;895;p41"/>
          <p:cNvGrpSpPr/>
          <p:nvPr/>
        </p:nvGrpSpPr>
        <p:grpSpPr>
          <a:xfrm>
            <a:off x="8105079" y="3378193"/>
            <a:ext cx="3517259" cy="985462"/>
            <a:chOff x="8105079" y="3378193"/>
            <a:chExt cx="3517259" cy="985462"/>
          </a:xfrm>
        </p:grpSpPr>
        <p:sp>
          <p:nvSpPr>
            <p:cNvPr id="896" name="Google Shape;896;p41"/>
            <p:cNvSpPr txBox="1"/>
            <p:nvPr/>
          </p:nvSpPr>
          <p:spPr>
            <a:xfrm>
              <a:off x="8105079" y="3655769"/>
              <a:ext cx="3517259" cy="70788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Útil para monitorizar la presión de funcionamiento del proceso</a:t>
              </a:r>
              <a:r>
                <a:rPr b="0" i="0" lang="es-BO" sz="1800" u="none" cap="none" strike="noStrike">
                  <a:solidFill>
                    <a:srgbClr val="000000"/>
                  </a:solidFill>
                  <a:latin typeface="Calibri"/>
                  <a:ea typeface="Calibri"/>
                  <a:cs typeface="Calibri"/>
                  <a:sym typeface="Calibri"/>
                </a:rPr>
                <a:t>.</a:t>
              </a:r>
              <a:endParaRPr/>
            </a:p>
          </p:txBody>
        </p:sp>
        <p:cxnSp>
          <p:nvCxnSpPr>
            <p:cNvPr id="897" name="Google Shape;897;p41"/>
            <p:cNvCxnSpPr>
              <a:stCxn id="893" idx="2"/>
              <a:endCxn id="896" idx="0"/>
            </p:cNvCxnSpPr>
            <p:nvPr/>
          </p:nvCxnSpPr>
          <p:spPr>
            <a:xfrm>
              <a:off x="9842438" y="3378193"/>
              <a:ext cx="21300" cy="27750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898" name="Google Shape;898;p41"/>
          <p:cNvGrpSpPr/>
          <p:nvPr/>
        </p:nvGrpSpPr>
        <p:grpSpPr>
          <a:xfrm>
            <a:off x="7627932" y="4566977"/>
            <a:ext cx="3994406" cy="707886"/>
            <a:chOff x="7627936" y="4875978"/>
            <a:chExt cx="3649664" cy="707886"/>
          </a:xfrm>
        </p:grpSpPr>
        <p:sp>
          <p:nvSpPr>
            <p:cNvPr id="899" name="Google Shape;899;p41"/>
            <p:cNvSpPr txBox="1"/>
            <p:nvPr/>
          </p:nvSpPr>
          <p:spPr>
            <a:xfrm>
              <a:off x="8163436" y="4875978"/>
              <a:ext cx="3114164" cy="70788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Observación de estados (0 o 1)</a:t>
              </a:r>
              <a:endParaRPr/>
            </a:p>
          </p:txBody>
        </p:sp>
        <p:cxnSp>
          <p:nvCxnSpPr>
            <p:cNvPr id="900" name="Google Shape;900;p41"/>
            <p:cNvCxnSpPr>
              <a:endCxn id="899" idx="1"/>
            </p:cNvCxnSpPr>
            <p:nvPr/>
          </p:nvCxnSpPr>
          <p:spPr>
            <a:xfrm>
              <a:off x="7627936" y="5106321"/>
              <a:ext cx="535500" cy="12360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901" name="Google Shape;901;p41"/>
          <p:cNvGrpSpPr/>
          <p:nvPr/>
        </p:nvGrpSpPr>
        <p:grpSpPr>
          <a:xfrm>
            <a:off x="8604934" y="5274863"/>
            <a:ext cx="2626484" cy="1218985"/>
            <a:chOff x="8361094" y="5277745"/>
            <a:chExt cx="2626484" cy="1218985"/>
          </a:xfrm>
        </p:grpSpPr>
        <p:sp>
          <p:nvSpPr>
            <p:cNvPr id="902" name="Google Shape;902;p41"/>
            <p:cNvSpPr txBox="1"/>
            <p:nvPr/>
          </p:nvSpPr>
          <p:spPr>
            <a:xfrm>
              <a:off x="8361094" y="5481067"/>
              <a:ext cx="2626484" cy="101566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Útil para conocer el estado de actuadores o cilindros</a:t>
              </a:r>
              <a:endParaRPr/>
            </a:p>
          </p:txBody>
        </p:sp>
        <p:cxnSp>
          <p:nvCxnSpPr>
            <p:cNvPr id="903" name="Google Shape;903;p41"/>
            <p:cNvCxnSpPr>
              <a:stCxn id="899" idx="2"/>
              <a:endCxn id="902" idx="0"/>
            </p:cNvCxnSpPr>
            <p:nvPr/>
          </p:nvCxnSpPr>
          <p:spPr>
            <a:xfrm>
              <a:off x="9674336" y="5277745"/>
              <a:ext cx="0" cy="20340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904" name="Google Shape;904;p41"/>
          <p:cNvGrpSpPr/>
          <p:nvPr/>
        </p:nvGrpSpPr>
        <p:grpSpPr>
          <a:xfrm>
            <a:off x="3258499" y="2687865"/>
            <a:ext cx="4322866" cy="1720734"/>
            <a:chOff x="3258499" y="2687865"/>
            <a:chExt cx="4322866" cy="1720734"/>
          </a:xfrm>
        </p:grpSpPr>
        <p:pic>
          <p:nvPicPr>
            <p:cNvPr id="905" name="Google Shape;905;p41"/>
            <p:cNvPicPr preferRelativeResize="0"/>
            <p:nvPr/>
          </p:nvPicPr>
          <p:blipFill rotWithShape="1">
            <a:blip r:embed="rId4">
              <a:alphaModFix/>
            </a:blip>
            <a:srcRect b="0" l="0" r="0" t="0"/>
            <a:stretch/>
          </p:blipFill>
          <p:spPr>
            <a:xfrm>
              <a:off x="5080000" y="2687865"/>
              <a:ext cx="1517080" cy="1320624"/>
            </a:xfrm>
            <a:prstGeom prst="rect">
              <a:avLst/>
            </a:prstGeom>
            <a:noFill/>
            <a:ln>
              <a:noFill/>
            </a:ln>
          </p:spPr>
        </p:pic>
        <p:cxnSp>
          <p:nvCxnSpPr>
            <p:cNvPr id="906" name="Google Shape;906;p41"/>
            <p:cNvCxnSpPr/>
            <p:nvPr/>
          </p:nvCxnSpPr>
          <p:spPr>
            <a:xfrm flipH="1" rot="10800000">
              <a:off x="3258499" y="4391343"/>
              <a:ext cx="459646" cy="1"/>
            </a:xfrm>
            <a:prstGeom prst="straightConnector1">
              <a:avLst/>
            </a:prstGeom>
            <a:noFill/>
            <a:ln cap="flat" cmpd="sng" w="28575">
              <a:solidFill>
                <a:srgbClr val="002060"/>
              </a:solidFill>
              <a:prstDash val="solid"/>
              <a:miter lim="800000"/>
              <a:headEnd len="sm" w="sm" type="none"/>
              <a:tailEnd len="sm" w="sm" type="none"/>
            </a:ln>
          </p:spPr>
        </p:cxnSp>
        <p:cxnSp>
          <p:nvCxnSpPr>
            <p:cNvPr id="907" name="Google Shape;907;p41"/>
            <p:cNvCxnSpPr/>
            <p:nvPr/>
          </p:nvCxnSpPr>
          <p:spPr>
            <a:xfrm rot="10800000">
              <a:off x="3714059" y="3348177"/>
              <a:ext cx="0" cy="1043166"/>
            </a:xfrm>
            <a:prstGeom prst="straightConnector1">
              <a:avLst/>
            </a:prstGeom>
            <a:noFill/>
            <a:ln cap="flat" cmpd="sng" w="28575">
              <a:solidFill>
                <a:srgbClr val="002060"/>
              </a:solidFill>
              <a:prstDash val="solid"/>
              <a:miter lim="800000"/>
              <a:headEnd len="sm" w="sm" type="none"/>
              <a:tailEnd len="sm" w="sm" type="none"/>
            </a:ln>
          </p:spPr>
        </p:cxnSp>
        <p:cxnSp>
          <p:nvCxnSpPr>
            <p:cNvPr id="908" name="Google Shape;908;p41"/>
            <p:cNvCxnSpPr/>
            <p:nvPr/>
          </p:nvCxnSpPr>
          <p:spPr>
            <a:xfrm>
              <a:off x="3714059" y="3348177"/>
              <a:ext cx="1365941" cy="4941"/>
            </a:xfrm>
            <a:prstGeom prst="straightConnector1">
              <a:avLst/>
            </a:prstGeom>
            <a:noFill/>
            <a:ln cap="flat" cmpd="sng" w="28575">
              <a:solidFill>
                <a:srgbClr val="002060"/>
              </a:solidFill>
              <a:prstDash val="solid"/>
              <a:miter lim="800000"/>
              <a:headEnd len="sm" w="sm" type="none"/>
              <a:tailEnd len="med" w="med" type="triangle"/>
            </a:ln>
          </p:spPr>
        </p:cxnSp>
        <p:pic>
          <p:nvPicPr>
            <p:cNvPr id="909" name="Google Shape;909;p41"/>
            <p:cNvPicPr preferRelativeResize="0"/>
            <p:nvPr/>
          </p:nvPicPr>
          <p:blipFill rotWithShape="1">
            <a:blip r:embed="rId5">
              <a:alphaModFix/>
            </a:blip>
            <a:srcRect b="0" l="0" r="0" t="0"/>
            <a:stretch/>
          </p:blipFill>
          <p:spPr>
            <a:xfrm>
              <a:off x="6597080" y="2687865"/>
              <a:ext cx="984285" cy="1320624"/>
            </a:xfrm>
            <a:prstGeom prst="rect">
              <a:avLst/>
            </a:prstGeom>
            <a:noFill/>
            <a:ln>
              <a:noFill/>
            </a:ln>
          </p:spPr>
        </p:pic>
        <p:sp>
          <p:nvSpPr>
            <p:cNvPr id="910" name="Google Shape;910;p41"/>
            <p:cNvSpPr txBox="1"/>
            <p:nvPr/>
          </p:nvSpPr>
          <p:spPr>
            <a:xfrm>
              <a:off x="5080000" y="4008489"/>
              <a:ext cx="250136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Manómetros</a:t>
              </a:r>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04"/>
                                        </p:tgtEl>
                                        <p:attrNameLst>
                                          <p:attrName>style.visibility</p:attrName>
                                        </p:attrNameLst>
                                      </p:cBhvr>
                                      <p:to>
                                        <p:strVal val="visible"/>
                                      </p:to>
                                    </p:set>
                                    <p:anim calcmode="lin" valueType="num">
                                      <p:cBhvr additive="base">
                                        <p:cTn dur="500"/>
                                        <p:tgtEl>
                                          <p:spTgt spid="904"/>
                                        </p:tgtEl>
                                        <p:attrNameLst>
                                          <p:attrName>ppt_w</p:attrName>
                                        </p:attrNameLst>
                                      </p:cBhvr>
                                      <p:tavLst>
                                        <p:tav fmla="" tm="0">
                                          <p:val>
                                            <p:strVal val="0"/>
                                          </p:val>
                                        </p:tav>
                                        <p:tav fmla="" tm="100000">
                                          <p:val>
                                            <p:strVal val="#ppt_w"/>
                                          </p:val>
                                        </p:tav>
                                      </p:tavLst>
                                    </p:anim>
                                    <p:anim calcmode="lin" valueType="num">
                                      <p:cBhvr additive="base">
                                        <p:cTn dur="500"/>
                                        <p:tgtEl>
                                          <p:spTgt spid="9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92"/>
                                        </p:tgtEl>
                                        <p:attrNameLst>
                                          <p:attrName>style.visibility</p:attrName>
                                        </p:attrNameLst>
                                      </p:cBhvr>
                                      <p:to>
                                        <p:strVal val="visible"/>
                                      </p:to>
                                    </p:set>
                                    <p:anim calcmode="lin" valueType="num">
                                      <p:cBhvr additive="base">
                                        <p:cTn dur="500"/>
                                        <p:tgtEl>
                                          <p:spTgt spid="892"/>
                                        </p:tgtEl>
                                        <p:attrNameLst>
                                          <p:attrName>ppt_w</p:attrName>
                                        </p:attrNameLst>
                                      </p:cBhvr>
                                      <p:tavLst>
                                        <p:tav fmla="" tm="0">
                                          <p:val>
                                            <p:strVal val="0"/>
                                          </p:val>
                                        </p:tav>
                                        <p:tav fmla="" tm="100000">
                                          <p:val>
                                            <p:strVal val="#ppt_w"/>
                                          </p:val>
                                        </p:tav>
                                      </p:tavLst>
                                    </p:anim>
                                    <p:anim calcmode="lin" valueType="num">
                                      <p:cBhvr additive="base">
                                        <p:cTn dur="500"/>
                                        <p:tgtEl>
                                          <p:spTgt spid="89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95"/>
                                        </p:tgtEl>
                                        <p:attrNameLst>
                                          <p:attrName>style.visibility</p:attrName>
                                        </p:attrNameLst>
                                      </p:cBhvr>
                                      <p:to>
                                        <p:strVal val="visible"/>
                                      </p:to>
                                    </p:set>
                                    <p:anim calcmode="lin" valueType="num">
                                      <p:cBhvr additive="base">
                                        <p:cTn dur="500"/>
                                        <p:tgtEl>
                                          <p:spTgt spid="895"/>
                                        </p:tgtEl>
                                        <p:attrNameLst>
                                          <p:attrName>ppt_w</p:attrName>
                                        </p:attrNameLst>
                                      </p:cBhvr>
                                      <p:tavLst>
                                        <p:tav fmla="" tm="0">
                                          <p:val>
                                            <p:strVal val="0"/>
                                          </p:val>
                                        </p:tav>
                                        <p:tav fmla="" tm="100000">
                                          <p:val>
                                            <p:strVal val="#ppt_w"/>
                                          </p:val>
                                        </p:tav>
                                      </p:tavLst>
                                    </p:anim>
                                    <p:anim calcmode="lin" valueType="num">
                                      <p:cBhvr additive="base">
                                        <p:cTn dur="500"/>
                                        <p:tgtEl>
                                          <p:spTgt spid="89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88"/>
                                        </p:tgtEl>
                                        <p:attrNameLst>
                                          <p:attrName>style.visibility</p:attrName>
                                        </p:attrNameLst>
                                      </p:cBhvr>
                                      <p:to>
                                        <p:strVal val="visible"/>
                                      </p:to>
                                    </p:set>
                                    <p:anim calcmode="lin" valueType="num">
                                      <p:cBhvr additive="base">
                                        <p:cTn dur="500"/>
                                        <p:tgtEl>
                                          <p:spTgt spid="888"/>
                                        </p:tgtEl>
                                        <p:attrNameLst>
                                          <p:attrName>ppt_w</p:attrName>
                                        </p:attrNameLst>
                                      </p:cBhvr>
                                      <p:tavLst>
                                        <p:tav fmla="" tm="0">
                                          <p:val>
                                            <p:strVal val="0"/>
                                          </p:val>
                                        </p:tav>
                                        <p:tav fmla="" tm="100000">
                                          <p:val>
                                            <p:strVal val="#ppt_w"/>
                                          </p:val>
                                        </p:tav>
                                      </p:tavLst>
                                    </p:anim>
                                    <p:anim calcmode="lin" valueType="num">
                                      <p:cBhvr additive="base">
                                        <p:cTn dur="500"/>
                                        <p:tgtEl>
                                          <p:spTgt spid="88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98"/>
                                        </p:tgtEl>
                                        <p:attrNameLst>
                                          <p:attrName>style.visibility</p:attrName>
                                        </p:attrNameLst>
                                      </p:cBhvr>
                                      <p:to>
                                        <p:strVal val="visible"/>
                                      </p:to>
                                    </p:set>
                                    <p:anim calcmode="lin" valueType="num">
                                      <p:cBhvr additive="base">
                                        <p:cTn dur="500"/>
                                        <p:tgtEl>
                                          <p:spTgt spid="898"/>
                                        </p:tgtEl>
                                        <p:attrNameLst>
                                          <p:attrName>ppt_w</p:attrName>
                                        </p:attrNameLst>
                                      </p:cBhvr>
                                      <p:tavLst>
                                        <p:tav fmla="" tm="0">
                                          <p:val>
                                            <p:strVal val="0"/>
                                          </p:val>
                                        </p:tav>
                                        <p:tav fmla="" tm="100000">
                                          <p:val>
                                            <p:strVal val="#ppt_w"/>
                                          </p:val>
                                        </p:tav>
                                      </p:tavLst>
                                    </p:anim>
                                    <p:anim calcmode="lin" valueType="num">
                                      <p:cBhvr additive="base">
                                        <p:cTn dur="500"/>
                                        <p:tgtEl>
                                          <p:spTgt spid="8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01"/>
                                        </p:tgtEl>
                                        <p:attrNameLst>
                                          <p:attrName>style.visibility</p:attrName>
                                        </p:attrNameLst>
                                      </p:cBhvr>
                                      <p:to>
                                        <p:strVal val="visible"/>
                                      </p:to>
                                    </p:set>
                                    <p:anim calcmode="lin" valueType="num">
                                      <p:cBhvr additive="base">
                                        <p:cTn dur="500"/>
                                        <p:tgtEl>
                                          <p:spTgt spid="901"/>
                                        </p:tgtEl>
                                        <p:attrNameLst>
                                          <p:attrName>ppt_w</p:attrName>
                                        </p:attrNameLst>
                                      </p:cBhvr>
                                      <p:tavLst>
                                        <p:tav fmla="" tm="0">
                                          <p:val>
                                            <p:strVal val="0"/>
                                          </p:val>
                                        </p:tav>
                                        <p:tav fmla="" tm="100000">
                                          <p:val>
                                            <p:strVal val="#ppt_w"/>
                                          </p:val>
                                        </p:tav>
                                      </p:tavLst>
                                    </p:anim>
                                    <p:anim calcmode="lin" valueType="num">
                                      <p:cBhvr additive="base">
                                        <p:cTn dur="500"/>
                                        <p:tgtEl>
                                          <p:spTgt spid="90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42"/>
          <p:cNvSpPr txBox="1"/>
          <p:nvPr>
            <p:ph type="title"/>
          </p:nvPr>
        </p:nvSpPr>
        <p:spPr>
          <a:xfrm>
            <a:off x="645160" y="0"/>
            <a:ext cx="10515600" cy="9641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Instrumentos del propio proceso – Manómetros </a:t>
            </a:r>
            <a:endParaRPr/>
          </a:p>
        </p:txBody>
      </p:sp>
      <p:sp>
        <p:nvSpPr>
          <p:cNvPr id="917" name="Google Shape;917;p42"/>
          <p:cNvSpPr txBox="1"/>
          <p:nvPr>
            <p:ph idx="1" type="body"/>
          </p:nvPr>
        </p:nvSpPr>
        <p:spPr>
          <a:xfrm>
            <a:off x="838200" y="724022"/>
            <a:ext cx="10515600" cy="142142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s-BO"/>
              <a:t>Hay dos manómetros en el proceso.</a:t>
            </a:r>
            <a:endParaRPr/>
          </a:p>
          <a:p>
            <a:pPr indent="-228600" lvl="1" marL="685800" rtl="0" algn="l">
              <a:lnSpc>
                <a:spcPct val="90000"/>
              </a:lnSpc>
              <a:spcBef>
                <a:spcPts val="500"/>
              </a:spcBef>
              <a:spcAft>
                <a:spcPts val="0"/>
              </a:spcAft>
              <a:buClr>
                <a:schemeClr val="dk1"/>
              </a:buClr>
              <a:buSzPts val="2000"/>
              <a:buChar char="•"/>
            </a:pPr>
            <a:r>
              <a:rPr lang="es-BO" sz="2000">
                <a:latin typeface="Times New Roman"/>
                <a:ea typeface="Times New Roman"/>
                <a:cs typeface="Times New Roman"/>
                <a:sym typeface="Times New Roman"/>
              </a:rPr>
              <a:t>Uno en el compresor</a:t>
            </a:r>
            <a:endParaRPr/>
          </a:p>
          <a:p>
            <a:pPr indent="-228600" lvl="1" marL="685800" rtl="0" algn="l">
              <a:lnSpc>
                <a:spcPct val="90000"/>
              </a:lnSpc>
              <a:spcBef>
                <a:spcPts val="500"/>
              </a:spcBef>
              <a:spcAft>
                <a:spcPts val="0"/>
              </a:spcAft>
              <a:buClr>
                <a:schemeClr val="dk1"/>
              </a:buClr>
              <a:buSzPts val="2000"/>
              <a:buChar char="•"/>
            </a:pPr>
            <a:r>
              <a:rPr lang="es-BO" sz="2000">
                <a:latin typeface="Times New Roman"/>
                <a:ea typeface="Times New Roman"/>
                <a:cs typeface="Times New Roman"/>
                <a:sym typeface="Times New Roman"/>
              </a:rPr>
              <a:t>Uno en el filtro para la distribución del aire comprimido a los actuadores.</a:t>
            </a:r>
            <a:endParaRPr/>
          </a:p>
        </p:txBody>
      </p:sp>
      <p:sp>
        <p:nvSpPr>
          <p:cNvPr id="918" name="Google Shape;918;p42"/>
          <p:cNvSpPr/>
          <p:nvPr/>
        </p:nvSpPr>
        <p:spPr>
          <a:xfrm>
            <a:off x="7103341" y="3243799"/>
            <a:ext cx="4482407" cy="1123712"/>
          </a:xfrm>
          <a:prstGeom prst="round2DiagRect">
            <a:avLst>
              <a:gd fmla="val 16667" name="adj1"/>
              <a:gd fmla="val 0" name="adj2"/>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A esta presión existían fugas en las uniones de las mangueras del sistema neumático</a:t>
            </a:r>
            <a:endParaRPr/>
          </a:p>
        </p:txBody>
      </p:sp>
      <p:sp>
        <p:nvSpPr>
          <p:cNvPr id="919" name="Google Shape;919;p42"/>
          <p:cNvSpPr/>
          <p:nvPr/>
        </p:nvSpPr>
        <p:spPr>
          <a:xfrm>
            <a:off x="2828926" y="4533205"/>
            <a:ext cx="3440366" cy="1464231"/>
          </a:xfrm>
          <a:prstGeom prst="round2DiagRect">
            <a:avLst>
              <a:gd fmla="val 16667" name="adj1"/>
              <a:gd fmla="val 0" name="adj2"/>
            </a:avLst>
          </a:pr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Esta carencia se subsano con cambio de teflón (ya se encontraba en mal estado) en las uniones</a:t>
            </a:r>
            <a:endParaRPr/>
          </a:p>
        </p:txBody>
      </p:sp>
      <p:grpSp>
        <p:nvGrpSpPr>
          <p:cNvPr id="920" name="Google Shape;920;p42"/>
          <p:cNvGrpSpPr/>
          <p:nvPr/>
        </p:nvGrpSpPr>
        <p:grpSpPr>
          <a:xfrm>
            <a:off x="838200" y="1792250"/>
            <a:ext cx="3849937" cy="2610799"/>
            <a:chOff x="838200" y="1792250"/>
            <a:chExt cx="3849937" cy="2610799"/>
          </a:xfrm>
        </p:grpSpPr>
        <p:pic>
          <p:nvPicPr>
            <p:cNvPr id="921" name="Google Shape;921;p42"/>
            <p:cNvPicPr preferRelativeResize="0"/>
            <p:nvPr/>
          </p:nvPicPr>
          <p:blipFill rotWithShape="1">
            <a:blip r:embed="rId3">
              <a:alphaModFix/>
            </a:blip>
            <a:srcRect b="0" l="0" r="0" t="0"/>
            <a:stretch/>
          </p:blipFill>
          <p:spPr>
            <a:xfrm>
              <a:off x="1036137" y="2025631"/>
              <a:ext cx="1917891" cy="1669532"/>
            </a:xfrm>
            <a:prstGeom prst="rect">
              <a:avLst/>
            </a:prstGeom>
            <a:noFill/>
            <a:ln>
              <a:noFill/>
            </a:ln>
          </p:spPr>
        </p:pic>
        <p:pic>
          <p:nvPicPr>
            <p:cNvPr id="922" name="Google Shape;922;p42"/>
            <p:cNvPicPr preferRelativeResize="0"/>
            <p:nvPr/>
          </p:nvPicPr>
          <p:blipFill rotWithShape="1">
            <a:blip r:embed="rId4">
              <a:alphaModFix/>
            </a:blip>
            <a:srcRect b="0" l="0" r="0" t="0"/>
            <a:stretch/>
          </p:blipFill>
          <p:spPr>
            <a:xfrm>
              <a:off x="3304776" y="1970651"/>
              <a:ext cx="1244333" cy="1669532"/>
            </a:xfrm>
            <a:prstGeom prst="rect">
              <a:avLst/>
            </a:prstGeom>
            <a:noFill/>
            <a:ln>
              <a:noFill/>
            </a:ln>
          </p:spPr>
        </p:pic>
        <p:sp>
          <p:nvSpPr>
            <p:cNvPr id="923" name="Google Shape;923;p42"/>
            <p:cNvSpPr txBox="1"/>
            <p:nvPr/>
          </p:nvSpPr>
          <p:spPr>
            <a:xfrm>
              <a:off x="1036137" y="3695163"/>
              <a:ext cx="191789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Manómetro del compresor</a:t>
              </a:r>
              <a:endParaRPr/>
            </a:p>
          </p:txBody>
        </p:sp>
        <p:sp>
          <p:nvSpPr>
            <p:cNvPr id="924" name="Google Shape;924;p42"/>
            <p:cNvSpPr txBox="1"/>
            <p:nvPr/>
          </p:nvSpPr>
          <p:spPr>
            <a:xfrm>
              <a:off x="3165746" y="3695163"/>
              <a:ext cx="1522391"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Manómetro del filtro</a:t>
              </a:r>
              <a:endParaRPr/>
            </a:p>
          </p:txBody>
        </p:sp>
        <p:sp>
          <p:nvSpPr>
            <p:cNvPr id="925" name="Google Shape;925;p42"/>
            <p:cNvSpPr/>
            <p:nvPr/>
          </p:nvSpPr>
          <p:spPr>
            <a:xfrm>
              <a:off x="838200" y="1792250"/>
              <a:ext cx="3849937" cy="2610799"/>
            </a:xfrm>
            <a:prstGeom prst="round2DiagRect">
              <a:avLst>
                <a:gd fmla="val 16667" name="adj1"/>
                <a:gd fmla="val 0" name="adj2"/>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926" name="Google Shape;926;p42"/>
          <p:cNvGrpSpPr/>
          <p:nvPr/>
        </p:nvGrpSpPr>
        <p:grpSpPr>
          <a:xfrm>
            <a:off x="4688137" y="1823022"/>
            <a:ext cx="6296238" cy="2123676"/>
            <a:chOff x="4688137" y="1823022"/>
            <a:chExt cx="6296238" cy="2123676"/>
          </a:xfrm>
        </p:grpSpPr>
        <p:sp>
          <p:nvSpPr>
            <p:cNvPr id="927" name="Google Shape;927;p42"/>
            <p:cNvSpPr/>
            <p:nvPr/>
          </p:nvSpPr>
          <p:spPr>
            <a:xfrm>
              <a:off x="7322138" y="1823022"/>
              <a:ext cx="3662237" cy="1123712"/>
            </a:xfrm>
            <a:prstGeom prst="round2DiagRect">
              <a:avLst>
                <a:gd fmla="val 16667" name="adj1"/>
                <a:gd fmla="val 0" name="adj2"/>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presión máxima recomendada para sistemas neumáticos es 8 Bar </a:t>
              </a:r>
              <a:endParaRPr/>
            </a:p>
          </p:txBody>
        </p:sp>
        <p:sp>
          <p:nvSpPr>
            <p:cNvPr id="928" name="Google Shape;928;p42"/>
            <p:cNvSpPr/>
            <p:nvPr/>
          </p:nvSpPr>
          <p:spPr>
            <a:xfrm>
              <a:off x="4877101" y="1838935"/>
              <a:ext cx="1917891" cy="2107763"/>
            </a:xfrm>
            <a:prstGeom prst="round2DiagRect">
              <a:avLst>
                <a:gd fmla="val 16667" name="adj1"/>
                <a:gd fmla="val 0" name="adj2"/>
              </a:avLst>
            </a:prstGeom>
            <a:noFill/>
            <a:ln cap="flat" cmpd="sng" w="2857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Se puede monitorizar la presión de funcionamiento con ambos manómetros</a:t>
              </a:r>
              <a:endParaRPr/>
            </a:p>
          </p:txBody>
        </p:sp>
        <p:cxnSp>
          <p:nvCxnSpPr>
            <p:cNvPr id="929" name="Google Shape;929;p42"/>
            <p:cNvCxnSpPr/>
            <p:nvPr/>
          </p:nvCxnSpPr>
          <p:spPr>
            <a:xfrm>
              <a:off x="4688137" y="2946734"/>
              <a:ext cx="188964" cy="0"/>
            </a:xfrm>
            <a:prstGeom prst="straightConnector1">
              <a:avLst/>
            </a:prstGeom>
            <a:noFill/>
            <a:ln cap="flat" cmpd="sng" w="28575">
              <a:solidFill>
                <a:schemeClr val="dk1"/>
              </a:solidFill>
              <a:prstDash val="solid"/>
              <a:miter lim="800000"/>
              <a:headEnd len="sm" w="sm" type="none"/>
              <a:tailEnd len="med" w="med" type="triangle"/>
            </a:ln>
          </p:spPr>
        </p:cxnSp>
        <p:cxnSp>
          <p:nvCxnSpPr>
            <p:cNvPr id="930" name="Google Shape;930;p42"/>
            <p:cNvCxnSpPr>
              <a:endCxn id="927" idx="2"/>
            </p:cNvCxnSpPr>
            <p:nvPr/>
          </p:nvCxnSpPr>
          <p:spPr>
            <a:xfrm>
              <a:off x="6795038" y="2384878"/>
              <a:ext cx="527100" cy="0"/>
            </a:xfrm>
            <a:prstGeom prst="straightConnector1">
              <a:avLst/>
            </a:prstGeom>
            <a:noFill/>
            <a:ln cap="flat" cmpd="sng" w="28575">
              <a:solidFill>
                <a:schemeClr val="dk1"/>
              </a:solidFill>
              <a:prstDash val="solid"/>
              <a:miter lim="800000"/>
              <a:headEnd len="sm" w="sm" type="none"/>
              <a:tailEnd len="med" w="med" type="triangle"/>
            </a:ln>
          </p:spPr>
        </p:cxnSp>
      </p:grpSp>
      <p:cxnSp>
        <p:nvCxnSpPr>
          <p:cNvPr id="931" name="Google Shape;931;p42"/>
          <p:cNvCxnSpPr>
            <a:stCxn id="927" idx="1"/>
          </p:cNvCxnSpPr>
          <p:nvPr/>
        </p:nvCxnSpPr>
        <p:spPr>
          <a:xfrm flipH="1">
            <a:off x="9149057" y="2946734"/>
            <a:ext cx="4200" cy="297000"/>
          </a:xfrm>
          <a:prstGeom prst="straightConnector1">
            <a:avLst/>
          </a:prstGeom>
          <a:noFill/>
          <a:ln cap="flat" cmpd="sng" w="28575">
            <a:solidFill>
              <a:schemeClr val="dk1"/>
            </a:solidFill>
            <a:prstDash val="solid"/>
            <a:miter lim="800000"/>
            <a:headEnd len="sm" w="sm" type="none"/>
            <a:tailEnd len="med" w="med" type="triangle"/>
          </a:ln>
        </p:spPr>
      </p:cxnSp>
      <p:grpSp>
        <p:nvGrpSpPr>
          <p:cNvPr id="932" name="Google Shape;932;p42"/>
          <p:cNvGrpSpPr/>
          <p:nvPr/>
        </p:nvGrpSpPr>
        <p:grpSpPr>
          <a:xfrm>
            <a:off x="7089448" y="4367511"/>
            <a:ext cx="4482407" cy="2145372"/>
            <a:chOff x="7089448" y="4367511"/>
            <a:chExt cx="4482407" cy="2145372"/>
          </a:xfrm>
        </p:grpSpPr>
        <p:sp>
          <p:nvSpPr>
            <p:cNvPr id="933" name="Google Shape;933;p42"/>
            <p:cNvSpPr/>
            <p:nvPr/>
          </p:nvSpPr>
          <p:spPr>
            <a:xfrm>
              <a:off x="7089448" y="4708134"/>
              <a:ext cx="4482407" cy="1804749"/>
            </a:xfrm>
            <a:prstGeom prst="round2DiagRect">
              <a:avLst>
                <a:gd fmla="val 16667" name="adj1"/>
                <a:gd fmla="val 0" name="adj2"/>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Se encontró, empíricamente, que el sistema puede operar con presiones mayores a 4 Bar, y para evitar el desgaste de los equipos, monitorizar que las presiones no lleguen al máximo</a:t>
              </a:r>
              <a:endParaRPr/>
            </a:p>
          </p:txBody>
        </p:sp>
        <p:cxnSp>
          <p:nvCxnSpPr>
            <p:cNvPr id="934" name="Google Shape;934;p42"/>
            <p:cNvCxnSpPr/>
            <p:nvPr/>
          </p:nvCxnSpPr>
          <p:spPr>
            <a:xfrm>
              <a:off x="9149080" y="4367511"/>
              <a:ext cx="0" cy="301009"/>
            </a:xfrm>
            <a:prstGeom prst="straightConnector1">
              <a:avLst/>
            </a:prstGeom>
            <a:noFill/>
            <a:ln cap="flat" cmpd="sng" w="28575">
              <a:solidFill>
                <a:schemeClr val="dk1"/>
              </a:solidFill>
              <a:prstDash val="solid"/>
              <a:miter lim="800000"/>
              <a:headEnd len="sm" w="sm" type="none"/>
              <a:tailEnd len="med" w="med" type="triangle"/>
            </a:ln>
          </p:spPr>
        </p:cxnSp>
      </p:grpSp>
      <p:cxnSp>
        <p:nvCxnSpPr>
          <p:cNvPr id="935" name="Google Shape;935;p42"/>
          <p:cNvCxnSpPr/>
          <p:nvPr/>
        </p:nvCxnSpPr>
        <p:spPr>
          <a:xfrm>
            <a:off x="6690049" y="4152122"/>
            <a:ext cx="399399" cy="0"/>
          </a:xfrm>
          <a:prstGeom prst="straightConnector1">
            <a:avLst/>
          </a:prstGeom>
          <a:noFill/>
          <a:ln cap="flat" cmpd="sng" w="28575">
            <a:solidFill>
              <a:srgbClr val="FF0000"/>
            </a:solidFill>
            <a:prstDash val="solid"/>
            <a:miter lim="800000"/>
            <a:headEnd len="sm" w="sm" type="none"/>
            <a:tailEnd len="med" w="med" type="triangle"/>
          </a:ln>
        </p:spPr>
      </p:cxnSp>
      <p:cxnSp>
        <p:nvCxnSpPr>
          <p:cNvPr id="936" name="Google Shape;936;p42"/>
          <p:cNvCxnSpPr/>
          <p:nvPr/>
        </p:nvCxnSpPr>
        <p:spPr>
          <a:xfrm>
            <a:off x="6690049" y="4152122"/>
            <a:ext cx="0" cy="1113199"/>
          </a:xfrm>
          <a:prstGeom prst="straightConnector1">
            <a:avLst/>
          </a:prstGeom>
          <a:noFill/>
          <a:ln cap="flat" cmpd="sng" w="28575">
            <a:solidFill>
              <a:srgbClr val="FF0000"/>
            </a:solidFill>
            <a:prstDash val="solid"/>
            <a:miter lim="800000"/>
            <a:headEnd len="sm" w="sm" type="none"/>
            <a:tailEnd len="sm" w="sm" type="none"/>
          </a:ln>
        </p:spPr>
      </p:cxnSp>
      <p:cxnSp>
        <p:nvCxnSpPr>
          <p:cNvPr id="937" name="Google Shape;937;p42"/>
          <p:cNvCxnSpPr>
            <a:endCxn id="919" idx="0"/>
          </p:cNvCxnSpPr>
          <p:nvPr/>
        </p:nvCxnSpPr>
        <p:spPr>
          <a:xfrm rot="10800000">
            <a:off x="6269292" y="5265321"/>
            <a:ext cx="420900" cy="0"/>
          </a:xfrm>
          <a:prstGeom prst="straightConnector1">
            <a:avLst/>
          </a:prstGeom>
          <a:noFill/>
          <a:ln cap="flat" cmpd="sng" w="28575">
            <a:solidFill>
              <a:srgbClr val="FF0000"/>
            </a:solidFill>
            <a:prstDash val="solid"/>
            <a:miter lim="800000"/>
            <a:headEnd len="sm" w="sm" type="none"/>
            <a:tailEnd len="med" w="med" type="triangle"/>
          </a:ln>
        </p:spPr>
      </p:cxn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0"/>
                                        </p:tgtEl>
                                        <p:attrNameLst>
                                          <p:attrName>style.visibility</p:attrName>
                                        </p:attrNameLst>
                                      </p:cBhvr>
                                      <p:to>
                                        <p:strVal val="visible"/>
                                      </p:to>
                                    </p:set>
                                    <p:animEffect filter="fade" transition="in">
                                      <p:cBhvr>
                                        <p:cTn dur="500"/>
                                        <p:tgtEl>
                                          <p:spTgt spid="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500"/>
                                        <p:tgtEl>
                                          <p:spTgt spid="9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gtEl>
                                        <p:attrNameLst>
                                          <p:attrName>style.visibility</p:attrName>
                                        </p:attrNameLst>
                                      </p:cBhvr>
                                      <p:to>
                                        <p:strVal val="visible"/>
                                      </p:to>
                                    </p:set>
                                    <p:animEffect filter="fade" transition="in">
                                      <p:cBhvr>
                                        <p:cTn dur="500"/>
                                        <p:tgtEl>
                                          <p:spTgt spid="931"/>
                                        </p:tgtEl>
                                      </p:cBhvr>
                                    </p:animEffect>
                                  </p:childTnLst>
                                </p:cTn>
                              </p:par>
                              <p:par>
                                <p:cTn fill="hold" nodeType="withEffect" presetClass="entr" presetID="10" presetSubtype="0">
                                  <p:stCondLst>
                                    <p:cond delay="0"/>
                                  </p:stCondLst>
                                  <p:childTnLst>
                                    <p:set>
                                      <p:cBhvr>
                                        <p:cTn dur="1" fill="hold">
                                          <p:stCondLst>
                                            <p:cond delay="0"/>
                                          </p:stCondLst>
                                        </p:cTn>
                                        <p:tgtEl>
                                          <p:spTgt spid="918"/>
                                        </p:tgtEl>
                                        <p:attrNameLst>
                                          <p:attrName>style.visibility</p:attrName>
                                        </p:attrNameLst>
                                      </p:cBhvr>
                                      <p:to>
                                        <p:strVal val="visible"/>
                                      </p:to>
                                    </p:set>
                                    <p:animEffect filter="fade" transition="in">
                                      <p:cBhvr>
                                        <p:cTn dur="500"/>
                                        <p:tgtEl>
                                          <p:spTgt spid="918"/>
                                        </p:tgtEl>
                                      </p:cBhvr>
                                    </p:animEffect>
                                  </p:childTnLst>
                                </p:cTn>
                              </p:par>
                              <p:par>
                                <p:cTn fill="hold" nodeType="with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500"/>
                                        <p:tgtEl>
                                          <p:spTgt spid="935"/>
                                        </p:tgtEl>
                                      </p:cBhvr>
                                    </p:animEffect>
                                  </p:childTnLst>
                                </p:cTn>
                              </p:par>
                              <p:par>
                                <p:cTn fill="hold" nodeType="with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500"/>
                                        <p:tgtEl>
                                          <p:spTgt spid="936"/>
                                        </p:tgtEl>
                                      </p:cBhvr>
                                    </p:animEffect>
                                  </p:childTnLst>
                                </p:cTn>
                              </p:par>
                              <p:par>
                                <p:cTn fill="hold" nodeType="with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500"/>
                                        <p:tgtEl>
                                          <p:spTgt spid="937"/>
                                        </p:tgtEl>
                                      </p:cBhvr>
                                    </p:animEffect>
                                  </p:childTnLst>
                                </p:cTn>
                              </p:par>
                              <p:par>
                                <p:cTn fill="hold" nodeType="with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500"/>
                                        <p:tgtEl>
                                          <p:spTgt spid="9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500"/>
                                        <p:tgtEl>
                                          <p:spTgt spid="9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Instrumentos del propio proceso – Indicadores visuales</a:t>
            </a:r>
            <a:endParaRPr/>
          </a:p>
        </p:txBody>
      </p:sp>
      <p:sp>
        <p:nvSpPr>
          <p:cNvPr id="943" name="Google Shape;943;p43"/>
          <p:cNvSpPr txBox="1"/>
          <p:nvPr>
            <p:ph idx="1" type="body"/>
          </p:nvPr>
        </p:nvSpPr>
        <p:spPr>
          <a:xfrm>
            <a:off x="838200" y="1825625"/>
            <a:ext cx="9444135" cy="108552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s-BO"/>
              <a:t>Los indicadores visuales están en cada sensor (switch) que esta en el proceso. </a:t>
            </a:r>
            <a:endParaRPr/>
          </a:p>
          <a:p>
            <a:pPr indent="-228600" lvl="0" marL="228600" rtl="0" algn="l">
              <a:lnSpc>
                <a:spcPct val="90000"/>
              </a:lnSpc>
              <a:spcBef>
                <a:spcPts val="1000"/>
              </a:spcBef>
              <a:spcAft>
                <a:spcPts val="0"/>
              </a:spcAft>
              <a:buClr>
                <a:schemeClr val="dk1"/>
              </a:buClr>
              <a:buSzPts val="2000"/>
              <a:buChar char="•"/>
            </a:pPr>
            <a:r>
              <a:rPr lang="es-BO"/>
              <a:t>Los indicadores visuales permiten conocer el estado (0 o 1) de distintas variables.</a:t>
            </a:r>
            <a:endParaRPr/>
          </a:p>
        </p:txBody>
      </p:sp>
      <p:sp>
        <p:nvSpPr>
          <p:cNvPr id="944" name="Google Shape;944;p43"/>
          <p:cNvSpPr txBox="1"/>
          <p:nvPr/>
        </p:nvSpPr>
        <p:spPr>
          <a:xfrm>
            <a:off x="1203649" y="4147829"/>
            <a:ext cx="2864498" cy="101566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Entre las variables que nos permiten conocer están</a:t>
            </a:r>
            <a:endParaRPr/>
          </a:p>
        </p:txBody>
      </p:sp>
      <p:grpSp>
        <p:nvGrpSpPr>
          <p:cNvPr id="945" name="Google Shape;945;p43"/>
          <p:cNvGrpSpPr/>
          <p:nvPr/>
        </p:nvGrpSpPr>
        <p:grpSpPr>
          <a:xfrm>
            <a:off x="4068147" y="2830285"/>
            <a:ext cx="5237584" cy="1825376"/>
            <a:chOff x="4068147" y="2830285"/>
            <a:chExt cx="5237584" cy="1825376"/>
          </a:xfrm>
        </p:grpSpPr>
        <p:sp>
          <p:nvSpPr>
            <p:cNvPr id="946" name="Google Shape;946;p43"/>
            <p:cNvSpPr txBox="1"/>
            <p:nvPr/>
          </p:nvSpPr>
          <p:spPr>
            <a:xfrm>
              <a:off x="6441233" y="2830285"/>
              <a:ext cx="2864498" cy="70788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Cilindros neumáticos retraídos o extendidos </a:t>
              </a:r>
              <a:endParaRPr/>
            </a:p>
          </p:txBody>
        </p:sp>
        <p:cxnSp>
          <p:nvCxnSpPr>
            <p:cNvPr id="947" name="Google Shape;947;p43"/>
            <p:cNvCxnSpPr>
              <a:stCxn id="944" idx="3"/>
            </p:cNvCxnSpPr>
            <p:nvPr/>
          </p:nvCxnSpPr>
          <p:spPr>
            <a:xfrm>
              <a:off x="4068147" y="4655661"/>
              <a:ext cx="363900" cy="0"/>
            </a:xfrm>
            <a:prstGeom prst="straightConnector1">
              <a:avLst/>
            </a:prstGeom>
            <a:noFill/>
            <a:ln cap="flat" cmpd="sng" w="28575">
              <a:solidFill>
                <a:srgbClr val="002060"/>
              </a:solidFill>
              <a:prstDash val="solid"/>
              <a:miter lim="800000"/>
              <a:headEnd len="sm" w="sm" type="none"/>
              <a:tailEnd len="sm" w="sm" type="none"/>
            </a:ln>
          </p:spPr>
        </p:cxnSp>
        <p:cxnSp>
          <p:nvCxnSpPr>
            <p:cNvPr id="948" name="Google Shape;948;p43"/>
            <p:cNvCxnSpPr/>
            <p:nvPr/>
          </p:nvCxnSpPr>
          <p:spPr>
            <a:xfrm>
              <a:off x="4432041" y="3153450"/>
              <a:ext cx="0" cy="1317544"/>
            </a:xfrm>
            <a:prstGeom prst="straightConnector1">
              <a:avLst/>
            </a:prstGeom>
            <a:noFill/>
            <a:ln cap="flat" cmpd="sng" w="28575">
              <a:solidFill>
                <a:srgbClr val="002060"/>
              </a:solidFill>
              <a:prstDash val="solid"/>
              <a:miter lim="800000"/>
              <a:headEnd len="sm" w="sm" type="none"/>
              <a:tailEnd len="sm" w="sm" type="none"/>
            </a:ln>
          </p:spPr>
        </p:cxnSp>
        <p:cxnSp>
          <p:nvCxnSpPr>
            <p:cNvPr id="949" name="Google Shape;949;p43"/>
            <p:cNvCxnSpPr>
              <a:endCxn id="946" idx="1"/>
            </p:cNvCxnSpPr>
            <p:nvPr/>
          </p:nvCxnSpPr>
          <p:spPr>
            <a:xfrm>
              <a:off x="4432133" y="3153328"/>
              <a:ext cx="2009100" cy="30900"/>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950" name="Google Shape;950;p43"/>
          <p:cNvGrpSpPr/>
          <p:nvPr/>
        </p:nvGrpSpPr>
        <p:grpSpPr>
          <a:xfrm>
            <a:off x="4432041" y="3692976"/>
            <a:ext cx="4873690" cy="1015663"/>
            <a:chOff x="4432041" y="3692976"/>
            <a:chExt cx="4873690" cy="1015663"/>
          </a:xfrm>
        </p:grpSpPr>
        <p:sp>
          <p:nvSpPr>
            <p:cNvPr id="951" name="Google Shape;951;p43"/>
            <p:cNvSpPr txBox="1"/>
            <p:nvPr/>
          </p:nvSpPr>
          <p:spPr>
            <a:xfrm>
              <a:off x="6441233" y="3692976"/>
              <a:ext cx="2864498" cy="101566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Cilindros neumáticos rotatorios: giro horario o antihorario</a:t>
              </a:r>
              <a:endParaRPr/>
            </a:p>
          </p:txBody>
        </p:sp>
        <p:cxnSp>
          <p:nvCxnSpPr>
            <p:cNvPr id="952" name="Google Shape;952;p43"/>
            <p:cNvCxnSpPr/>
            <p:nvPr/>
          </p:nvCxnSpPr>
          <p:spPr>
            <a:xfrm>
              <a:off x="4432041" y="4256590"/>
              <a:ext cx="2009192" cy="18518"/>
            </a:xfrm>
            <a:prstGeom prst="straightConnector1">
              <a:avLst/>
            </a:prstGeom>
            <a:noFill/>
            <a:ln cap="flat" cmpd="sng" w="28575">
              <a:solidFill>
                <a:srgbClr val="002060"/>
              </a:solidFill>
              <a:prstDash val="solid"/>
              <a:miter lim="800000"/>
              <a:headEnd len="sm" w="sm" type="none"/>
              <a:tailEnd len="med" w="med" type="triangle"/>
            </a:ln>
          </p:spPr>
        </p:cxnSp>
      </p:grpSp>
      <p:grpSp>
        <p:nvGrpSpPr>
          <p:cNvPr id="953" name="Google Shape;953;p43"/>
          <p:cNvGrpSpPr/>
          <p:nvPr/>
        </p:nvGrpSpPr>
        <p:grpSpPr>
          <a:xfrm>
            <a:off x="4432041" y="4470994"/>
            <a:ext cx="4873690" cy="1121611"/>
            <a:chOff x="4432041" y="4470994"/>
            <a:chExt cx="4873690" cy="1121611"/>
          </a:xfrm>
        </p:grpSpPr>
        <p:sp>
          <p:nvSpPr>
            <p:cNvPr id="954" name="Google Shape;954;p43"/>
            <p:cNvSpPr txBox="1"/>
            <p:nvPr/>
          </p:nvSpPr>
          <p:spPr>
            <a:xfrm>
              <a:off x="6441233" y="4884719"/>
              <a:ext cx="2864498" cy="70788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Presencia de cualquier objeto frente al sensor</a:t>
              </a:r>
              <a:endParaRPr/>
            </a:p>
          </p:txBody>
        </p:sp>
        <p:cxnSp>
          <p:nvCxnSpPr>
            <p:cNvPr id="955" name="Google Shape;955;p43"/>
            <p:cNvCxnSpPr>
              <a:endCxn id="954" idx="1"/>
            </p:cNvCxnSpPr>
            <p:nvPr/>
          </p:nvCxnSpPr>
          <p:spPr>
            <a:xfrm>
              <a:off x="4432133" y="5207462"/>
              <a:ext cx="2009100" cy="31200"/>
            </a:xfrm>
            <a:prstGeom prst="straightConnector1">
              <a:avLst/>
            </a:prstGeom>
            <a:noFill/>
            <a:ln cap="flat" cmpd="sng" w="28575">
              <a:solidFill>
                <a:srgbClr val="002060"/>
              </a:solidFill>
              <a:prstDash val="solid"/>
              <a:miter lim="800000"/>
              <a:headEnd len="sm" w="sm" type="none"/>
              <a:tailEnd len="med" w="med" type="triangle"/>
            </a:ln>
          </p:spPr>
        </p:cxnSp>
        <p:cxnSp>
          <p:nvCxnSpPr>
            <p:cNvPr id="956" name="Google Shape;956;p43"/>
            <p:cNvCxnSpPr/>
            <p:nvPr/>
          </p:nvCxnSpPr>
          <p:spPr>
            <a:xfrm>
              <a:off x="4432041" y="4470994"/>
              <a:ext cx="0" cy="736360"/>
            </a:xfrm>
            <a:prstGeom prst="straightConnector1">
              <a:avLst/>
            </a:prstGeom>
            <a:noFill/>
            <a:ln cap="flat" cmpd="sng" w="28575">
              <a:solidFill>
                <a:srgbClr val="002060"/>
              </a:solidFill>
              <a:prstDash val="solid"/>
              <a:miter lim="800000"/>
              <a:headEnd len="sm" w="sm" type="none"/>
              <a:tailEnd len="sm" w="sm" type="none"/>
            </a:ln>
          </p:spPr>
        </p:cxnSp>
      </p:grpSp>
      <p:grpSp>
        <p:nvGrpSpPr>
          <p:cNvPr id="957" name="Google Shape;957;p43"/>
          <p:cNvGrpSpPr/>
          <p:nvPr/>
        </p:nvGrpSpPr>
        <p:grpSpPr>
          <a:xfrm>
            <a:off x="4432041" y="5207354"/>
            <a:ext cx="4873690" cy="1299993"/>
            <a:chOff x="4432041" y="5207354"/>
            <a:chExt cx="4873690" cy="1299993"/>
          </a:xfrm>
        </p:grpSpPr>
        <p:sp>
          <p:nvSpPr>
            <p:cNvPr id="958" name="Google Shape;958;p43"/>
            <p:cNvSpPr txBox="1"/>
            <p:nvPr/>
          </p:nvSpPr>
          <p:spPr>
            <a:xfrm>
              <a:off x="6441233" y="5799461"/>
              <a:ext cx="2864498" cy="70788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Presencia objetos metálicos frente al sensor</a:t>
              </a:r>
              <a:endParaRPr/>
            </a:p>
          </p:txBody>
        </p:sp>
        <p:cxnSp>
          <p:nvCxnSpPr>
            <p:cNvPr id="959" name="Google Shape;959;p43"/>
            <p:cNvCxnSpPr>
              <a:endCxn id="958" idx="1"/>
            </p:cNvCxnSpPr>
            <p:nvPr/>
          </p:nvCxnSpPr>
          <p:spPr>
            <a:xfrm>
              <a:off x="4432133" y="6122504"/>
              <a:ext cx="2009100" cy="30900"/>
            </a:xfrm>
            <a:prstGeom prst="straightConnector1">
              <a:avLst/>
            </a:prstGeom>
            <a:noFill/>
            <a:ln cap="flat" cmpd="sng" w="28575">
              <a:solidFill>
                <a:srgbClr val="002060"/>
              </a:solidFill>
              <a:prstDash val="solid"/>
              <a:miter lim="800000"/>
              <a:headEnd len="sm" w="sm" type="none"/>
              <a:tailEnd len="med" w="med" type="triangle"/>
            </a:ln>
          </p:spPr>
        </p:cxnSp>
        <p:cxnSp>
          <p:nvCxnSpPr>
            <p:cNvPr id="960" name="Google Shape;960;p43"/>
            <p:cNvCxnSpPr/>
            <p:nvPr/>
          </p:nvCxnSpPr>
          <p:spPr>
            <a:xfrm flipH="1">
              <a:off x="4432041" y="5207354"/>
              <a:ext cx="249" cy="915272"/>
            </a:xfrm>
            <a:prstGeom prst="straightConnector1">
              <a:avLst/>
            </a:prstGeom>
            <a:noFill/>
            <a:ln cap="flat" cmpd="sng" w="28575">
              <a:solidFill>
                <a:srgbClr val="002060"/>
              </a:solidFill>
              <a:prstDash val="solid"/>
              <a:miter lim="800000"/>
              <a:headEnd len="sm" w="sm" type="none"/>
              <a:tailEnd len="sm" w="sm" type="none"/>
            </a:ln>
          </p:spPr>
        </p:cxn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500"/>
                                        <p:tgtEl>
                                          <p:spTgt spid="9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0"/>
                                        </p:tgtEl>
                                        <p:attrNameLst>
                                          <p:attrName>style.visibility</p:attrName>
                                        </p:attrNameLst>
                                      </p:cBhvr>
                                      <p:to>
                                        <p:strVal val="visible"/>
                                      </p:to>
                                    </p:set>
                                    <p:animEffect filter="fade" transition="in">
                                      <p:cBhvr>
                                        <p:cTn dur="500"/>
                                        <p:tgtEl>
                                          <p:spTgt spid="9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3"/>
                                        </p:tgtEl>
                                        <p:attrNameLst>
                                          <p:attrName>style.visibility</p:attrName>
                                        </p:attrNameLst>
                                      </p:cBhvr>
                                      <p:to>
                                        <p:strVal val="visible"/>
                                      </p:to>
                                    </p:set>
                                    <p:animEffect filter="fade" transition="in">
                                      <p:cBhvr>
                                        <p:cTn dur="500"/>
                                        <p:tgtEl>
                                          <p:spTgt spid="9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gtEl>
                                        <p:attrNameLst>
                                          <p:attrName>style.visibility</p:attrName>
                                        </p:attrNameLst>
                                      </p:cBhvr>
                                      <p:to>
                                        <p:strVal val="visible"/>
                                      </p:to>
                                    </p:set>
                                    <p:animEffect filter="fade" transition="in">
                                      <p:cBhvr>
                                        <p:cTn dur="500"/>
                                        <p:tgtEl>
                                          <p:spTgt spid="9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44"/>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grpSp>
        <p:nvGrpSpPr>
          <p:cNvPr id="966" name="Google Shape;966;p44"/>
          <p:cNvGrpSpPr/>
          <p:nvPr/>
        </p:nvGrpSpPr>
        <p:grpSpPr>
          <a:xfrm>
            <a:off x="1472339" y="463671"/>
            <a:ext cx="4273314" cy="2455383"/>
            <a:chOff x="1491057" y="527171"/>
            <a:chExt cx="3244946" cy="2455383"/>
          </a:xfrm>
        </p:grpSpPr>
        <p:sp>
          <p:nvSpPr>
            <p:cNvPr id="967" name="Google Shape;967;p44"/>
            <p:cNvSpPr/>
            <p:nvPr/>
          </p:nvSpPr>
          <p:spPr>
            <a:xfrm>
              <a:off x="3884431" y="2308886"/>
              <a:ext cx="851572" cy="673668"/>
            </a:xfrm>
            <a:custGeom>
              <a:rect b="b" l="l" r="r" t="t"/>
              <a:pathLst>
                <a:path extrusionOk="0" h="18920" w="19004">
                  <a:moveTo>
                    <a:pt x="656" y="0"/>
                  </a:moveTo>
                  <a:lnTo>
                    <a:pt x="1" y="655"/>
                  </a:lnTo>
                  <a:lnTo>
                    <a:pt x="18348" y="18919"/>
                  </a:lnTo>
                  <a:lnTo>
                    <a:pt x="19003" y="18264"/>
                  </a:lnTo>
                  <a:lnTo>
                    <a:pt x="656" y="0"/>
                  </a:ln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68" name="Google Shape;968;p44"/>
            <p:cNvSpPr/>
            <p:nvPr/>
          </p:nvSpPr>
          <p:spPr>
            <a:xfrm>
              <a:off x="1598884" y="573873"/>
              <a:ext cx="992352" cy="587440"/>
            </a:xfrm>
            <a:custGeom>
              <a:rect b="b" l="l" r="r" t="t"/>
              <a:pathLst>
                <a:path extrusionOk="0" h="16765" w="16754">
                  <a:moveTo>
                    <a:pt x="8371" y="0"/>
                  </a:moveTo>
                  <a:cubicBezTo>
                    <a:pt x="3751" y="0"/>
                    <a:pt x="1" y="3751"/>
                    <a:pt x="1" y="8382"/>
                  </a:cubicBezTo>
                  <a:cubicBezTo>
                    <a:pt x="1" y="13014"/>
                    <a:pt x="3751" y="16764"/>
                    <a:pt x="8371" y="16764"/>
                  </a:cubicBezTo>
                  <a:cubicBezTo>
                    <a:pt x="13003" y="16764"/>
                    <a:pt x="16753" y="13014"/>
                    <a:pt x="16753" y="8382"/>
                  </a:cubicBezTo>
                  <a:cubicBezTo>
                    <a:pt x="16753" y="3751"/>
                    <a:pt x="13003" y="0"/>
                    <a:pt x="8371"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Solenoide simple</a:t>
              </a:r>
              <a:endParaRPr b="0" i="0" sz="2000" u="none" cap="none" strike="noStrike">
                <a:solidFill>
                  <a:srgbClr val="000000"/>
                </a:solidFill>
                <a:latin typeface="Times New Roman"/>
                <a:ea typeface="Times New Roman"/>
                <a:cs typeface="Times New Roman"/>
                <a:sym typeface="Times New Roman"/>
              </a:endParaRPr>
            </a:p>
          </p:txBody>
        </p:sp>
        <p:sp>
          <p:nvSpPr>
            <p:cNvPr id="969" name="Google Shape;969;p44"/>
            <p:cNvSpPr/>
            <p:nvPr/>
          </p:nvSpPr>
          <p:spPr>
            <a:xfrm>
              <a:off x="1491057" y="527171"/>
              <a:ext cx="1165779" cy="689652"/>
            </a:xfrm>
            <a:custGeom>
              <a:rect b="b" l="l" r="r" t="t"/>
              <a:pathLst>
                <a:path extrusionOk="0" h="19682" w="19682">
                  <a:moveTo>
                    <a:pt x="9835" y="929"/>
                  </a:moveTo>
                  <a:cubicBezTo>
                    <a:pt x="14752" y="929"/>
                    <a:pt x="18753" y="4918"/>
                    <a:pt x="18753" y="9835"/>
                  </a:cubicBezTo>
                  <a:cubicBezTo>
                    <a:pt x="18753" y="14753"/>
                    <a:pt x="14752" y="18753"/>
                    <a:pt x="9835" y="18753"/>
                  </a:cubicBezTo>
                  <a:cubicBezTo>
                    <a:pt x="4918" y="18753"/>
                    <a:pt x="929" y="14753"/>
                    <a:pt x="929" y="9835"/>
                  </a:cubicBezTo>
                  <a:cubicBezTo>
                    <a:pt x="929" y="4918"/>
                    <a:pt x="4918" y="929"/>
                    <a:pt x="9835" y="929"/>
                  </a:cubicBezTo>
                  <a:close/>
                  <a:moveTo>
                    <a:pt x="9835" y="1"/>
                  </a:moveTo>
                  <a:cubicBezTo>
                    <a:pt x="4418" y="1"/>
                    <a:pt x="1" y="4418"/>
                    <a:pt x="1" y="9835"/>
                  </a:cubicBezTo>
                  <a:cubicBezTo>
                    <a:pt x="1" y="15265"/>
                    <a:pt x="4418" y="19682"/>
                    <a:pt x="9835" y="19682"/>
                  </a:cubicBezTo>
                  <a:cubicBezTo>
                    <a:pt x="15264" y="19682"/>
                    <a:pt x="19682" y="15265"/>
                    <a:pt x="19682" y="9835"/>
                  </a:cubicBezTo>
                  <a:cubicBezTo>
                    <a:pt x="19682" y="4418"/>
                    <a:pt x="15264" y="1"/>
                    <a:pt x="9835"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70" name="Google Shape;970;p44"/>
            <p:cNvSpPr/>
            <p:nvPr/>
          </p:nvSpPr>
          <p:spPr>
            <a:xfrm>
              <a:off x="2814714" y="1395291"/>
              <a:ext cx="1482722" cy="1178563"/>
            </a:xfrm>
            <a:custGeom>
              <a:rect b="b" l="l" r="r" t="t"/>
              <a:pathLst>
                <a:path extrusionOk="0" h="33100" w="33089">
                  <a:moveTo>
                    <a:pt x="16539" y="0"/>
                  </a:moveTo>
                  <a:cubicBezTo>
                    <a:pt x="7406" y="0"/>
                    <a:pt x="1" y="7418"/>
                    <a:pt x="1" y="16550"/>
                  </a:cubicBezTo>
                  <a:cubicBezTo>
                    <a:pt x="1" y="25682"/>
                    <a:pt x="7406" y="33100"/>
                    <a:pt x="16539" y="33100"/>
                  </a:cubicBezTo>
                  <a:cubicBezTo>
                    <a:pt x="25683" y="33100"/>
                    <a:pt x="33088" y="25682"/>
                    <a:pt x="33088" y="16550"/>
                  </a:cubicBezTo>
                  <a:cubicBezTo>
                    <a:pt x="33088" y="7418"/>
                    <a:pt x="25683" y="0"/>
                    <a:pt x="16539"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Electroválvula</a:t>
              </a:r>
              <a:endParaRPr/>
            </a:p>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4V110-06</a:t>
              </a:r>
              <a:endParaRPr/>
            </a:p>
          </p:txBody>
        </p:sp>
        <p:sp>
          <p:nvSpPr>
            <p:cNvPr id="971" name="Google Shape;971;p44"/>
            <p:cNvSpPr/>
            <p:nvPr/>
          </p:nvSpPr>
          <p:spPr>
            <a:xfrm>
              <a:off x="2697892" y="1320339"/>
              <a:ext cx="1193517" cy="715149"/>
            </a:xfrm>
            <a:custGeom>
              <a:rect b="b" l="l" r="r" t="t"/>
              <a:pathLst>
                <a:path extrusionOk="0" h="20085" w="26635">
                  <a:moveTo>
                    <a:pt x="19136" y="0"/>
                  </a:moveTo>
                  <a:cubicBezTo>
                    <a:pt x="18831" y="0"/>
                    <a:pt x="18524" y="7"/>
                    <a:pt x="18217" y="22"/>
                  </a:cubicBezTo>
                  <a:cubicBezTo>
                    <a:pt x="7942" y="546"/>
                    <a:pt x="0" y="9320"/>
                    <a:pt x="524" y="19595"/>
                  </a:cubicBezTo>
                  <a:lnTo>
                    <a:pt x="524" y="19655"/>
                  </a:lnTo>
                  <a:cubicBezTo>
                    <a:pt x="536" y="19898"/>
                    <a:pt x="738" y="20084"/>
                    <a:pt x="978" y="20084"/>
                  </a:cubicBezTo>
                  <a:cubicBezTo>
                    <a:pt x="986" y="20084"/>
                    <a:pt x="993" y="20084"/>
                    <a:pt x="1000" y="20084"/>
                  </a:cubicBezTo>
                  <a:cubicBezTo>
                    <a:pt x="1250" y="20072"/>
                    <a:pt x="1441" y="19857"/>
                    <a:pt x="1429" y="19607"/>
                  </a:cubicBezTo>
                  <a:lnTo>
                    <a:pt x="1417" y="19548"/>
                  </a:lnTo>
                  <a:cubicBezTo>
                    <a:pt x="929" y="9773"/>
                    <a:pt x="8489" y="1415"/>
                    <a:pt x="18265" y="927"/>
                  </a:cubicBezTo>
                  <a:cubicBezTo>
                    <a:pt x="18568" y="912"/>
                    <a:pt x="18871" y="904"/>
                    <a:pt x="19173" y="904"/>
                  </a:cubicBezTo>
                  <a:cubicBezTo>
                    <a:pt x="21509" y="904"/>
                    <a:pt x="23783" y="1353"/>
                    <a:pt x="25944" y="2260"/>
                  </a:cubicBezTo>
                  <a:cubicBezTo>
                    <a:pt x="26000" y="2283"/>
                    <a:pt x="26058" y="2293"/>
                    <a:pt x="26114" y="2293"/>
                  </a:cubicBezTo>
                  <a:cubicBezTo>
                    <a:pt x="26297" y="2293"/>
                    <a:pt x="26467" y="2183"/>
                    <a:pt x="26539" y="2010"/>
                  </a:cubicBezTo>
                  <a:cubicBezTo>
                    <a:pt x="26635" y="1784"/>
                    <a:pt x="26527" y="1522"/>
                    <a:pt x="26289" y="1427"/>
                  </a:cubicBezTo>
                  <a:cubicBezTo>
                    <a:pt x="24011" y="473"/>
                    <a:pt x="21610" y="0"/>
                    <a:pt x="19136"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72" name="Google Shape;972;p44"/>
            <p:cNvSpPr/>
            <p:nvPr/>
          </p:nvSpPr>
          <p:spPr>
            <a:xfrm>
              <a:off x="3897248" y="1494919"/>
              <a:ext cx="638678" cy="1162255"/>
            </a:xfrm>
            <a:custGeom>
              <a:rect b="b" l="l" r="r" t="t"/>
              <a:pathLst>
                <a:path extrusionOk="0" h="32642" w="14253">
                  <a:moveTo>
                    <a:pt x="7528" y="1"/>
                  </a:moveTo>
                  <a:cubicBezTo>
                    <a:pt x="7422" y="1"/>
                    <a:pt x="7320" y="35"/>
                    <a:pt x="7240" y="107"/>
                  </a:cubicBezTo>
                  <a:cubicBezTo>
                    <a:pt x="7049" y="274"/>
                    <a:pt x="7025" y="560"/>
                    <a:pt x="7192" y="750"/>
                  </a:cubicBezTo>
                  <a:cubicBezTo>
                    <a:pt x="11823" y="6037"/>
                    <a:pt x="13300" y="13442"/>
                    <a:pt x="11038" y="20086"/>
                  </a:cubicBezTo>
                  <a:cubicBezTo>
                    <a:pt x="9276" y="25301"/>
                    <a:pt x="5370" y="29563"/>
                    <a:pt x="334" y="31778"/>
                  </a:cubicBezTo>
                  <a:cubicBezTo>
                    <a:pt x="108" y="31885"/>
                    <a:pt x="1" y="32147"/>
                    <a:pt x="108" y="32373"/>
                  </a:cubicBezTo>
                  <a:cubicBezTo>
                    <a:pt x="178" y="32539"/>
                    <a:pt x="344" y="32641"/>
                    <a:pt x="517" y="32641"/>
                  </a:cubicBezTo>
                  <a:cubicBezTo>
                    <a:pt x="579" y="32641"/>
                    <a:pt x="643" y="32628"/>
                    <a:pt x="703" y="32599"/>
                  </a:cubicBezTo>
                  <a:cubicBezTo>
                    <a:pt x="5966" y="30278"/>
                    <a:pt x="10049" y="25825"/>
                    <a:pt x="11895" y="20384"/>
                  </a:cubicBezTo>
                  <a:cubicBezTo>
                    <a:pt x="14252" y="13430"/>
                    <a:pt x="12716" y="5679"/>
                    <a:pt x="7871" y="155"/>
                  </a:cubicBezTo>
                  <a:cubicBezTo>
                    <a:pt x="7823" y="95"/>
                    <a:pt x="7752" y="48"/>
                    <a:pt x="7680" y="24"/>
                  </a:cubicBezTo>
                  <a:cubicBezTo>
                    <a:pt x="7630" y="9"/>
                    <a:pt x="7578" y="1"/>
                    <a:pt x="7528"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73" name="Google Shape;973;p44"/>
            <p:cNvSpPr/>
            <p:nvPr/>
          </p:nvSpPr>
          <p:spPr>
            <a:xfrm>
              <a:off x="2450850" y="1292745"/>
              <a:ext cx="601351" cy="924799"/>
            </a:xfrm>
            <a:custGeom>
              <a:rect b="b" l="l" r="r" t="t"/>
              <a:pathLst>
                <a:path extrusionOk="0" h="25973" w="13420">
                  <a:moveTo>
                    <a:pt x="12893" y="0"/>
                  </a:moveTo>
                  <a:cubicBezTo>
                    <a:pt x="12833" y="0"/>
                    <a:pt x="12773" y="11"/>
                    <a:pt x="12717" y="35"/>
                  </a:cubicBezTo>
                  <a:cubicBezTo>
                    <a:pt x="12705" y="47"/>
                    <a:pt x="12681" y="58"/>
                    <a:pt x="12669" y="70"/>
                  </a:cubicBezTo>
                  <a:cubicBezTo>
                    <a:pt x="4085" y="5381"/>
                    <a:pt x="1" y="15882"/>
                    <a:pt x="2751" y="25609"/>
                  </a:cubicBezTo>
                  <a:lnTo>
                    <a:pt x="2751" y="25645"/>
                  </a:lnTo>
                  <a:cubicBezTo>
                    <a:pt x="2810" y="25841"/>
                    <a:pt x="2990" y="25973"/>
                    <a:pt x="3185" y="25973"/>
                  </a:cubicBezTo>
                  <a:cubicBezTo>
                    <a:pt x="3227" y="25973"/>
                    <a:pt x="3269" y="25967"/>
                    <a:pt x="3311" y="25955"/>
                  </a:cubicBezTo>
                  <a:cubicBezTo>
                    <a:pt x="3549" y="25895"/>
                    <a:pt x="3692" y="25645"/>
                    <a:pt x="3620" y="25407"/>
                  </a:cubicBezTo>
                  <a:lnTo>
                    <a:pt x="3608" y="25359"/>
                  </a:lnTo>
                  <a:cubicBezTo>
                    <a:pt x="977" y="16025"/>
                    <a:pt x="4894" y="5940"/>
                    <a:pt x="13145" y="832"/>
                  </a:cubicBezTo>
                  <a:cubicBezTo>
                    <a:pt x="13360" y="701"/>
                    <a:pt x="13419" y="428"/>
                    <a:pt x="13288" y="213"/>
                  </a:cubicBezTo>
                  <a:cubicBezTo>
                    <a:pt x="13202" y="76"/>
                    <a:pt x="13048" y="0"/>
                    <a:pt x="12893"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74" name="Google Shape;974;p44"/>
            <p:cNvSpPr/>
            <p:nvPr/>
          </p:nvSpPr>
          <p:spPr>
            <a:xfrm>
              <a:off x="2682925" y="2387933"/>
              <a:ext cx="1167393" cy="407262"/>
            </a:xfrm>
            <a:custGeom>
              <a:rect b="b" l="l" r="r" t="t"/>
              <a:pathLst>
                <a:path extrusionOk="0" h="11438" w="26052">
                  <a:moveTo>
                    <a:pt x="521" y="1"/>
                  </a:moveTo>
                  <a:cubicBezTo>
                    <a:pt x="458" y="1"/>
                    <a:pt x="394" y="14"/>
                    <a:pt x="334" y="42"/>
                  </a:cubicBezTo>
                  <a:cubicBezTo>
                    <a:pt x="311" y="54"/>
                    <a:pt x="299" y="66"/>
                    <a:pt x="287" y="66"/>
                  </a:cubicBezTo>
                  <a:cubicBezTo>
                    <a:pt x="72" y="197"/>
                    <a:pt x="1" y="483"/>
                    <a:pt x="132" y="697"/>
                  </a:cubicBezTo>
                  <a:cubicBezTo>
                    <a:pt x="4345" y="7473"/>
                    <a:pt x="11795" y="11437"/>
                    <a:pt x="19536" y="11437"/>
                  </a:cubicBezTo>
                  <a:cubicBezTo>
                    <a:pt x="21575" y="11437"/>
                    <a:pt x="23634" y="11162"/>
                    <a:pt x="25659" y="10591"/>
                  </a:cubicBezTo>
                  <a:cubicBezTo>
                    <a:pt x="25659" y="10591"/>
                    <a:pt x="25683" y="10579"/>
                    <a:pt x="25695" y="10579"/>
                  </a:cubicBezTo>
                  <a:cubicBezTo>
                    <a:pt x="25933" y="10520"/>
                    <a:pt x="26052" y="10270"/>
                    <a:pt x="25980" y="10032"/>
                  </a:cubicBezTo>
                  <a:cubicBezTo>
                    <a:pt x="25931" y="9835"/>
                    <a:pt x="25744" y="9704"/>
                    <a:pt x="25547" y="9704"/>
                  </a:cubicBezTo>
                  <a:cubicBezTo>
                    <a:pt x="25505" y="9704"/>
                    <a:pt x="25463" y="9710"/>
                    <a:pt x="25421" y="9722"/>
                  </a:cubicBezTo>
                  <a:cubicBezTo>
                    <a:pt x="23476" y="10270"/>
                    <a:pt x="21498" y="10534"/>
                    <a:pt x="19540" y="10534"/>
                  </a:cubicBezTo>
                  <a:cubicBezTo>
                    <a:pt x="12100" y="10534"/>
                    <a:pt x="4940" y="6724"/>
                    <a:pt x="906" y="221"/>
                  </a:cubicBezTo>
                  <a:cubicBezTo>
                    <a:pt x="822" y="78"/>
                    <a:pt x="673" y="1"/>
                    <a:pt x="521"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75" name="Google Shape;975;p44"/>
            <p:cNvSpPr/>
            <p:nvPr/>
          </p:nvSpPr>
          <p:spPr>
            <a:xfrm>
              <a:off x="2577845" y="1250871"/>
              <a:ext cx="1165779" cy="838168"/>
            </a:xfrm>
            <a:custGeom>
              <a:rect b="b" l="l" r="r" t="t"/>
              <a:pathLst>
                <a:path extrusionOk="0" h="23540" w="26016">
                  <a:moveTo>
                    <a:pt x="21869" y="0"/>
                  </a:moveTo>
                  <a:cubicBezTo>
                    <a:pt x="21030" y="0"/>
                    <a:pt x="20188" y="51"/>
                    <a:pt x="19348" y="151"/>
                  </a:cubicBezTo>
                  <a:cubicBezTo>
                    <a:pt x="8061" y="1520"/>
                    <a:pt x="0" y="11807"/>
                    <a:pt x="1370" y="23082"/>
                  </a:cubicBezTo>
                  <a:lnTo>
                    <a:pt x="1382" y="23142"/>
                  </a:lnTo>
                  <a:cubicBezTo>
                    <a:pt x="1403" y="23371"/>
                    <a:pt x="1594" y="23539"/>
                    <a:pt x="1818" y="23539"/>
                  </a:cubicBezTo>
                  <a:cubicBezTo>
                    <a:pt x="1839" y="23539"/>
                    <a:pt x="1860" y="23538"/>
                    <a:pt x="1882" y="23535"/>
                  </a:cubicBezTo>
                  <a:cubicBezTo>
                    <a:pt x="2132" y="23511"/>
                    <a:pt x="2310" y="23285"/>
                    <a:pt x="2275" y="23035"/>
                  </a:cubicBezTo>
                  <a:lnTo>
                    <a:pt x="2263" y="22975"/>
                  </a:lnTo>
                  <a:cubicBezTo>
                    <a:pt x="965" y="12188"/>
                    <a:pt x="8668" y="2354"/>
                    <a:pt x="19455" y="1044"/>
                  </a:cubicBezTo>
                  <a:cubicBezTo>
                    <a:pt x="20249" y="949"/>
                    <a:pt x="21045" y="902"/>
                    <a:pt x="21839" y="902"/>
                  </a:cubicBezTo>
                  <a:cubicBezTo>
                    <a:pt x="23047" y="902"/>
                    <a:pt x="24252" y="1012"/>
                    <a:pt x="25444" y="1234"/>
                  </a:cubicBezTo>
                  <a:cubicBezTo>
                    <a:pt x="25467" y="1238"/>
                    <a:pt x="25490" y="1240"/>
                    <a:pt x="25513" y="1240"/>
                  </a:cubicBezTo>
                  <a:cubicBezTo>
                    <a:pt x="25726" y="1240"/>
                    <a:pt x="25925" y="1091"/>
                    <a:pt x="25968" y="865"/>
                  </a:cubicBezTo>
                  <a:cubicBezTo>
                    <a:pt x="26016" y="627"/>
                    <a:pt x="25849" y="389"/>
                    <a:pt x="25599" y="342"/>
                  </a:cubicBezTo>
                  <a:cubicBezTo>
                    <a:pt x="24372" y="113"/>
                    <a:pt x="23123" y="0"/>
                    <a:pt x="21869"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76" name="Google Shape;976;p44"/>
            <p:cNvSpPr/>
            <p:nvPr/>
          </p:nvSpPr>
          <p:spPr>
            <a:xfrm flipH="1">
              <a:off x="2377767" y="1046941"/>
              <a:ext cx="734391" cy="522328"/>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cap="flat" cmpd="sng" w="9525">
              <a:solidFill>
                <a:srgbClr val="002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977" name="Google Shape;977;p44"/>
          <p:cNvGrpSpPr/>
          <p:nvPr/>
        </p:nvGrpSpPr>
        <p:grpSpPr>
          <a:xfrm>
            <a:off x="5153578" y="2324686"/>
            <a:ext cx="2725194" cy="1833147"/>
            <a:chOff x="3957339" y="1906303"/>
            <a:chExt cx="1259005" cy="1259299"/>
          </a:xfrm>
        </p:grpSpPr>
        <p:sp>
          <p:nvSpPr>
            <p:cNvPr id="978" name="Google Shape;978;p44"/>
            <p:cNvSpPr/>
            <p:nvPr/>
          </p:nvSpPr>
          <p:spPr>
            <a:xfrm>
              <a:off x="3999289" y="1948546"/>
              <a:ext cx="1175132" cy="1174814"/>
            </a:xfrm>
            <a:custGeom>
              <a:rect b="b" l="l" r="r" t="t"/>
              <a:pathLst>
                <a:path extrusionOk="0" h="48030" w="48043">
                  <a:moveTo>
                    <a:pt x="24027" y="0"/>
                  </a:moveTo>
                  <a:cubicBezTo>
                    <a:pt x="10752" y="0"/>
                    <a:pt x="0" y="10751"/>
                    <a:pt x="0" y="24015"/>
                  </a:cubicBezTo>
                  <a:cubicBezTo>
                    <a:pt x="0" y="37279"/>
                    <a:pt x="10752" y="48030"/>
                    <a:pt x="24027" y="48030"/>
                  </a:cubicBezTo>
                  <a:cubicBezTo>
                    <a:pt x="37291" y="48030"/>
                    <a:pt x="48042" y="37279"/>
                    <a:pt x="48042" y="24015"/>
                  </a:cubicBezTo>
                  <a:cubicBezTo>
                    <a:pt x="48042" y="10751"/>
                    <a:pt x="37291" y="0"/>
                    <a:pt x="24027" y="0"/>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TRANSDUCTORES</a:t>
              </a:r>
              <a:endParaRPr b="0" i="0" sz="2000" u="none" cap="none" strike="noStrike">
                <a:solidFill>
                  <a:srgbClr val="000000"/>
                </a:solidFill>
                <a:latin typeface="Times New Roman"/>
                <a:ea typeface="Times New Roman"/>
                <a:cs typeface="Times New Roman"/>
                <a:sym typeface="Times New Roman"/>
              </a:endParaRPr>
            </a:p>
          </p:txBody>
        </p:sp>
        <p:sp>
          <p:nvSpPr>
            <p:cNvPr id="979" name="Google Shape;979;p44"/>
            <p:cNvSpPr/>
            <p:nvPr/>
          </p:nvSpPr>
          <p:spPr>
            <a:xfrm>
              <a:off x="3957339" y="1906303"/>
              <a:ext cx="1259005" cy="1259299"/>
            </a:xfrm>
            <a:custGeom>
              <a:rect b="b" l="l" r="r" t="t"/>
              <a:pathLst>
                <a:path extrusionOk="0" h="51484" w="51472">
                  <a:moveTo>
                    <a:pt x="25742" y="929"/>
                  </a:moveTo>
                  <a:cubicBezTo>
                    <a:pt x="39423" y="929"/>
                    <a:pt x="50555" y="12062"/>
                    <a:pt x="50555" y="25742"/>
                  </a:cubicBezTo>
                  <a:cubicBezTo>
                    <a:pt x="50555" y="39422"/>
                    <a:pt x="39423" y="50555"/>
                    <a:pt x="25742" y="50555"/>
                  </a:cubicBezTo>
                  <a:cubicBezTo>
                    <a:pt x="12050" y="50555"/>
                    <a:pt x="918" y="39422"/>
                    <a:pt x="918" y="25742"/>
                  </a:cubicBezTo>
                  <a:cubicBezTo>
                    <a:pt x="918" y="12062"/>
                    <a:pt x="12050" y="929"/>
                    <a:pt x="25742" y="929"/>
                  </a:cubicBezTo>
                  <a:close/>
                  <a:moveTo>
                    <a:pt x="25742" y="1"/>
                  </a:moveTo>
                  <a:cubicBezTo>
                    <a:pt x="11550" y="1"/>
                    <a:pt x="1" y="11550"/>
                    <a:pt x="1" y="25742"/>
                  </a:cubicBezTo>
                  <a:cubicBezTo>
                    <a:pt x="1" y="39934"/>
                    <a:pt x="11550" y="51483"/>
                    <a:pt x="25742" y="51483"/>
                  </a:cubicBezTo>
                  <a:cubicBezTo>
                    <a:pt x="39935" y="51483"/>
                    <a:pt x="51472" y="39934"/>
                    <a:pt x="51472" y="25742"/>
                  </a:cubicBezTo>
                  <a:cubicBezTo>
                    <a:pt x="51472" y="11550"/>
                    <a:pt x="39935" y="1"/>
                    <a:pt x="25742" y="1"/>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980" name="Google Shape;980;p44"/>
          <p:cNvGrpSpPr/>
          <p:nvPr/>
        </p:nvGrpSpPr>
        <p:grpSpPr>
          <a:xfrm>
            <a:off x="7268346" y="3419737"/>
            <a:ext cx="4355383" cy="1941443"/>
            <a:chOff x="6258696" y="3483237"/>
            <a:chExt cx="3804919" cy="1941443"/>
          </a:xfrm>
        </p:grpSpPr>
        <p:sp>
          <p:nvSpPr>
            <p:cNvPr id="981" name="Google Shape;981;p44"/>
            <p:cNvSpPr/>
            <p:nvPr/>
          </p:nvSpPr>
          <p:spPr>
            <a:xfrm>
              <a:off x="6794934" y="3696236"/>
              <a:ext cx="1483259" cy="1178173"/>
            </a:xfrm>
            <a:custGeom>
              <a:rect b="b" l="l" r="r" t="t"/>
              <a:pathLst>
                <a:path extrusionOk="0" h="33089" w="33101">
                  <a:moveTo>
                    <a:pt x="16550" y="1"/>
                  </a:moveTo>
                  <a:cubicBezTo>
                    <a:pt x="7418" y="1"/>
                    <a:pt x="1" y="7406"/>
                    <a:pt x="1" y="16538"/>
                  </a:cubicBezTo>
                  <a:cubicBezTo>
                    <a:pt x="1" y="25682"/>
                    <a:pt x="7418" y="33088"/>
                    <a:pt x="16550" y="33088"/>
                  </a:cubicBezTo>
                  <a:cubicBezTo>
                    <a:pt x="25694" y="33088"/>
                    <a:pt x="33100" y="25682"/>
                    <a:pt x="33100" y="16538"/>
                  </a:cubicBezTo>
                  <a:cubicBezTo>
                    <a:pt x="33100" y="7406"/>
                    <a:pt x="25694" y="1"/>
                    <a:pt x="1655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Electroválvula</a:t>
              </a:r>
              <a:endParaRPr/>
            </a:p>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4V120-06 </a:t>
              </a:r>
              <a:endParaRPr b="0" i="0" sz="2000" u="none" cap="none" strike="noStrike">
                <a:solidFill>
                  <a:srgbClr val="000000"/>
                </a:solidFill>
                <a:latin typeface="Times New Roman"/>
                <a:ea typeface="Times New Roman"/>
                <a:cs typeface="Times New Roman"/>
                <a:sym typeface="Times New Roman"/>
              </a:endParaRPr>
            </a:p>
          </p:txBody>
        </p:sp>
        <p:sp>
          <p:nvSpPr>
            <p:cNvPr id="982" name="Google Shape;982;p44"/>
            <p:cNvSpPr/>
            <p:nvPr/>
          </p:nvSpPr>
          <p:spPr>
            <a:xfrm>
              <a:off x="7163589" y="4266868"/>
              <a:ext cx="1209021" cy="682570"/>
            </a:xfrm>
            <a:custGeom>
              <a:rect b="b" l="l" r="r" t="t"/>
              <a:pathLst>
                <a:path extrusionOk="0" h="19170" w="26981">
                  <a:moveTo>
                    <a:pt x="26528" y="0"/>
                  </a:moveTo>
                  <a:cubicBezTo>
                    <a:pt x="26278" y="0"/>
                    <a:pt x="26076" y="203"/>
                    <a:pt x="26076" y="453"/>
                  </a:cubicBezTo>
                  <a:lnTo>
                    <a:pt x="26076" y="512"/>
                  </a:lnTo>
                  <a:cubicBezTo>
                    <a:pt x="26076" y="10299"/>
                    <a:pt x="18110" y="18265"/>
                    <a:pt x="8323" y="18265"/>
                  </a:cubicBezTo>
                  <a:cubicBezTo>
                    <a:pt x="5656" y="18265"/>
                    <a:pt x="3097" y="17693"/>
                    <a:pt x="715" y="16550"/>
                  </a:cubicBezTo>
                  <a:cubicBezTo>
                    <a:pt x="652" y="16520"/>
                    <a:pt x="586" y="16506"/>
                    <a:pt x="520" y="16506"/>
                  </a:cubicBezTo>
                  <a:cubicBezTo>
                    <a:pt x="350" y="16506"/>
                    <a:pt x="185" y="16601"/>
                    <a:pt x="108" y="16764"/>
                  </a:cubicBezTo>
                  <a:cubicBezTo>
                    <a:pt x="1" y="16991"/>
                    <a:pt x="96" y="17264"/>
                    <a:pt x="322" y="17372"/>
                  </a:cubicBezTo>
                  <a:cubicBezTo>
                    <a:pt x="2835" y="18562"/>
                    <a:pt x="5525" y="19169"/>
                    <a:pt x="8323" y="19169"/>
                  </a:cubicBezTo>
                  <a:cubicBezTo>
                    <a:pt x="18610" y="19169"/>
                    <a:pt x="26981" y="10799"/>
                    <a:pt x="26981" y="512"/>
                  </a:cubicBezTo>
                  <a:lnTo>
                    <a:pt x="26981" y="453"/>
                  </a:lnTo>
                  <a:cubicBezTo>
                    <a:pt x="26981" y="203"/>
                    <a:pt x="26778" y="0"/>
                    <a:pt x="26528"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83" name="Google Shape;983;p44"/>
            <p:cNvSpPr/>
            <p:nvPr/>
          </p:nvSpPr>
          <p:spPr>
            <a:xfrm>
              <a:off x="6556451" y="3613343"/>
              <a:ext cx="636527" cy="1162862"/>
            </a:xfrm>
            <a:custGeom>
              <a:rect b="b" l="l" r="r" t="t"/>
              <a:pathLst>
                <a:path extrusionOk="0" h="32659" w="14205">
                  <a:moveTo>
                    <a:pt x="13699" y="1"/>
                  </a:moveTo>
                  <a:cubicBezTo>
                    <a:pt x="13637" y="1"/>
                    <a:pt x="13574" y="14"/>
                    <a:pt x="13514" y="43"/>
                  </a:cubicBezTo>
                  <a:cubicBezTo>
                    <a:pt x="8252" y="2376"/>
                    <a:pt x="4180" y="6841"/>
                    <a:pt x="2346" y="12294"/>
                  </a:cubicBezTo>
                  <a:cubicBezTo>
                    <a:pt x="1" y="19247"/>
                    <a:pt x="1560" y="26986"/>
                    <a:pt x="6418" y="32511"/>
                  </a:cubicBezTo>
                  <a:cubicBezTo>
                    <a:pt x="6478" y="32570"/>
                    <a:pt x="6537" y="32606"/>
                    <a:pt x="6621" y="32630"/>
                  </a:cubicBezTo>
                  <a:cubicBezTo>
                    <a:pt x="6667" y="32649"/>
                    <a:pt x="6716" y="32659"/>
                    <a:pt x="6766" y="32659"/>
                  </a:cubicBezTo>
                  <a:cubicBezTo>
                    <a:pt x="6868" y="32659"/>
                    <a:pt x="6973" y="32619"/>
                    <a:pt x="7061" y="32547"/>
                  </a:cubicBezTo>
                  <a:cubicBezTo>
                    <a:pt x="7240" y="32380"/>
                    <a:pt x="7263" y="32094"/>
                    <a:pt x="7097" y="31904"/>
                  </a:cubicBezTo>
                  <a:cubicBezTo>
                    <a:pt x="2453" y="26641"/>
                    <a:pt x="965" y="19224"/>
                    <a:pt x="3203" y="12580"/>
                  </a:cubicBezTo>
                  <a:cubicBezTo>
                    <a:pt x="4954" y="7365"/>
                    <a:pt x="8847" y="3091"/>
                    <a:pt x="13871" y="864"/>
                  </a:cubicBezTo>
                  <a:cubicBezTo>
                    <a:pt x="14098" y="757"/>
                    <a:pt x="14205" y="495"/>
                    <a:pt x="14110" y="269"/>
                  </a:cubicBezTo>
                  <a:cubicBezTo>
                    <a:pt x="14031" y="103"/>
                    <a:pt x="13869" y="1"/>
                    <a:pt x="13699"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84" name="Google Shape;984;p44"/>
            <p:cNvSpPr/>
            <p:nvPr/>
          </p:nvSpPr>
          <p:spPr>
            <a:xfrm>
              <a:off x="7665111" y="3483237"/>
              <a:ext cx="885179" cy="714972"/>
            </a:xfrm>
            <a:custGeom>
              <a:rect b="b" l="l" r="r" t="t"/>
              <a:pathLst>
                <a:path extrusionOk="0" h="20080" w="19754">
                  <a:moveTo>
                    <a:pt x="470" y="1"/>
                  </a:moveTo>
                  <a:cubicBezTo>
                    <a:pt x="249" y="1"/>
                    <a:pt x="69" y="159"/>
                    <a:pt x="37" y="387"/>
                  </a:cubicBezTo>
                  <a:cubicBezTo>
                    <a:pt x="1" y="637"/>
                    <a:pt x="179" y="863"/>
                    <a:pt x="429" y="899"/>
                  </a:cubicBezTo>
                  <a:cubicBezTo>
                    <a:pt x="10014" y="2363"/>
                    <a:pt x="17574" y="10090"/>
                    <a:pt x="18825" y="19687"/>
                  </a:cubicBezTo>
                  <a:cubicBezTo>
                    <a:pt x="18848" y="19913"/>
                    <a:pt x="19051" y="20080"/>
                    <a:pt x="19265" y="20080"/>
                  </a:cubicBezTo>
                  <a:lnTo>
                    <a:pt x="19325" y="20080"/>
                  </a:lnTo>
                  <a:cubicBezTo>
                    <a:pt x="19575" y="20044"/>
                    <a:pt x="19753" y="19818"/>
                    <a:pt x="19718" y="19568"/>
                  </a:cubicBezTo>
                  <a:cubicBezTo>
                    <a:pt x="18420" y="9578"/>
                    <a:pt x="10538" y="1530"/>
                    <a:pt x="560" y="6"/>
                  </a:cubicBezTo>
                  <a:lnTo>
                    <a:pt x="537" y="6"/>
                  </a:lnTo>
                  <a:cubicBezTo>
                    <a:pt x="514" y="2"/>
                    <a:pt x="492" y="1"/>
                    <a:pt x="4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85" name="Google Shape;985;p44"/>
            <p:cNvSpPr/>
            <p:nvPr/>
          </p:nvSpPr>
          <p:spPr>
            <a:xfrm>
              <a:off x="6714902" y="4747166"/>
              <a:ext cx="1203690" cy="348513"/>
            </a:xfrm>
            <a:custGeom>
              <a:rect b="b" l="l" r="r" t="t"/>
              <a:pathLst>
                <a:path extrusionOk="0" h="9788" w="26862">
                  <a:moveTo>
                    <a:pt x="507" y="0"/>
                  </a:moveTo>
                  <a:cubicBezTo>
                    <a:pt x="410" y="0"/>
                    <a:pt x="311" y="32"/>
                    <a:pt x="227" y="96"/>
                  </a:cubicBezTo>
                  <a:cubicBezTo>
                    <a:pt x="48" y="227"/>
                    <a:pt x="1" y="477"/>
                    <a:pt x="108" y="680"/>
                  </a:cubicBezTo>
                  <a:cubicBezTo>
                    <a:pt x="120" y="692"/>
                    <a:pt x="132" y="704"/>
                    <a:pt x="144" y="727"/>
                  </a:cubicBezTo>
                  <a:cubicBezTo>
                    <a:pt x="4517" y="6544"/>
                    <a:pt x="11375" y="9787"/>
                    <a:pt x="18403" y="9787"/>
                  </a:cubicBezTo>
                  <a:cubicBezTo>
                    <a:pt x="21115" y="9787"/>
                    <a:pt x="23851" y="9304"/>
                    <a:pt x="26480" y="8300"/>
                  </a:cubicBezTo>
                  <a:lnTo>
                    <a:pt x="26504" y="8288"/>
                  </a:lnTo>
                  <a:cubicBezTo>
                    <a:pt x="26742" y="8193"/>
                    <a:pt x="26861" y="7943"/>
                    <a:pt x="26766" y="7705"/>
                  </a:cubicBezTo>
                  <a:cubicBezTo>
                    <a:pt x="26702" y="7522"/>
                    <a:pt x="26534" y="7410"/>
                    <a:pt x="26357" y="7410"/>
                  </a:cubicBezTo>
                  <a:cubicBezTo>
                    <a:pt x="26303" y="7410"/>
                    <a:pt x="26248" y="7420"/>
                    <a:pt x="26195" y="7443"/>
                  </a:cubicBezTo>
                  <a:lnTo>
                    <a:pt x="26147" y="7454"/>
                  </a:lnTo>
                  <a:cubicBezTo>
                    <a:pt x="23622" y="8420"/>
                    <a:pt x="20994" y="8884"/>
                    <a:pt x="18388" y="8884"/>
                  </a:cubicBezTo>
                  <a:cubicBezTo>
                    <a:pt x="11643" y="8884"/>
                    <a:pt x="5058" y="5771"/>
                    <a:pt x="858" y="180"/>
                  </a:cubicBezTo>
                  <a:cubicBezTo>
                    <a:pt x="775" y="62"/>
                    <a:pt x="643" y="0"/>
                    <a:pt x="507"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86" name="Google Shape;986;p44"/>
            <p:cNvSpPr/>
            <p:nvPr/>
          </p:nvSpPr>
          <p:spPr>
            <a:xfrm>
              <a:off x="8642565" y="4786191"/>
              <a:ext cx="1276348" cy="588526"/>
            </a:xfrm>
            <a:custGeom>
              <a:rect b="b" l="l" r="r" t="t"/>
              <a:pathLst>
                <a:path extrusionOk="0" h="16765" w="16753">
                  <a:moveTo>
                    <a:pt x="8370" y="1"/>
                  </a:moveTo>
                  <a:cubicBezTo>
                    <a:pt x="3751" y="1"/>
                    <a:pt x="0" y="3751"/>
                    <a:pt x="0" y="8383"/>
                  </a:cubicBezTo>
                  <a:cubicBezTo>
                    <a:pt x="0" y="13014"/>
                    <a:pt x="3751" y="16765"/>
                    <a:pt x="8370" y="16765"/>
                  </a:cubicBezTo>
                  <a:cubicBezTo>
                    <a:pt x="13002" y="16765"/>
                    <a:pt x="16752" y="13014"/>
                    <a:pt x="16752" y="8383"/>
                  </a:cubicBezTo>
                  <a:cubicBezTo>
                    <a:pt x="16752" y="3751"/>
                    <a:pt x="13002" y="1"/>
                    <a:pt x="83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Solenoide doble</a:t>
              </a:r>
              <a:endParaRPr b="0" i="0" sz="2000" u="none" cap="none" strike="noStrike">
                <a:solidFill>
                  <a:srgbClr val="000000"/>
                </a:solidFill>
                <a:latin typeface="Times New Roman"/>
                <a:ea typeface="Times New Roman"/>
                <a:cs typeface="Times New Roman"/>
                <a:sym typeface="Times New Roman"/>
              </a:endParaRPr>
            </a:p>
          </p:txBody>
        </p:sp>
        <p:sp>
          <p:nvSpPr>
            <p:cNvPr id="987" name="Google Shape;987;p44"/>
            <p:cNvSpPr/>
            <p:nvPr/>
          </p:nvSpPr>
          <p:spPr>
            <a:xfrm>
              <a:off x="8582248" y="4742110"/>
              <a:ext cx="1481367" cy="682570"/>
            </a:xfrm>
            <a:custGeom>
              <a:rect b="b" l="l" r="r" t="t"/>
              <a:pathLst>
                <a:path extrusionOk="0" h="19444" w="19444">
                  <a:moveTo>
                    <a:pt x="9716" y="691"/>
                  </a:moveTo>
                  <a:cubicBezTo>
                    <a:pt x="14705" y="691"/>
                    <a:pt x="18753" y="4739"/>
                    <a:pt x="18753" y="9728"/>
                  </a:cubicBezTo>
                  <a:cubicBezTo>
                    <a:pt x="18753" y="14704"/>
                    <a:pt x="14705" y="18753"/>
                    <a:pt x="9716" y="18753"/>
                  </a:cubicBezTo>
                  <a:cubicBezTo>
                    <a:pt x="4739" y="18753"/>
                    <a:pt x="691" y="14704"/>
                    <a:pt x="691" y="9728"/>
                  </a:cubicBezTo>
                  <a:cubicBezTo>
                    <a:pt x="691" y="4739"/>
                    <a:pt x="4739" y="691"/>
                    <a:pt x="9716" y="691"/>
                  </a:cubicBezTo>
                  <a:close/>
                  <a:moveTo>
                    <a:pt x="9716" y="0"/>
                  </a:moveTo>
                  <a:cubicBezTo>
                    <a:pt x="4358" y="0"/>
                    <a:pt x="1" y="4358"/>
                    <a:pt x="1" y="9728"/>
                  </a:cubicBezTo>
                  <a:cubicBezTo>
                    <a:pt x="1" y="15085"/>
                    <a:pt x="4358" y="19443"/>
                    <a:pt x="9716" y="19443"/>
                  </a:cubicBezTo>
                  <a:cubicBezTo>
                    <a:pt x="15086" y="19443"/>
                    <a:pt x="19444" y="15085"/>
                    <a:pt x="19444" y="9728"/>
                  </a:cubicBezTo>
                  <a:cubicBezTo>
                    <a:pt x="19444" y="4358"/>
                    <a:pt x="15086" y="0"/>
                    <a:pt x="9716"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88" name="Google Shape;988;p44"/>
            <p:cNvSpPr/>
            <p:nvPr/>
          </p:nvSpPr>
          <p:spPr>
            <a:xfrm>
              <a:off x="6258696" y="3648774"/>
              <a:ext cx="803490" cy="488056"/>
            </a:xfrm>
            <a:custGeom>
              <a:rect b="b" l="l" r="r" t="t"/>
              <a:pathLst>
                <a:path extrusionOk="0" h="57746" w="57996">
                  <a:moveTo>
                    <a:pt x="655" y="0"/>
                  </a:moveTo>
                  <a:lnTo>
                    <a:pt x="0" y="655"/>
                  </a:lnTo>
                  <a:lnTo>
                    <a:pt x="57341" y="57746"/>
                  </a:lnTo>
                  <a:lnTo>
                    <a:pt x="57996" y="57091"/>
                  </a:lnTo>
                  <a:lnTo>
                    <a:pt x="655" y="0"/>
                  </a:ln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89" name="Google Shape;989;p44"/>
            <p:cNvSpPr/>
            <p:nvPr/>
          </p:nvSpPr>
          <p:spPr>
            <a:xfrm flipH="1" rot="10800000">
              <a:off x="7737967" y="4489816"/>
              <a:ext cx="1017316" cy="503703"/>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cap="flat" cmpd="sng" w="9525">
              <a:solidFill>
                <a:srgbClr val="FFC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990" name="Google Shape;990;p44"/>
          <p:cNvGrpSpPr/>
          <p:nvPr/>
        </p:nvGrpSpPr>
        <p:grpSpPr>
          <a:xfrm>
            <a:off x="3138035" y="2346790"/>
            <a:ext cx="4763106" cy="3599564"/>
            <a:chOff x="2128385" y="2410290"/>
            <a:chExt cx="4763106" cy="3599564"/>
          </a:xfrm>
        </p:grpSpPr>
        <p:grpSp>
          <p:nvGrpSpPr>
            <p:cNvPr id="991" name="Google Shape;991;p44"/>
            <p:cNvGrpSpPr/>
            <p:nvPr/>
          </p:nvGrpSpPr>
          <p:grpSpPr>
            <a:xfrm>
              <a:off x="2128385" y="4465531"/>
              <a:ext cx="2956437" cy="1544323"/>
              <a:chOff x="3248078" y="3626430"/>
              <a:chExt cx="1870024" cy="1544323"/>
            </a:xfrm>
          </p:grpSpPr>
          <p:sp>
            <p:nvSpPr>
              <p:cNvPr id="992" name="Google Shape;992;p44"/>
              <p:cNvSpPr/>
              <p:nvPr/>
            </p:nvSpPr>
            <p:spPr>
              <a:xfrm>
                <a:off x="3431083" y="3848046"/>
                <a:ext cx="1483215" cy="1178172"/>
              </a:xfrm>
              <a:custGeom>
                <a:rect b="b" l="l" r="r" t="t"/>
                <a:pathLst>
                  <a:path extrusionOk="0" h="33089" w="33100">
                    <a:moveTo>
                      <a:pt x="16550" y="1"/>
                    </a:moveTo>
                    <a:cubicBezTo>
                      <a:pt x="7406" y="1"/>
                      <a:pt x="0" y="7406"/>
                      <a:pt x="0" y="16550"/>
                    </a:cubicBezTo>
                    <a:cubicBezTo>
                      <a:pt x="0" y="25682"/>
                      <a:pt x="7406" y="33088"/>
                      <a:pt x="16550" y="33088"/>
                    </a:cubicBezTo>
                    <a:cubicBezTo>
                      <a:pt x="25682" y="33088"/>
                      <a:pt x="33100" y="25682"/>
                      <a:pt x="33100" y="16550"/>
                    </a:cubicBezTo>
                    <a:cubicBezTo>
                      <a:pt x="33100" y="7406"/>
                      <a:pt x="25682" y="1"/>
                      <a:pt x="16550" y="1"/>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5/2 (5 vias y </a:t>
                </a:r>
                <a:endParaRPr/>
              </a:p>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2 posiciones )</a:t>
                </a:r>
                <a:endParaRPr b="0" i="0" sz="2000" u="none" cap="none" strike="noStrike">
                  <a:solidFill>
                    <a:srgbClr val="000000"/>
                  </a:solidFill>
                  <a:latin typeface="Times New Roman"/>
                  <a:ea typeface="Times New Roman"/>
                  <a:cs typeface="Times New Roman"/>
                  <a:sym typeface="Times New Roman"/>
                </a:endParaRPr>
              </a:p>
            </p:txBody>
          </p:sp>
          <p:sp>
            <p:nvSpPr>
              <p:cNvPr id="993" name="Google Shape;993;p44"/>
              <p:cNvSpPr/>
              <p:nvPr/>
            </p:nvSpPr>
            <p:spPr>
              <a:xfrm>
                <a:off x="4091054" y="4185203"/>
                <a:ext cx="1027048" cy="916324"/>
              </a:xfrm>
              <a:custGeom>
                <a:rect b="b" l="l" r="r" t="t"/>
                <a:pathLst>
                  <a:path extrusionOk="0" h="25735" w="22920">
                    <a:moveTo>
                      <a:pt x="18772" y="0"/>
                    </a:moveTo>
                    <a:cubicBezTo>
                      <a:pt x="18718" y="0"/>
                      <a:pt x="18663" y="11"/>
                      <a:pt x="18610" y="33"/>
                    </a:cubicBezTo>
                    <a:cubicBezTo>
                      <a:pt x="18372" y="116"/>
                      <a:pt x="18264" y="378"/>
                      <a:pt x="18348" y="616"/>
                    </a:cubicBezTo>
                    <a:lnTo>
                      <a:pt x="18372" y="676"/>
                    </a:lnTo>
                    <a:cubicBezTo>
                      <a:pt x="21908" y="9808"/>
                      <a:pt x="17348" y="20095"/>
                      <a:pt x="8227" y="23631"/>
                    </a:cubicBezTo>
                    <a:cubicBezTo>
                      <a:pt x="6153" y="24435"/>
                      <a:pt x="4004" y="24834"/>
                      <a:pt x="1822" y="24834"/>
                    </a:cubicBezTo>
                    <a:cubicBezTo>
                      <a:pt x="1387" y="24834"/>
                      <a:pt x="950" y="24818"/>
                      <a:pt x="512" y="24786"/>
                    </a:cubicBezTo>
                    <a:cubicBezTo>
                      <a:pt x="498" y="24785"/>
                      <a:pt x="484" y="24784"/>
                      <a:pt x="470" y="24784"/>
                    </a:cubicBezTo>
                    <a:cubicBezTo>
                      <a:pt x="238" y="24784"/>
                      <a:pt x="46" y="24967"/>
                      <a:pt x="24" y="25203"/>
                    </a:cubicBezTo>
                    <a:cubicBezTo>
                      <a:pt x="0" y="25441"/>
                      <a:pt x="191" y="25667"/>
                      <a:pt x="441" y="25679"/>
                    </a:cubicBezTo>
                    <a:cubicBezTo>
                      <a:pt x="922" y="25716"/>
                      <a:pt x="1401" y="25735"/>
                      <a:pt x="1879" y="25735"/>
                    </a:cubicBezTo>
                    <a:cubicBezTo>
                      <a:pt x="4157" y="25735"/>
                      <a:pt x="6393" y="25313"/>
                      <a:pt x="8549" y="24476"/>
                    </a:cubicBezTo>
                    <a:cubicBezTo>
                      <a:pt x="18145" y="20762"/>
                      <a:pt x="22920" y="9939"/>
                      <a:pt x="19217" y="354"/>
                    </a:cubicBezTo>
                    <a:lnTo>
                      <a:pt x="19193" y="295"/>
                    </a:lnTo>
                    <a:cubicBezTo>
                      <a:pt x="19120" y="113"/>
                      <a:pt x="18950" y="0"/>
                      <a:pt x="18772" y="0"/>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94" name="Google Shape;994;p44"/>
              <p:cNvSpPr/>
              <p:nvPr/>
            </p:nvSpPr>
            <p:spPr>
              <a:xfrm>
                <a:off x="3337698" y="4736323"/>
                <a:ext cx="1481108" cy="434430"/>
              </a:xfrm>
              <a:custGeom>
                <a:rect b="b" l="l" r="r" t="t"/>
                <a:pathLst>
                  <a:path extrusionOk="0" h="12201" w="33053">
                    <a:moveTo>
                      <a:pt x="517" y="1"/>
                    </a:moveTo>
                    <a:cubicBezTo>
                      <a:pt x="452" y="1"/>
                      <a:pt x="385" y="15"/>
                      <a:pt x="322" y="45"/>
                    </a:cubicBezTo>
                    <a:cubicBezTo>
                      <a:pt x="96" y="164"/>
                      <a:pt x="1" y="426"/>
                      <a:pt x="120" y="652"/>
                    </a:cubicBezTo>
                    <a:cubicBezTo>
                      <a:pt x="1036" y="2533"/>
                      <a:pt x="2239" y="4260"/>
                      <a:pt x="3691" y="5796"/>
                    </a:cubicBezTo>
                    <a:cubicBezTo>
                      <a:pt x="7735" y="10054"/>
                      <a:pt x="13180" y="12201"/>
                      <a:pt x="18636" y="12201"/>
                    </a:cubicBezTo>
                    <a:cubicBezTo>
                      <a:pt x="23736" y="12201"/>
                      <a:pt x="28845" y="10325"/>
                      <a:pt x="32826" y="6546"/>
                    </a:cubicBezTo>
                    <a:lnTo>
                      <a:pt x="32862" y="6498"/>
                    </a:lnTo>
                    <a:cubicBezTo>
                      <a:pt x="33040" y="6331"/>
                      <a:pt x="33052" y="6046"/>
                      <a:pt x="32886" y="5867"/>
                    </a:cubicBezTo>
                    <a:cubicBezTo>
                      <a:pt x="32792" y="5773"/>
                      <a:pt x="32668" y="5725"/>
                      <a:pt x="32546" y="5725"/>
                    </a:cubicBezTo>
                    <a:cubicBezTo>
                      <a:pt x="32436" y="5725"/>
                      <a:pt x="32327" y="5764"/>
                      <a:pt x="32243" y="5843"/>
                    </a:cubicBezTo>
                    <a:lnTo>
                      <a:pt x="32207" y="5891"/>
                    </a:lnTo>
                    <a:cubicBezTo>
                      <a:pt x="28399" y="9503"/>
                      <a:pt x="23515" y="11295"/>
                      <a:pt x="18640" y="11295"/>
                    </a:cubicBezTo>
                    <a:cubicBezTo>
                      <a:pt x="13424" y="11295"/>
                      <a:pt x="8217" y="9244"/>
                      <a:pt x="4346" y="5176"/>
                    </a:cubicBezTo>
                    <a:cubicBezTo>
                      <a:pt x="2953" y="3712"/>
                      <a:pt x="1810" y="2057"/>
                      <a:pt x="929" y="259"/>
                    </a:cubicBezTo>
                    <a:cubicBezTo>
                      <a:pt x="852" y="96"/>
                      <a:pt x="688" y="1"/>
                      <a:pt x="517" y="1"/>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95" name="Google Shape;995;p44"/>
              <p:cNvSpPr/>
              <p:nvPr/>
            </p:nvSpPr>
            <p:spPr>
              <a:xfrm>
                <a:off x="3248078" y="3626430"/>
                <a:ext cx="1114024" cy="482000"/>
              </a:xfrm>
              <a:custGeom>
                <a:rect b="b" l="l" r="r" t="t"/>
                <a:pathLst>
                  <a:path extrusionOk="0" h="13537" w="24861">
                    <a:moveTo>
                      <a:pt x="20668" y="0"/>
                    </a:moveTo>
                    <a:cubicBezTo>
                      <a:pt x="12054" y="0"/>
                      <a:pt x="3945" y="4938"/>
                      <a:pt x="119" y="12880"/>
                    </a:cubicBezTo>
                    <a:cubicBezTo>
                      <a:pt x="119" y="12880"/>
                      <a:pt x="107" y="12904"/>
                      <a:pt x="107" y="12904"/>
                    </a:cubicBezTo>
                    <a:cubicBezTo>
                      <a:pt x="0" y="13130"/>
                      <a:pt x="96" y="13380"/>
                      <a:pt x="322" y="13488"/>
                    </a:cubicBezTo>
                    <a:cubicBezTo>
                      <a:pt x="386" y="13521"/>
                      <a:pt x="453" y="13537"/>
                      <a:pt x="520" y="13537"/>
                    </a:cubicBezTo>
                    <a:cubicBezTo>
                      <a:pt x="689" y="13537"/>
                      <a:pt x="852" y="13436"/>
                      <a:pt x="929" y="13273"/>
                    </a:cubicBezTo>
                    <a:cubicBezTo>
                      <a:pt x="4611" y="5649"/>
                      <a:pt x="12410" y="896"/>
                      <a:pt x="20681" y="896"/>
                    </a:cubicBezTo>
                    <a:cubicBezTo>
                      <a:pt x="21877" y="896"/>
                      <a:pt x="23084" y="996"/>
                      <a:pt x="24289" y="1200"/>
                    </a:cubicBezTo>
                    <a:cubicBezTo>
                      <a:pt x="24319" y="1207"/>
                      <a:pt x="24348" y="1209"/>
                      <a:pt x="24377" y="1209"/>
                    </a:cubicBezTo>
                    <a:cubicBezTo>
                      <a:pt x="24569" y="1209"/>
                      <a:pt x="24739" y="1077"/>
                      <a:pt x="24801" y="891"/>
                    </a:cubicBezTo>
                    <a:cubicBezTo>
                      <a:pt x="24801" y="879"/>
                      <a:pt x="24813" y="855"/>
                      <a:pt x="24813" y="831"/>
                    </a:cubicBezTo>
                    <a:cubicBezTo>
                      <a:pt x="24861" y="593"/>
                      <a:pt x="24694" y="355"/>
                      <a:pt x="24444" y="319"/>
                    </a:cubicBezTo>
                    <a:cubicBezTo>
                      <a:pt x="23182" y="105"/>
                      <a:pt x="21920" y="0"/>
                      <a:pt x="20668" y="0"/>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96" name="Google Shape;996;p44"/>
              <p:cNvSpPr/>
              <p:nvPr/>
            </p:nvSpPr>
            <p:spPr>
              <a:xfrm>
                <a:off x="3696229" y="3703483"/>
                <a:ext cx="1380241" cy="593127"/>
              </a:xfrm>
              <a:custGeom>
                <a:rect b="b" l="l" r="r" t="t"/>
                <a:pathLst>
                  <a:path extrusionOk="0" h="16658" w="30802">
                    <a:moveTo>
                      <a:pt x="10633" y="1"/>
                    </a:moveTo>
                    <a:cubicBezTo>
                      <a:pt x="6990" y="1"/>
                      <a:pt x="3418" y="965"/>
                      <a:pt x="298" y="2775"/>
                    </a:cubicBezTo>
                    <a:cubicBezTo>
                      <a:pt x="84" y="2906"/>
                      <a:pt x="1" y="3180"/>
                      <a:pt x="132" y="3394"/>
                    </a:cubicBezTo>
                    <a:cubicBezTo>
                      <a:pt x="220" y="3538"/>
                      <a:pt x="373" y="3618"/>
                      <a:pt x="529" y="3618"/>
                    </a:cubicBezTo>
                    <a:cubicBezTo>
                      <a:pt x="605" y="3618"/>
                      <a:pt x="681" y="3599"/>
                      <a:pt x="751" y="3561"/>
                    </a:cubicBezTo>
                    <a:cubicBezTo>
                      <a:pt x="3739" y="1822"/>
                      <a:pt x="7156" y="906"/>
                      <a:pt x="10633" y="906"/>
                    </a:cubicBezTo>
                    <a:cubicBezTo>
                      <a:pt x="19789" y="906"/>
                      <a:pt x="27873" y="7383"/>
                      <a:pt x="29861" y="16300"/>
                    </a:cubicBezTo>
                    <a:cubicBezTo>
                      <a:pt x="29909" y="16503"/>
                      <a:pt x="30100" y="16658"/>
                      <a:pt x="30302" y="16658"/>
                    </a:cubicBezTo>
                    <a:cubicBezTo>
                      <a:pt x="30338" y="16658"/>
                      <a:pt x="30373" y="16646"/>
                      <a:pt x="30397" y="16646"/>
                    </a:cubicBezTo>
                    <a:cubicBezTo>
                      <a:pt x="30647" y="16586"/>
                      <a:pt x="30802" y="16348"/>
                      <a:pt x="30742" y="16098"/>
                    </a:cubicBezTo>
                    <a:cubicBezTo>
                      <a:pt x="29742" y="11597"/>
                      <a:pt x="27206" y="7514"/>
                      <a:pt x="23599" y="4597"/>
                    </a:cubicBezTo>
                    <a:cubicBezTo>
                      <a:pt x="19955" y="1632"/>
                      <a:pt x="15348" y="1"/>
                      <a:pt x="10633" y="1"/>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sp>
          <p:nvSpPr>
            <p:cNvPr id="997" name="Google Shape;997;p44"/>
            <p:cNvSpPr/>
            <p:nvPr/>
          </p:nvSpPr>
          <p:spPr>
            <a:xfrm flipH="1">
              <a:off x="3233592" y="2410290"/>
              <a:ext cx="304055" cy="2365915"/>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0070C0"/>
            </a:solidFill>
            <a:ln cap="flat" cmpd="sng" w="9525">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998" name="Google Shape;998;p44"/>
            <p:cNvSpPr/>
            <p:nvPr/>
          </p:nvSpPr>
          <p:spPr>
            <a:xfrm rot="10800000">
              <a:off x="4663590" y="4558489"/>
              <a:ext cx="2227901" cy="854940"/>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0070C0"/>
            </a:solidFill>
            <a:ln cap="flat" cmpd="sng" w="9525">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gtEl>
                                        <p:attrNameLst>
                                          <p:attrName>style.visibility</p:attrName>
                                        </p:attrNameLst>
                                      </p:cBhvr>
                                      <p:to>
                                        <p:strVal val="visible"/>
                                      </p:to>
                                    </p:set>
                                    <p:animEffect filter="fade" transition="in">
                                      <p:cBhvr>
                                        <p:cTn dur="1000"/>
                                        <p:tgtEl>
                                          <p:spTgt spid="9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gtEl>
                                        <p:attrNameLst>
                                          <p:attrName>style.visibility</p:attrName>
                                        </p:attrNameLst>
                                      </p:cBhvr>
                                      <p:to>
                                        <p:strVal val="visible"/>
                                      </p:to>
                                    </p:set>
                                    <p:animEffect filter="fade" transition="in">
                                      <p:cBhvr>
                                        <p:cTn dur="1000"/>
                                        <p:tgtEl>
                                          <p:spTgt spid="9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0"/>
                                        </p:tgtEl>
                                        <p:attrNameLst>
                                          <p:attrName>style.visibility</p:attrName>
                                        </p:attrNameLst>
                                      </p:cBhvr>
                                      <p:to>
                                        <p:strVal val="visible"/>
                                      </p:to>
                                    </p:set>
                                    <p:animEffect filter="fade" transition="in">
                                      <p:cBhvr>
                                        <p:cTn dur="1000"/>
                                        <p:tgtEl>
                                          <p:spTgt spid="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1000"/>
                                        <p:tgtEl>
                                          <p:spTgt spid="9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45"/>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TRANSDUCTORES</a:t>
            </a:r>
            <a:endParaRPr>
              <a:solidFill>
                <a:srgbClr val="002060"/>
              </a:solidFill>
            </a:endParaRPr>
          </a:p>
        </p:txBody>
      </p:sp>
      <p:sp>
        <p:nvSpPr>
          <p:cNvPr id="1004" name="Google Shape;1004;p45"/>
          <p:cNvSpPr txBox="1"/>
          <p:nvPr>
            <p:ph idx="2" type="body"/>
          </p:nvPr>
        </p:nvSpPr>
        <p:spPr>
          <a:xfrm>
            <a:off x="1291580" y="4371924"/>
            <a:ext cx="9086540" cy="196904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rPr b="0" i="0" lang="es-BO" sz="2000">
                <a:latin typeface="Times New Roman"/>
                <a:ea typeface="Times New Roman"/>
                <a:cs typeface="Times New Roman"/>
                <a:sym typeface="Times New Roman"/>
              </a:rPr>
              <a:t>Las electroválvulas son dispositivos que responden a pulsos eléctricos. Gracias a la corriente que circula a través del solenoide es posible cambiar la posición de la válvula controlando la dirección del fluido.</a:t>
            </a:r>
            <a:endParaRPr/>
          </a:p>
          <a:p>
            <a:pPr indent="0" lvl="0" marL="0" rtl="0" algn="just">
              <a:lnSpc>
                <a:spcPct val="90000"/>
              </a:lnSpc>
              <a:spcBef>
                <a:spcPts val="1000"/>
              </a:spcBef>
              <a:spcAft>
                <a:spcPts val="0"/>
              </a:spcAft>
              <a:buClr>
                <a:schemeClr val="dk1"/>
              </a:buClr>
              <a:buSzPts val="2000"/>
              <a:buNone/>
            </a:pPr>
            <a:r>
              <a:rPr b="0" i="0" lang="es-BO" sz="2000">
                <a:latin typeface="Times New Roman"/>
                <a:ea typeface="Times New Roman"/>
                <a:cs typeface="Times New Roman"/>
                <a:sym typeface="Times New Roman"/>
              </a:rPr>
              <a:t>Al circular la corriente por el solenoide, genera un campo magnético que atrae el núcleo móvil y al finalizar el efecto del campo magnético, el núcleo no retorna a menos que el segundo solenoide se active.</a:t>
            </a:r>
            <a:endParaRPr/>
          </a:p>
        </p:txBody>
      </p:sp>
      <p:sp>
        <p:nvSpPr>
          <p:cNvPr id="1005" name="Google Shape;1005;p45"/>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006" name="Google Shape;1006;p45"/>
          <p:cNvSpPr txBox="1"/>
          <p:nvPr/>
        </p:nvSpPr>
        <p:spPr>
          <a:xfrm>
            <a:off x="1291579" y="3970426"/>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Descripción y funcionamiento</a:t>
            </a:r>
            <a:endParaRPr/>
          </a:p>
        </p:txBody>
      </p:sp>
      <p:grpSp>
        <p:nvGrpSpPr>
          <p:cNvPr id="1007" name="Google Shape;1007;p45"/>
          <p:cNvGrpSpPr/>
          <p:nvPr/>
        </p:nvGrpSpPr>
        <p:grpSpPr>
          <a:xfrm>
            <a:off x="1572986" y="1060096"/>
            <a:ext cx="3446755" cy="2975462"/>
            <a:chOff x="1572986" y="1060096"/>
            <a:chExt cx="3446755" cy="2975462"/>
          </a:xfrm>
        </p:grpSpPr>
        <p:sp>
          <p:nvSpPr>
            <p:cNvPr id="1008" name="Google Shape;1008;p45"/>
            <p:cNvSpPr txBox="1"/>
            <p:nvPr/>
          </p:nvSpPr>
          <p:spPr>
            <a:xfrm>
              <a:off x="1572986" y="1060096"/>
              <a:ext cx="323866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Electroválvula 4V110-06  </a:t>
              </a:r>
              <a:endParaRPr/>
            </a:p>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(solenoide simple)</a:t>
              </a:r>
              <a:endParaRPr/>
            </a:p>
          </p:txBody>
        </p:sp>
        <p:grpSp>
          <p:nvGrpSpPr>
            <p:cNvPr id="1009" name="Google Shape;1009;p45"/>
            <p:cNvGrpSpPr/>
            <p:nvPr/>
          </p:nvGrpSpPr>
          <p:grpSpPr>
            <a:xfrm>
              <a:off x="1909068" y="1736782"/>
              <a:ext cx="3110673" cy="2298776"/>
              <a:chOff x="1909068" y="1736782"/>
              <a:chExt cx="3110673" cy="2298776"/>
            </a:xfrm>
          </p:grpSpPr>
          <p:pic>
            <p:nvPicPr>
              <p:cNvPr id="1010" name="Google Shape;1010;p45"/>
              <p:cNvPicPr preferRelativeResize="0"/>
              <p:nvPr/>
            </p:nvPicPr>
            <p:blipFill rotWithShape="1">
              <a:blip r:embed="rId3">
                <a:alphaModFix/>
              </a:blip>
              <a:srcRect b="0" l="0" r="0" t="0"/>
              <a:stretch/>
            </p:blipFill>
            <p:spPr>
              <a:xfrm>
                <a:off x="2341559" y="1736782"/>
                <a:ext cx="1701521" cy="1112794"/>
              </a:xfrm>
              <a:prstGeom prst="rect">
                <a:avLst/>
              </a:prstGeom>
              <a:noFill/>
              <a:ln>
                <a:noFill/>
              </a:ln>
            </p:spPr>
          </p:pic>
          <p:grpSp>
            <p:nvGrpSpPr>
              <p:cNvPr id="1011" name="Google Shape;1011;p45"/>
              <p:cNvGrpSpPr/>
              <p:nvPr/>
            </p:nvGrpSpPr>
            <p:grpSpPr>
              <a:xfrm>
                <a:off x="1909068" y="2920997"/>
                <a:ext cx="3110673" cy="1114561"/>
                <a:chOff x="1909068" y="2920997"/>
                <a:chExt cx="3110673" cy="1114561"/>
              </a:xfrm>
            </p:grpSpPr>
            <p:pic>
              <p:nvPicPr>
                <p:cNvPr id="1012" name="Google Shape;1012;p45"/>
                <p:cNvPicPr preferRelativeResize="0"/>
                <p:nvPr/>
              </p:nvPicPr>
              <p:blipFill rotWithShape="1">
                <a:blip r:embed="rId4">
                  <a:alphaModFix/>
                </a:blip>
                <a:srcRect b="0" l="0" r="0" t="0"/>
                <a:stretch/>
              </p:blipFill>
              <p:spPr>
                <a:xfrm>
                  <a:off x="2395433" y="2920997"/>
                  <a:ext cx="1589640" cy="827696"/>
                </a:xfrm>
                <a:prstGeom prst="rect">
                  <a:avLst/>
                </a:prstGeom>
                <a:noFill/>
                <a:ln>
                  <a:noFill/>
                </a:ln>
              </p:spPr>
            </p:pic>
            <p:sp>
              <p:nvSpPr>
                <p:cNvPr id="1013" name="Google Shape;1013;p45"/>
                <p:cNvSpPr txBox="1"/>
                <p:nvPr/>
              </p:nvSpPr>
              <p:spPr>
                <a:xfrm>
                  <a:off x="1909068" y="3635448"/>
                  <a:ext cx="311067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(5/2=5vias y 2 posiciones)</a:t>
                  </a:r>
                  <a:endParaRPr b="0" i="0" sz="2000" u="none" cap="none" strike="noStrike">
                    <a:solidFill>
                      <a:srgbClr val="000000"/>
                    </a:solidFill>
                    <a:latin typeface="Calibri"/>
                    <a:ea typeface="Calibri"/>
                    <a:cs typeface="Calibri"/>
                    <a:sym typeface="Calibri"/>
                  </a:endParaRPr>
                </a:p>
              </p:txBody>
            </p:sp>
          </p:grpSp>
        </p:grpSp>
      </p:grpSp>
      <p:grpSp>
        <p:nvGrpSpPr>
          <p:cNvPr id="1014" name="Google Shape;1014;p45"/>
          <p:cNvGrpSpPr/>
          <p:nvPr/>
        </p:nvGrpSpPr>
        <p:grpSpPr>
          <a:xfrm>
            <a:off x="6265875" y="1060096"/>
            <a:ext cx="3704238" cy="2975462"/>
            <a:chOff x="6265875" y="1060096"/>
            <a:chExt cx="3704238" cy="2975462"/>
          </a:xfrm>
        </p:grpSpPr>
        <p:sp>
          <p:nvSpPr>
            <p:cNvPr id="1015" name="Google Shape;1015;p45"/>
            <p:cNvSpPr txBox="1"/>
            <p:nvPr/>
          </p:nvSpPr>
          <p:spPr>
            <a:xfrm>
              <a:off x="6265875" y="1060096"/>
              <a:ext cx="3238669"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Electroválvula 4V120-06  </a:t>
              </a:r>
              <a:endParaRPr/>
            </a:p>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(solenoide doble</a:t>
              </a:r>
              <a:r>
                <a:rPr b="1" i="0" lang="es-BO" sz="2200" u="none" cap="none" strike="noStrike">
                  <a:solidFill>
                    <a:srgbClr val="2F5496"/>
                  </a:solidFill>
                  <a:latin typeface="Times New Roman"/>
                  <a:ea typeface="Times New Roman"/>
                  <a:cs typeface="Times New Roman"/>
                  <a:sym typeface="Times New Roman"/>
                </a:rPr>
                <a:t>)</a:t>
              </a:r>
              <a:endParaRPr/>
            </a:p>
          </p:txBody>
        </p:sp>
        <p:grpSp>
          <p:nvGrpSpPr>
            <p:cNvPr id="1016" name="Google Shape;1016;p45"/>
            <p:cNvGrpSpPr/>
            <p:nvPr/>
          </p:nvGrpSpPr>
          <p:grpSpPr>
            <a:xfrm>
              <a:off x="6624729" y="1736782"/>
              <a:ext cx="2463881" cy="2014553"/>
              <a:chOff x="6624729" y="1736782"/>
              <a:chExt cx="2463881" cy="2014553"/>
            </a:xfrm>
          </p:grpSpPr>
          <p:pic>
            <p:nvPicPr>
              <p:cNvPr id="1017" name="Google Shape;1017;p45"/>
              <p:cNvPicPr preferRelativeResize="0"/>
              <p:nvPr/>
            </p:nvPicPr>
            <p:blipFill rotWithShape="1">
              <a:blip r:embed="rId5">
                <a:alphaModFix/>
              </a:blip>
              <a:srcRect b="0" l="0" r="0" t="0"/>
              <a:stretch/>
            </p:blipFill>
            <p:spPr>
              <a:xfrm>
                <a:off x="6624729" y="1736782"/>
                <a:ext cx="2463881" cy="1118601"/>
              </a:xfrm>
              <a:prstGeom prst="rect">
                <a:avLst/>
              </a:prstGeom>
              <a:noFill/>
              <a:ln>
                <a:noFill/>
              </a:ln>
            </p:spPr>
          </p:pic>
          <p:pic>
            <p:nvPicPr>
              <p:cNvPr id="1018" name="Google Shape;1018;p45"/>
              <p:cNvPicPr preferRelativeResize="0"/>
              <p:nvPr/>
            </p:nvPicPr>
            <p:blipFill rotWithShape="1">
              <a:blip r:embed="rId6">
                <a:alphaModFix/>
              </a:blip>
              <a:srcRect b="0" l="0" r="0" t="0"/>
              <a:stretch/>
            </p:blipFill>
            <p:spPr>
              <a:xfrm>
                <a:off x="6723173" y="2849576"/>
                <a:ext cx="2266992" cy="901759"/>
              </a:xfrm>
              <a:prstGeom prst="rect">
                <a:avLst/>
              </a:prstGeom>
              <a:noFill/>
              <a:ln>
                <a:noFill/>
              </a:ln>
            </p:spPr>
          </p:pic>
        </p:grpSp>
        <p:sp>
          <p:nvSpPr>
            <p:cNvPr id="1019" name="Google Shape;1019;p45"/>
            <p:cNvSpPr txBox="1"/>
            <p:nvPr/>
          </p:nvSpPr>
          <p:spPr>
            <a:xfrm>
              <a:off x="6575484" y="3635448"/>
              <a:ext cx="339462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(5/2=5vias y 2 posiciones)</a:t>
              </a:r>
              <a:endParaRPr b="0" i="0" sz="2000" u="none" cap="none" strike="noStrike">
                <a:solidFill>
                  <a:srgbClr val="000000"/>
                </a:solidFill>
                <a:latin typeface="Calibri"/>
                <a:ea typeface="Calibri"/>
                <a:cs typeface="Calibri"/>
                <a:sym typeface="Calibri"/>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1000"/>
                                        <p:tgtEl>
                                          <p:spTgt spid="1007"/>
                                        </p:tgtEl>
                                      </p:cBhvr>
                                    </p:animEffect>
                                  </p:childTnLst>
                                </p:cTn>
                              </p:par>
                              <p:par>
                                <p:cTn fill="hold" nodeType="with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1000"/>
                                        <p:tgtEl>
                                          <p:spTgt spid="10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4"/>
                                        </p:tgtEl>
                                        <p:attrNameLst>
                                          <p:attrName>style.visibility</p:attrName>
                                        </p:attrNameLst>
                                      </p:cBhvr>
                                      <p:to>
                                        <p:strVal val="visible"/>
                                      </p:to>
                                    </p:set>
                                    <p:animEffect filter="fade" transition="in">
                                      <p:cBhvr>
                                        <p:cTn dur="1000"/>
                                        <p:tgtEl>
                                          <p:spTgt spid="1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1000"/>
                                        <p:tgtEl>
                                          <p:spTgt spid="1006"/>
                                        </p:tgtEl>
                                      </p:cBhvr>
                                    </p:animEffect>
                                  </p:childTnLst>
                                </p:cTn>
                              </p:par>
                              <p:par>
                                <p:cTn fill="hold" nodeType="withEffect" presetClass="entr" presetID="10" presetSubtype="0">
                                  <p:stCondLst>
                                    <p:cond delay="0"/>
                                  </p:stCondLst>
                                  <p:childTnLst>
                                    <p:set>
                                      <p:cBhvr>
                                        <p:cTn dur="1" fill="hold">
                                          <p:stCondLst>
                                            <p:cond delay="0"/>
                                          </p:stCondLst>
                                        </p:cTn>
                                        <p:tgtEl>
                                          <p:spTgt spid="1004">
                                            <p:txEl>
                                              <p:pRg end="0" st="0"/>
                                            </p:txEl>
                                          </p:spTgt>
                                        </p:tgtEl>
                                        <p:attrNameLst>
                                          <p:attrName>style.visibility</p:attrName>
                                        </p:attrNameLst>
                                      </p:cBhvr>
                                      <p:to>
                                        <p:strVal val="visible"/>
                                      </p:to>
                                    </p:set>
                                    <p:animEffect filter="fade" transition="in">
                                      <p:cBhvr>
                                        <p:cTn dur="1000"/>
                                        <p:tgtEl>
                                          <p:spTgt spid="100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04">
                                            <p:txEl>
                                              <p:pRg end="1" st="1"/>
                                            </p:txEl>
                                          </p:spTgt>
                                        </p:tgtEl>
                                        <p:attrNameLst>
                                          <p:attrName>style.visibility</p:attrName>
                                        </p:attrNameLst>
                                      </p:cBhvr>
                                      <p:to>
                                        <p:strVal val="visible"/>
                                      </p:to>
                                    </p:set>
                                    <p:animEffect filter="fade" transition="in">
                                      <p:cBhvr>
                                        <p:cTn dur="1000"/>
                                        <p:tgtEl>
                                          <p:spTgt spid="100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46"/>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TRANSDUCTORES</a:t>
            </a:r>
            <a:endParaRPr>
              <a:solidFill>
                <a:srgbClr val="002060"/>
              </a:solidFill>
            </a:endParaRPr>
          </a:p>
        </p:txBody>
      </p:sp>
      <p:sp>
        <p:nvSpPr>
          <p:cNvPr id="1025" name="Google Shape;1025;p46"/>
          <p:cNvSpPr txBox="1"/>
          <p:nvPr>
            <p:ph idx="2" type="body"/>
          </p:nvPr>
        </p:nvSpPr>
        <p:spPr>
          <a:xfrm>
            <a:off x="941185" y="1509524"/>
            <a:ext cx="2798302" cy="1670404"/>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000000"/>
              </a:buClr>
              <a:buSzPts val="2000"/>
              <a:buNone/>
            </a:pPr>
            <a:r>
              <a:rPr b="0" i="0" lang="es-BO" sz="2000" u="none" strike="noStrike">
                <a:solidFill>
                  <a:srgbClr val="000000"/>
                </a:solidFill>
                <a:latin typeface="Times New Roman"/>
                <a:ea typeface="Times New Roman"/>
                <a:cs typeface="Times New Roman"/>
                <a:sym typeface="Times New Roman"/>
              </a:rPr>
              <a:t>El esquema de conexión con un cilindro neumático, y en general con cualquier actuador es como en el esquema siguiente:</a:t>
            </a:r>
            <a:endParaRPr b="0" i="0" sz="2400">
              <a:latin typeface="Times New Roman"/>
              <a:ea typeface="Times New Roman"/>
              <a:cs typeface="Times New Roman"/>
              <a:sym typeface="Times New Roman"/>
            </a:endParaRPr>
          </a:p>
        </p:txBody>
      </p:sp>
      <p:sp>
        <p:nvSpPr>
          <p:cNvPr id="1026" name="Google Shape;1026;p46"/>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027" name="Google Shape;1027;p46"/>
          <p:cNvSpPr txBox="1"/>
          <p:nvPr/>
        </p:nvSpPr>
        <p:spPr>
          <a:xfrm>
            <a:off x="941185" y="1033031"/>
            <a:ext cx="67698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Electroválvula 4V110-06  (5/2=5vias y 2 posiciones)</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200"/>
              <a:buFont typeface="Calibri"/>
              <a:buNone/>
            </a:pPr>
            <a:r>
              <a:t/>
            </a:r>
            <a:endParaRPr b="1" i="0" sz="2200" u="none" cap="none" strike="noStrike">
              <a:solidFill>
                <a:srgbClr val="2F5496"/>
              </a:solidFill>
              <a:latin typeface="Times New Roman"/>
              <a:ea typeface="Times New Roman"/>
              <a:cs typeface="Times New Roman"/>
              <a:sym typeface="Times New Roman"/>
            </a:endParaRPr>
          </a:p>
        </p:txBody>
      </p:sp>
      <p:pic>
        <p:nvPicPr>
          <p:cNvPr id="1028" name="Google Shape;1028;p46"/>
          <p:cNvPicPr preferRelativeResize="0"/>
          <p:nvPr/>
        </p:nvPicPr>
        <p:blipFill rotWithShape="1">
          <a:blip r:embed="rId3">
            <a:alphaModFix/>
          </a:blip>
          <a:srcRect b="0" l="0" r="0" t="0"/>
          <a:stretch/>
        </p:blipFill>
        <p:spPr>
          <a:xfrm>
            <a:off x="4566658" y="3371722"/>
            <a:ext cx="2317156" cy="3293996"/>
          </a:xfrm>
          <a:prstGeom prst="rect">
            <a:avLst/>
          </a:prstGeom>
          <a:noFill/>
          <a:ln>
            <a:noFill/>
          </a:ln>
        </p:spPr>
      </p:pic>
      <p:pic>
        <p:nvPicPr>
          <p:cNvPr id="1029" name="Google Shape;1029;p46"/>
          <p:cNvPicPr preferRelativeResize="0"/>
          <p:nvPr/>
        </p:nvPicPr>
        <p:blipFill rotWithShape="1">
          <a:blip r:embed="rId4">
            <a:alphaModFix/>
          </a:blip>
          <a:srcRect b="0" l="0" r="0" t="0"/>
          <a:stretch/>
        </p:blipFill>
        <p:spPr>
          <a:xfrm>
            <a:off x="1375445" y="3179928"/>
            <a:ext cx="1767684" cy="3220872"/>
          </a:xfrm>
          <a:prstGeom prst="rect">
            <a:avLst/>
          </a:prstGeom>
          <a:noFill/>
          <a:ln>
            <a:noFill/>
          </a:ln>
        </p:spPr>
      </p:pic>
      <p:sp>
        <p:nvSpPr>
          <p:cNvPr id="1030" name="Google Shape;1030;p46"/>
          <p:cNvSpPr txBox="1"/>
          <p:nvPr/>
        </p:nvSpPr>
        <p:spPr>
          <a:xfrm>
            <a:off x="3923741" y="1509524"/>
            <a:ext cx="3602990" cy="1670404"/>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2000"/>
              <a:buFont typeface="Arial"/>
              <a:buNone/>
            </a:pPr>
            <a:r>
              <a:rPr b="0" i="0" lang="es-BO" sz="2000" u="none" cap="none" strike="noStrike">
                <a:solidFill>
                  <a:srgbClr val="000000"/>
                </a:solidFill>
                <a:latin typeface="Times New Roman"/>
                <a:ea typeface="Times New Roman"/>
                <a:cs typeface="Times New Roman"/>
                <a:sym typeface="Times New Roman"/>
              </a:rPr>
              <a:t>La activación es por medio de una bobina solenoide que mueve la válvula de su posición de reposo, esta segunda posición cambia el sentido de circulación del aire comprimido obligando al vástago a desplegarse:</a:t>
            </a:r>
            <a:endParaRPr b="0" i="0" sz="2400" u="none" cap="none" strike="noStrike">
              <a:solidFill>
                <a:srgbClr val="000000"/>
              </a:solidFill>
              <a:latin typeface="Times New Roman"/>
              <a:ea typeface="Times New Roman"/>
              <a:cs typeface="Times New Roman"/>
              <a:sym typeface="Times New Roman"/>
            </a:endParaRPr>
          </a:p>
        </p:txBody>
      </p:sp>
      <p:sp>
        <p:nvSpPr>
          <p:cNvPr id="1031" name="Google Shape;1031;p46"/>
          <p:cNvSpPr txBox="1"/>
          <p:nvPr/>
        </p:nvSpPr>
        <p:spPr>
          <a:xfrm>
            <a:off x="7710985" y="1490499"/>
            <a:ext cx="3893704" cy="1670404"/>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2000"/>
              <a:buFont typeface="Arial"/>
              <a:buNone/>
            </a:pPr>
            <a:r>
              <a:rPr b="0" i="0" lang="es-BO" sz="2000" u="none" cap="none" strike="noStrike">
                <a:solidFill>
                  <a:srgbClr val="000000"/>
                </a:solidFill>
                <a:latin typeface="Times New Roman"/>
                <a:ea typeface="Times New Roman"/>
                <a:cs typeface="Times New Roman"/>
                <a:sym typeface="Times New Roman"/>
              </a:rPr>
              <a:t>El retroceso es cuando la bobina solenoide deja de alimentarse el muelle devolverá la válvula a su posición de reposo. En esta posición el sentido de circulación del aire comprimido volverá a cambiar, obligando al vástago a replegarse:</a:t>
            </a:r>
            <a:endParaRPr b="0" i="0" sz="2400" u="none" cap="none" strike="noStrike">
              <a:solidFill>
                <a:srgbClr val="000000"/>
              </a:solidFill>
              <a:latin typeface="Times New Roman"/>
              <a:ea typeface="Times New Roman"/>
              <a:cs typeface="Times New Roman"/>
              <a:sym typeface="Times New Roman"/>
            </a:endParaRPr>
          </a:p>
        </p:txBody>
      </p:sp>
      <p:pic>
        <p:nvPicPr>
          <p:cNvPr id="1032" name="Google Shape;1032;p46"/>
          <p:cNvPicPr preferRelativeResize="0"/>
          <p:nvPr/>
        </p:nvPicPr>
        <p:blipFill rotWithShape="1">
          <a:blip r:embed="rId5">
            <a:alphaModFix/>
          </a:blip>
          <a:srcRect b="0" l="0" r="0" t="0"/>
          <a:stretch/>
        </p:blipFill>
        <p:spPr>
          <a:xfrm>
            <a:off x="8820269" y="3518761"/>
            <a:ext cx="1675136" cy="2999918"/>
          </a:xfrm>
          <a:prstGeom prst="rect">
            <a:avLst/>
          </a:prstGeom>
          <a:noFill/>
          <a:ln>
            <a:noFill/>
          </a:ln>
        </p:spPr>
      </p:pic>
      <p:cxnSp>
        <p:nvCxnSpPr>
          <p:cNvPr id="1033" name="Google Shape;1033;p46"/>
          <p:cNvCxnSpPr/>
          <p:nvPr/>
        </p:nvCxnSpPr>
        <p:spPr>
          <a:xfrm>
            <a:off x="3822700" y="1509524"/>
            <a:ext cx="44450" cy="5107176"/>
          </a:xfrm>
          <a:prstGeom prst="straightConnector1">
            <a:avLst/>
          </a:prstGeom>
          <a:noFill/>
          <a:ln cap="flat" cmpd="sng" w="57150">
            <a:solidFill>
              <a:schemeClr val="accent1"/>
            </a:solidFill>
            <a:prstDash val="solid"/>
            <a:miter lim="800000"/>
            <a:headEnd len="sm" w="sm" type="none"/>
            <a:tailEnd len="sm" w="sm" type="none"/>
          </a:ln>
        </p:spPr>
      </p:cxnSp>
      <p:cxnSp>
        <p:nvCxnSpPr>
          <p:cNvPr id="1034" name="Google Shape;1034;p46"/>
          <p:cNvCxnSpPr/>
          <p:nvPr/>
        </p:nvCxnSpPr>
        <p:spPr>
          <a:xfrm>
            <a:off x="7596633" y="1490499"/>
            <a:ext cx="44450" cy="5107176"/>
          </a:xfrm>
          <a:prstGeom prst="straightConnector1">
            <a:avLst/>
          </a:prstGeom>
          <a:noFill/>
          <a:ln cap="flat" cmpd="sng" w="57150">
            <a:solidFill>
              <a:schemeClr val="accent1"/>
            </a:solidFill>
            <a:prstDash val="solid"/>
            <a:miter lim="800000"/>
            <a:headEnd len="sm" w="sm" type="none"/>
            <a:tailEnd len="sm" w="sm" type="none"/>
          </a:ln>
        </p:spPr>
      </p:cxn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1000"/>
                                        <p:tgtEl>
                                          <p:spTgt spid="1027"/>
                                        </p:tgtEl>
                                      </p:cBhvr>
                                    </p:animEffect>
                                  </p:childTnLst>
                                </p:cTn>
                              </p:par>
                              <p:par>
                                <p:cTn fill="hold" nodeType="with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1000"/>
                                        <p:tgtEl>
                                          <p:spTgt spid="1024"/>
                                        </p:tgtEl>
                                      </p:cBhvr>
                                    </p:animEffect>
                                  </p:childTnLst>
                                </p:cTn>
                              </p:par>
                              <p:par>
                                <p:cTn fill="hold" nodeType="withEffect" presetClass="entr" presetID="10" presetSubtype="0">
                                  <p:stCondLst>
                                    <p:cond delay="0"/>
                                  </p:stCondLst>
                                  <p:childTnLst>
                                    <p:set>
                                      <p:cBhvr>
                                        <p:cTn dur="1" fill="hold">
                                          <p:stCondLst>
                                            <p:cond delay="0"/>
                                          </p:stCondLst>
                                        </p:cTn>
                                        <p:tgtEl>
                                          <p:spTgt spid="1025">
                                            <p:txEl>
                                              <p:pRg end="0" st="0"/>
                                            </p:txEl>
                                          </p:spTgt>
                                        </p:tgtEl>
                                        <p:attrNameLst>
                                          <p:attrName>style.visibility</p:attrName>
                                        </p:attrNameLst>
                                      </p:cBhvr>
                                      <p:to>
                                        <p:strVal val="visible"/>
                                      </p:to>
                                    </p:set>
                                    <p:animEffect filter="fade" transition="in">
                                      <p:cBhvr>
                                        <p:cTn dur="1000"/>
                                        <p:tgtEl>
                                          <p:spTgt spid="102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29"/>
                                        </p:tgtEl>
                                        <p:attrNameLst>
                                          <p:attrName>style.visibility</p:attrName>
                                        </p:attrNameLst>
                                      </p:cBhvr>
                                      <p:to>
                                        <p:strVal val="visible"/>
                                      </p:to>
                                    </p:set>
                                    <p:animEffect filter="fade" transition="in">
                                      <p:cBhvr>
                                        <p:cTn dur="1000"/>
                                        <p:tgtEl>
                                          <p:spTgt spid="10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500"/>
                                        <p:tgtEl>
                                          <p:spTgt spid="10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1000"/>
                                        <p:tgtEl>
                                          <p:spTgt spid="1030"/>
                                        </p:tgtEl>
                                      </p:cBhvr>
                                    </p:animEffect>
                                  </p:childTnLst>
                                </p:cTn>
                              </p:par>
                              <p:par>
                                <p:cTn fill="hold" nodeType="with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1000"/>
                                        <p:tgtEl>
                                          <p:spTgt spid="10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500"/>
                                        <p:tgtEl>
                                          <p:spTgt spid="10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1000"/>
                                        <p:tgtEl>
                                          <p:spTgt spid="1031"/>
                                        </p:tgtEl>
                                      </p:cBhvr>
                                    </p:animEffect>
                                  </p:childTnLst>
                                </p:cTn>
                              </p:par>
                              <p:par>
                                <p:cTn fill="hold" nodeType="with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1000"/>
                                        <p:tgtEl>
                                          <p:spTgt spid="10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47"/>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grpSp>
        <p:nvGrpSpPr>
          <p:cNvPr id="1040" name="Google Shape;1040;p47"/>
          <p:cNvGrpSpPr/>
          <p:nvPr/>
        </p:nvGrpSpPr>
        <p:grpSpPr>
          <a:xfrm>
            <a:off x="2023595" y="3091868"/>
            <a:ext cx="2587140" cy="1832378"/>
            <a:chOff x="3221574" y="3338375"/>
            <a:chExt cx="2587140" cy="1832378"/>
          </a:xfrm>
        </p:grpSpPr>
        <p:sp>
          <p:nvSpPr>
            <p:cNvPr id="1041" name="Google Shape;1041;p47"/>
            <p:cNvSpPr/>
            <p:nvPr/>
          </p:nvSpPr>
          <p:spPr>
            <a:xfrm>
              <a:off x="3833348" y="3338375"/>
              <a:ext cx="1975366" cy="1433357"/>
            </a:xfrm>
            <a:custGeom>
              <a:rect b="b" l="l" r="r" t="t"/>
              <a:pathLst>
                <a:path extrusionOk="0" h="60448" w="64747">
                  <a:moveTo>
                    <a:pt x="64116" y="0"/>
                  </a:moveTo>
                  <a:lnTo>
                    <a:pt x="0" y="59769"/>
                  </a:lnTo>
                  <a:lnTo>
                    <a:pt x="631" y="60448"/>
                  </a:lnTo>
                  <a:lnTo>
                    <a:pt x="64747" y="679"/>
                  </a:lnTo>
                  <a:lnTo>
                    <a:pt x="64116" y="0"/>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nvGrpSpPr>
            <p:cNvPr id="1042" name="Google Shape;1042;p47"/>
            <p:cNvGrpSpPr/>
            <p:nvPr/>
          </p:nvGrpSpPr>
          <p:grpSpPr>
            <a:xfrm>
              <a:off x="3221574" y="3626430"/>
              <a:ext cx="1870024" cy="1544323"/>
              <a:chOff x="3248078" y="3626430"/>
              <a:chExt cx="1870024" cy="1544323"/>
            </a:xfrm>
          </p:grpSpPr>
          <p:sp>
            <p:nvSpPr>
              <p:cNvPr id="1043" name="Google Shape;1043;p47"/>
              <p:cNvSpPr/>
              <p:nvPr/>
            </p:nvSpPr>
            <p:spPr>
              <a:xfrm>
                <a:off x="3431083" y="3848046"/>
                <a:ext cx="1483215" cy="1178172"/>
              </a:xfrm>
              <a:custGeom>
                <a:rect b="b" l="l" r="r" t="t"/>
                <a:pathLst>
                  <a:path extrusionOk="0" h="33089" w="33100">
                    <a:moveTo>
                      <a:pt x="16550" y="1"/>
                    </a:moveTo>
                    <a:cubicBezTo>
                      <a:pt x="7406" y="1"/>
                      <a:pt x="0" y="7406"/>
                      <a:pt x="0" y="16550"/>
                    </a:cubicBezTo>
                    <a:cubicBezTo>
                      <a:pt x="0" y="25682"/>
                      <a:pt x="7406" y="33088"/>
                      <a:pt x="16550" y="33088"/>
                    </a:cubicBezTo>
                    <a:cubicBezTo>
                      <a:pt x="25682" y="33088"/>
                      <a:pt x="33100" y="25682"/>
                      <a:pt x="33100" y="16550"/>
                    </a:cubicBezTo>
                    <a:cubicBezTo>
                      <a:pt x="33100" y="7406"/>
                      <a:pt x="25682" y="1"/>
                      <a:pt x="16550"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Encoder Incremental</a:t>
                </a:r>
                <a:endParaRPr b="0" i="0" sz="2000" u="none" cap="none" strike="noStrike">
                  <a:solidFill>
                    <a:srgbClr val="000000"/>
                  </a:solidFill>
                  <a:latin typeface="Times New Roman"/>
                  <a:ea typeface="Times New Roman"/>
                  <a:cs typeface="Times New Roman"/>
                  <a:sym typeface="Times New Roman"/>
                </a:endParaRPr>
              </a:p>
            </p:txBody>
          </p:sp>
          <p:sp>
            <p:nvSpPr>
              <p:cNvPr id="1044" name="Google Shape;1044;p47"/>
              <p:cNvSpPr/>
              <p:nvPr/>
            </p:nvSpPr>
            <p:spPr>
              <a:xfrm>
                <a:off x="4091054" y="4185203"/>
                <a:ext cx="1027048" cy="916324"/>
              </a:xfrm>
              <a:custGeom>
                <a:rect b="b" l="l" r="r" t="t"/>
                <a:pathLst>
                  <a:path extrusionOk="0" h="25735" w="22920">
                    <a:moveTo>
                      <a:pt x="18772" y="0"/>
                    </a:moveTo>
                    <a:cubicBezTo>
                      <a:pt x="18718" y="0"/>
                      <a:pt x="18663" y="11"/>
                      <a:pt x="18610" y="33"/>
                    </a:cubicBezTo>
                    <a:cubicBezTo>
                      <a:pt x="18372" y="116"/>
                      <a:pt x="18264" y="378"/>
                      <a:pt x="18348" y="616"/>
                    </a:cubicBezTo>
                    <a:lnTo>
                      <a:pt x="18372" y="676"/>
                    </a:lnTo>
                    <a:cubicBezTo>
                      <a:pt x="21908" y="9808"/>
                      <a:pt x="17348" y="20095"/>
                      <a:pt x="8227" y="23631"/>
                    </a:cubicBezTo>
                    <a:cubicBezTo>
                      <a:pt x="6153" y="24435"/>
                      <a:pt x="4004" y="24834"/>
                      <a:pt x="1822" y="24834"/>
                    </a:cubicBezTo>
                    <a:cubicBezTo>
                      <a:pt x="1387" y="24834"/>
                      <a:pt x="950" y="24818"/>
                      <a:pt x="512" y="24786"/>
                    </a:cubicBezTo>
                    <a:cubicBezTo>
                      <a:pt x="498" y="24785"/>
                      <a:pt x="484" y="24784"/>
                      <a:pt x="470" y="24784"/>
                    </a:cubicBezTo>
                    <a:cubicBezTo>
                      <a:pt x="238" y="24784"/>
                      <a:pt x="46" y="24967"/>
                      <a:pt x="24" y="25203"/>
                    </a:cubicBezTo>
                    <a:cubicBezTo>
                      <a:pt x="0" y="25441"/>
                      <a:pt x="191" y="25667"/>
                      <a:pt x="441" y="25679"/>
                    </a:cubicBezTo>
                    <a:cubicBezTo>
                      <a:pt x="922" y="25716"/>
                      <a:pt x="1401" y="25735"/>
                      <a:pt x="1879" y="25735"/>
                    </a:cubicBezTo>
                    <a:cubicBezTo>
                      <a:pt x="4157" y="25735"/>
                      <a:pt x="6393" y="25313"/>
                      <a:pt x="8549" y="24476"/>
                    </a:cubicBezTo>
                    <a:cubicBezTo>
                      <a:pt x="18145" y="20762"/>
                      <a:pt x="22920" y="9939"/>
                      <a:pt x="19217" y="354"/>
                    </a:cubicBezTo>
                    <a:lnTo>
                      <a:pt x="19193" y="295"/>
                    </a:lnTo>
                    <a:cubicBezTo>
                      <a:pt x="19120" y="113"/>
                      <a:pt x="18950" y="0"/>
                      <a:pt x="18772"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45" name="Google Shape;1045;p47"/>
              <p:cNvSpPr/>
              <p:nvPr/>
            </p:nvSpPr>
            <p:spPr>
              <a:xfrm>
                <a:off x="3337698" y="4736323"/>
                <a:ext cx="1481108" cy="434430"/>
              </a:xfrm>
              <a:custGeom>
                <a:rect b="b" l="l" r="r" t="t"/>
                <a:pathLst>
                  <a:path extrusionOk="0" h="12201" w="33053">
                    <a:moveTo>
                      <a:pt x="517" y="1"/>
                    </a:moveTo>
                    <a:cubicBezTo>
                      <a:pt x="452" y="1"/>
                      <a:pt x="385" y="15"/>
                      <a:pt x="322" y="45"/>
                    </a:cubicBezTo>
                    <a:cubicBezTo>
                      <a:pt x="96" y="164"/>
                      <a:pt x="1" y="426"/>
                      <a:pt x="120" y="652"/>
                    </a:cubicBezTo>
                    <a:cubicBezTo>
                      <a:pt x="1036" y="2533"/>
                      <a:pt x="2239" y="4260"/>
                      <a:pt x="3691" y="5796"/>
                    </a:cubicBezTo>
                    <a:cubicBezTo>
                      <a:pt x="7735" y="10054"/>
                      <a:pt x="13180" y="12201"/>
                      <a:pt x="18636" y="12201"/>
                    </a:cubicBezTo>
                    <a:cubicBezTo>
                      <a:pt x="23736" y="12201"/>
                      <a:pt x="28845" y="10325"/>
                      <a:pt x="32826" y="6546"/>
                    </a:cubicBezTo>
                    <a:lnTo>
                      <a:pt x="32862" y="6498"/>
                    </a:lnTo>
                    <a:cubicBezTo>
                      <a:pt x="33040" y="6331"/>
                      <a:pt x="33052" y="6046"/>
                      <a:pt x="32886" y="5867"/>
                    </a:cubicBezTo>
                    <a:cubicBezTo>
                      <a:pt x="32792" y="5773"/>
                      <a:pt x="32668" y="5725"/>
                      <a:pt x="32546" y="5725"/>
                    </a:cubicBezTo>
                    <a:cubicBezTo>
                      <a:pt x="32436" y="5725"/>
                      <a:pt x="32327" y="5764"/>
                      <a:pt x="32243" y="5843"/>
                    </a:cubicBezTo>
                    <a:lnTo>
                      <a:pt x="32207" y="5891"/>
                    </a:lnTo>
                    <a:cubicBezTo>
                      <a:pt x="28399" y="9503"/>
                      <a:pt x="23515" y="11295"/>
                      <a:pt x="18640" y="11295"/>
                    </a:cubicBezTo>
                    <a:cubicBezTo>
                      <a:pt x="13424" y="11295"/>
                      <a:pt x="8217" y="9244"/>
                      <a:pt x="4346" y="5176"/>
                    </a:cubicBezTo>
                    <a:cubicBezTo>
                      <a:pt x="2953" y="3712"/>
                      <a:pt x="1810" y="2057"/>
                      <a:pt x="929" y="259"/>
                    </a:cubicBezTo>
                    <a:cubicBezTo>
                      <a:pt x="852" y="96"/>
                      <a:pt x="688" y="1"/>
                      <a:pt x="517"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46" name="Google Shape;1046;p47"/>
              <p:cNvSpPr/>
              <p:nvPr/>
            </p:nvSpPr>
            <p:spPr>
              <a:xfrm>
                <a:off x="3248078" y="3626430"/>
                <a:ext cx="1114024" cy="482000"/>
              </a:xfrm>
              <a:custGeom>
                <a:rect b="b" l="l" r="r" t="t"/>
                <a:pathLst>
                  <a:path extrusionOk="0" h="13537" w="24861">
                    <a:moveTo>
                      <a:pt x="20668" y="0"/>
                    </a:moveTo>
                    <a:cubicBezTo>
                      <a:pt x="12054" y="0"/>
                      <a:pt x="3945" y="4938"/>
                      <a:pt x="119" y="12880"/>
                    </a:cubicBezTo>
                    <a:cubicBezTo>
                      <a:pt x="119" y="12880"/>
                      <a:pt x="107" y="12904"/>
                      <a:pt x="107" y="12904"/>
                    </a:cubicBezTo>
                    <a:cubicBezTo>
                      <a:pt x="0" y="13130"/>
                      <a:pt x="96" y="13380"/>
                      <a:pt x="322" y="13488"/>
                    </a:cubicBezTo>
                    <a:cubicBezTo>
                      <a:pt x="386" y="13521"/>
                      <a:pt x="453" y="13537"/>
                      <a:pt x="520" y="13537"/>
                    </a:cubicBezTo>
                    <a:cubicBezTo>
                      <a:pt x="689" y="13537"/>
                      <a:pt x="852" y="13436"/>
                      <a:pt x="929" y="13273"/>
                    </a:cubicBezTo>
                    <a:cubicBezTo>
                      <a:pt x="4611" y="5649"/>
                      <a:pt x="12410" y="896"/>
                      <a:pt x="20681" y="896"/>
                    </a:cubicBezTo>
                    <a:cubicBezTo>
                      <a:pt x="21877" y="896"/>
                      <a:pt x="23084" y="996"/>
                      <a:pt x="24289" y="1200"/>
                    </a:cubicBezTo>
                    <a:cubicBezTo>
                      <a:pt x="24319" y="1207"/>
                      <a:pt x="24348" y="1209"/>
                      <a:pt x="24377" y="1209"/>
                    </a:cubicBezTo>
                    <a:cubicBezTo>
                      <a:pt x="24569" y="1209"/>
                      <a:pt x="24739" y="1077"/>
                      <a:pt x="24801" y="891"/>
                    </a:cubicBezTo>
                    <a:cubicBezTo>
                      <a:pt x="24801" y="879"/>
                      <a:pt x="24813" y="855"/>
                      <a:pt x="24813" y="831"/>
                    </a:cubicBezTo>
                    <a:cubicBezTo>
                      <a:pt x="24861" y="593"/>
                      <a:pt x="24694" y="355"/>
                      <a:pt x="24444" y="319"/>
                    </a:cubicBezTo>
                    <a:cubicBezTo>
                      <a:pt x="23182" y="105"/>
                      <a:pt x="21920" y="0"/>
                      <a:pt x="20668"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47" name="Google Shape;1047;p47"/>
              <p:cNvSpPr/>
              <p:nvPr/>
            </p:nvSpPr>
            <p:spPr>
              <a:xfrm>
                <a:off x="3696229" y="3703483"/>
                <a:ext cx="1380241" cy="593127"/>
              </a:xfrm>
              <a:custGeom>
                <a:rect b="b" l="l" r="r" t="t"/>
                <a:pathLst>
                  <a:path extrusionOk="0" h="16658" w="30802">
                    <a:moveTo>
                      <a:pt x="10633" y="1"/>
                    </a:moveTo>
                    <a:cubicBezTo>
                      <a:pt x="6990" y="1"/>
                      <a:pt x="3418" y="965"/>
                      <a:pt x="298" y="2775"/>
                    </a:cubicBezTo>
                    <a:cubicBezTo>
                      <a:pt x="84" y="2906"/>
                      <a:pt x="1" y="3180"/>
                      <a:pt x="132" y="3394"/>
                    </a:cubicBezTo>
                    <a:cubicBezTo>
                      <a:pt x="220" y="3538"/>
                      <a:pt x="373" y="3618"/>
                      <a:pt x="529" y="3618"/>
                    </a:cubicBezTo>
                    <a:cubicBezTo>
                      <a:pt x="605" y="3618"/>
                      <a:pt x="681" y="3599"/>
                      <a:pt x="751" y="3561"/>
                    </a:cubicBezTo>
                    <a:cubicBezTo>
                      <a:pt x="3739" y="1822"/>
                      <a:pt x="7156" y="906"/>
                      <a:pt x="10633" y="906"/>
                    </a:cubicBezTo>
                    <a:cubicBezTo>
                      <a:pt x="19789" y="906"/>
                      <a:pt x="27873" y="7383"/>
                      <a:pt x="29861" y="16300"/>
                    </a:cubicBezTo>
                    <a:cubicBezTo>
                      <a:pt x="29909" y="16503"/>
                      <a:pt x="30100" y="16658"/>
                      <a:pt x="30302" y="16658"/>
                    </a:cubicBezTo>
                    <a:cubicBezTo>
                      <a:pt x="30338" y="16658"/>
                      <a:pt x="30373" y="16646"/>
                      <a:pt x="30397" y="16646"/>
                    </a:cubicBezTo>
                    <a:cubicBezTo>
                      <a:pt x="30647" y="16586"/>
                      <a:pt x="30802" y="16348"/>
                      <a:pt x="30742" y="16098"/>
                    </a:cubicBezTo>
                    <a:cubicBezTo>
                      <a:pt x="29742" y="11597"/>
                      <a:pt x="27206" y="7514"/>
                      <a:pt x="23599" y="4597"/>
                    </a:cubicBezTo>
                    <a:cubicBezTo>
                      <a:pt x="19955" y="1632"/>
                      <a:pt x="15348" y="1"/>
                      <a:pt x="10633"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grpSp>
        <p:nvGrpSpPr>
          <p:cNvPr id="1048" name="Google Shape;1048;p47"/>
          <p:cNvGrpSpPr/>
          <p:nvPr/>
        </p:nvGrpSpPr>
        <p:grpSpPr>
          <a:xfrm>
            <a:off x="1131301" y="579923"/>
            <a:ext cx="3692495" cy="2466532"/>
            <a:chOff x="1862676" y="579923"/>
            <a:chExt cx="2961120" cy="2466532"/>
          </a:xfrm>
        </p:grpSpPr>
        <p:sp>
          <p:nvSpPr>
            <p:cNvPr id="1049" name="Google Shape;1049;p47"/>
            <p:cNvSpPr/>
            <p:nvPr/>
          </p:nvSpPr>
          <p:spPr>
            <a:xfrm>
              <a:off x="3972224" y="2372787"/>
              <a:ext cx="851572" cy="673668"/>
            </a:xfrm>
            <a:custGeom>
              <a:rect b="b" l="l" r="r" t="t"/>
              <a:pathLst>
                <a:path extrusionOk="0" h="18920" w="19004">
                  <a:moveTo>
                    <a:pt x="656" y="0"/>
                  </a:moveTo>
                  <a:lnTo>
                    <a:pt x="1" y="655"/>
                  </a:lnTo>
                  <a:lnTo>
                    <a:pt x="18348" y="18919"/>
                  </a:lnTo>
                  <a:lnTo>
                    <a:pt x="19003" y="18264"/>
                  </a:lnTo>
                  <a:lnTo>
                    <a:pt x="656" y="0"/>
                  </a:ln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nvGrpSpPr>
            <p:cNvPr id="1050" name="Google Shape;1050;p47"/>
            <p:cNvGrpSpPr/>
            <p:nvPr/>
          </p:nvGrpSpPr>
          <p:grpSpPr>
            <a:xfrm>
              <a:off x="1862676" y="579923"/>
              <a:ext cx="2761043" cy="2279173"/>
              <a:chOff x="2556186" y="480374"/>
              <a:chExt cx="2761043" cy="2279173"/>
            </a:xfrm>
          </p:grpSpPr>
          <p:sp>
            <p:nvSpPr>
              <p:cNvPr id="1051" name="Google Shape;1051;p47"/>
              <p:cNvSpPr/>
              <p:nvPr/>
            </p:nvSpPr>
            <p:spPr>
              <a:xfrm>
                <a:off x="2621789" y="528728"/>
                <a:ext cx="750749" cy="596937"/>
              </a:xfrm>
              <a:custGeom>
                <a:rect b="b" l="l" r="r" t="t"/>
                <a:pathLst>
                  <a:path extrusionOk="0" h="16765" w="16754">
                    <a:moveTo>
                      <a:pt x="8371" y="0"/>
                    </a:moveTo>
                    <a:cubicBezTo>
                      <a:pt x="3751" y="0"/>
                      <a:pt x="1" y="3751"/>
                      <a:pt x="1" y="8382"/>
                    </a:cubicBezTo>
                    <a:cubicBezTo>
                      <a:pt x="1" y="13014"/>
                      <a:pt x="3751" y="16764"/>
                      <a:pt x="8371" y="16764"/>
                    </a:cubicBezTo>
                    <a:cubicBezTo>
                      <a:pt x="13003" y="16764"/>
                      <a:pt x="16753" y="13014"/>
                      <a:pt x="16753" y="8382"/>
                    </a:cubicBezTo>
                    <a:cubicBezTo>
                      <a:pt x="16753" y="3751"/>
                      <a:pt x="13003" y="0"/>
                      <a:pt x="8371"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D-C73</a:t>
                </a:r>
                <a:endParaRPr b="0" i="0" sz="2000" u="none" cap="none" strike="noStrike">
                  <a:solidFill>
                    <a:srgbClr val="000000"/>
                  </a:solidFill>
                  <a:latin typeface="Times New Roman"/>
                  <a:ea typeface="Times New Roman"/>
                  <a:cs typeface="Times New Roman"/>
                  <a:sym typeface="Times New Roman"/>
                </a:endParaRPr>
              </a:p>
            </p:txBody>
          </p:sp>
          <p:sp>
            <p:nvSpPr>
              <p:cNvPr id="1052" name="Google Shape;1052;p47"/>
              <p:cNvSpPr/>
              <p:nvPr/>
            </p:nvSpPr>
            <p:spPr>
              <a:xfrm>
                <a:off x="2556186" y="480374"/>
                <a:ext cx="881953" cy="700801"/>
              </a:xfrm>
              <a:custGeom>
                <a:rect b="b" l="l" r="r" t="t"/>
                <a:pathLst>
                  <a:path extrusionOk="0" h="19682" w="19682">
                    <a:moveTo>
                      <a:pt x="9835" y="929"/>
                    </a:moveTo>
                    <a:cubicBezTo>
                      <a:pt x="14752" y="929"/>
                      <a:pt x="18753" y="4918"/>
                      <a:pt x="18753" y="9835"/>
                    </a:cubicBezTo>
                    <a:cubicBezTo>
                      <a:pt x="18753" y="14753"/>
                      <a:pt x="14752" y="18753"/>
                      <a:pt x="9835" y="18753"/>
                    </a:cubicBezTo>
                    <a:cubicBezTo>
                      <a:pt x="4918" y="18753"/>
                      <a:pt x="929" y="14753"/>
                      <a:pt x="929" y="9835"/>
                    </a:cubicBezTo>
                    <a:cubicBezTo>
                      <a:pt x="929" y="4918"/>
                      <a:pt x="4918" y="929"/>
                      <a:pt x="9835" y="929"/>
                    </a:cubicBezTo>
                    <a:close/>
                    <a:moveTo>
                      <a:pt x="9835" y="1"/>
                    </a:moveTo>
                    <a:cubicBezTo>
                      <a:pt x="4418" y="1"/>
                      <a:pt x="1" y="4418"/>
                      <a:pt x="1" y="9835"/>
                    </a:cubicBezTo>
                    <a:cubicBezTo>
                      <a:pt x="1" y="15265"/>
                      <a:pt x="4418" y="19682"/>
                      <a:pt x="9835" y="19682"/>
                    </a:cubicBezTo>
                    <a:cubicBezTo>
                      <a:pt x="15264" y="19682"/>
                      <a:pt x="19682" y="15265"/>
                      <a:pt x="19682" y="9835"/>
                    </a:cubicBezTo>
                    <a:cubicBezTo>
                      <a:pt x="19682" y="4418"/>
                      <a:pt x="15264" y="1"/>
                      <a:pt x="9835"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53" name="Google Shape;1053;p47"/>
              <p:cNvSpPr/>
              <p:nvPr/>
            </p:nvSpPr>
            <p:spPr>
              <a:xfrm>
                <a:off x="3596017" y="1359643"/>
                <a:ext cx="1482722" cy="1178563"/>
              </a:xfrm>
              <a:custGeom>
                <a:rect b="b" l="l" r="r" t="t"/>
                <a:pathLst>
                  <a:path extrusionOk="0" h="33100" w="33089">
                    <a:moveTo>
                      <a:pt x="16539" y="0"/>
                    </a:moveTo>
                    <a:cubicBezTo>
                      <a:pt x="7406" y="0"/>
                      <a:pt x="1" y="7418"/>
                      <a:pt x="1" y="16550"/>
                    </a:cubicBezTo>
                    <a:cubicBezTo>
                      <a:pt x="1" y="25682"/>
                      <a:pt x="7406" y="33100"/>
                      <a:pt x="16539" y="33100"/>
                    </a:cubicBezTo>
                    <a:cubicBezTo>
                      <a:pt x="25683" y="33100"/>
                      <a:pt x="33088" y="25682"/>
                      <a:pt x="33088" y="16550"/>
                    </a:cubicBezTo>
                    <a:cubicBezTo>
                      <a:pt x="33088" y="7418"/>
                      <a:pt x="25683" y="0"/>
                      <a:pt x="16539"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Magnético</a:t>
                </a:r>
                <a:endParaRPr b="0" i="0" sz="2000" u="none" cap="none" strike="noStrike">
                  <a:solidFill>
                    <a:srgbClr val="000000"/>
                  </a:solidFill>
                  <a:latin typeface="Times New Roman"/>
                  <a:ea typeface="Times New Roman"/>
                  <a:cs typeface="Times New Roman"/>
                  <a:sym typeface="Times New Roman"/>
                </a:endParaRPr>
              </a:p>
            </p:txBody>
          </p:sp>
          <p:sp>
            <p:nvSpPr>
              <p:cNvPr id="1054" name="Google Shape;1054;p47"/>
              <p:cNvSpPr/>
              <p:nvPr/>
            </p:nvSpPr>
            <p:spPr>
              <a:xfrm>
                <a:off x="3479195" y="1284691"/>
                <a:ext cx="1193517" cy="715149"/>
              </a:xfrm>
              <a:custGeom>
                <a:rect b="b" l="l" r="r" t="t"/>
                <a:pathLst>
                  <a:path extrusionOk="0" h="20085" w="26635">
                    <a:moveTo>
                      <a:pt x="19136" y="0"/>
                    </a:moveTo>
                    <a:cubicBezTo>
                      <a:pt x="18831" y="0"/>
                      <a:pt x="18524" y="7"/>
                      <a:pt x="18217" y="22"/>
                    </a:cubicBezTo>
                    <a:cubicBezTo>
                      <a:pt x="7942" y="546"/>
                      <a:pt x="0" y="9320"/>
                      <a:pt x="524" y="19595"/>
                    </a:cubicBezTo>
                    <a:lnTo>
                      <a:pt x="524" y="19655"/>
                    </a:lnTo>
                    <a:cubicBezTo>
                      <a:pt x="536" y="19898"/>
                      <a:pt x="738" y="20084"/>
                      <a:pt x="978" y="20084"/>
                    </a:cubicBezTo>
                    <a:cubicBezTo>
                      <a:pt x="986" y="20084"/>
                      <a:pt x="993" y="20084"/>
                      <a:pt x="1000" y="20084"/>
                    </a:cubicBezTo>
                    <a:cubicBezTo>
                      <a:pt x="1250" y="20072"/>
                      <a:pt x="1441" y="19857"/>
                      <a:pt x="1429" y="19607"/>
                    </a:cubicBezTo>
                    <a:lnTo>
                      <a:pt x="1417" y="19548"/>
                    </a:lnTo>
                    <a:cubicBezTo>
                      <a:pt x="929" y="9773"/>
                      <a:pt x="8489" y="1415"/>
                      <a:pt x="18265" y="927"/>
                    </a:cubicBezTo>
                    <a:cubicBezTo>
                      <a:pt x="18568" y="912"/>
                      <a:pt x="18871" y="904"/>
                      <a:pt x="19173" y="904"/>
                    </a:cubicBezTo>
                    <a:cubicBezTo>
                      <a:pt x="21509" y="904"/>
                      <a:pt x="23783" y="1353"/>
                      <a:pt x="25944" y="2260"/>
                    </a:cubicBezTo>
                    <a:cubicBezTo>
                      <a:pt x="26000" y="2283"/>
                      <a:pt x="26058" y="2293"/>
                      <a:pt x="26114" y="2293"/>
                    </a:cubicBezTo>
                    <a:cubicBezTo>
                      <a:pt x="26297" y="2293"/>
                      <a:pt x="26467" y="2183"/>
                      <a:pt x="26539" y="2010"/>
                    </a:cubicBezTo>
                    <a:cubicBezTo>
                      <a:pt x="26635" y="1784"/>
                      <a:pt x="26527" y="1522"/>
                      <a:pt x="26289" y="1427"/>
                    </a:cubicBezTo>
                    <a:cubicBezTo>
                      <a:pt x="24011" y="473"/>
                      <a:pt x="21610" y="0"/>
                      <a:pt x="19136"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55" name="Google Shape;1055;p47"/>
              <p:cNvSpPr/>
              <p:nvPr/>
            </p:nvSpPr>
            <p:spPr>
              <a:xfrm>
                <a:off x="4678551" y="1459271"/>
                <a:ext cx="638678" cy="1162255"/>
              </a:xfrm>
              <a:custGeom>
                <a:rect b="b" l="l" r="r" t="t"/>
                <a:pathLst>
                  <a:path extrusionOk="0" h="32642" w="14253">
                    <a:moveTo>
                      <a:pt x="7528" y="1"/>
                    </a:moveTo>
                    <a:cubicBezTo>
                      <a:pt x="7422" y="1"/>
                      <a:pt x="7320" y="35"/>
                      <a:pt x="7240" y="107"/>
                    </a:cubicBezTo>
                    <a:cubicBezTo>
                      <a:pt x="7049" y="274"/>
                      <a:pt x="7025" y="560"/>
                      <a:pt x="7192" y="750"/>
                    </a:cubicBezTo>
                    <a:cubicBezTo>
                      <a:pt x="11823" y="6037"/>
                      <a:pt x="13300" y="13442"/>
                      <a:pt x="11038" y="20086"/>
                    </a:cubicBezTo>
                    <a:cubicBezTo>
                      <a:pt x="9276" y="25301"/>
                      <a:pt x="5370" y="29563"/>
                      <a:pt x="334" y="31778"/>
                    </a:cubicBezTo>
                    <a:cubicBezTo>
                      <a:pt x="108" y="31885"/>
                      <a:pt x="1" y="32147"/>
                      <a:pt x="108" y="32373"/>
                    </a:cubicBezTo>
                    <a:cubicBezTo>
                      <a:pt x="178" y="32539"/>
                      <a:pt x="344" y="32641"/>
                      <a:pt x="517" y="32641"/>
                    </a:cubicBezTo>
                    <a:cubicBezTo>
                      <a:pt x="579" y="32641"/>
                      <a:pt x="643" y="32628"/>
                      <a:pt x="703" y="32599"/>
                    </a:cubicBezTo>
                    <a:cubicBezTo>
                      <a:pt x="5966" y="30278"/>
                      <a:pt x="10049" y="25825"/>
                      <a:pt x="11895" y="20384"/>
                    </a:cubicBezTo>
                    <a:cubicBezTo>
                      <a:pt x="14252" y="13430"/>
                      <a:pt x="12716" y="5679"/>
                      <a:pt x="7871" y="155"/>
                    </a:cubicBezTo>
                    <a:cubicBezTo>
                      <a:pt x="7823" y="95"/>
                      <a:pt x="7752" y="48"/>
                      <a:pt x="7680" y="24"/>
                    </a:cubicBezTo>
                    <a:cubicBezTo>
                      <a:pt x="7630" y="9"/>
                      <a:pt x="7578" y="1"/>
                      <a:pt x="7528"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56" name="Google Shape;1056;p47"/>
              <p:cNvSpPr/>
              <p:nvPr/>
            </p:nvSpPr>
            <p:spPr>
              <a:xfrm>
                <a:off x="3232153" y="1257097"/>
                <a:ext cx="601351" cy="924799"/>
              </a:xfrm>
              <a:custGeom>
                <a:rect b="b" l="l" r="r" t="t"/>
                <a:pathLst>
                  <a:path extrusionOk="0" h="25973" w="13420">
                    <a:moveTo>
                      <a:pt x="12893" y="0"/>
                    </a:moveTo>
                    <a:cubicBezTo>
                      <a:pt x="12833" y="0"/>
                      <a:pt x="12773" y="11"/>
                      <a:pt x="12717" y="35"/>
                    </a:cubicBezTo>
                    <a:cubicBezTo>
                      <a:pt x="12705" y="47"/>
                      <a:pt x="12681" y="58"/>
                      <a:pt x="12669" y="70"/>
                    </a:cubicBezTo>
                    <a:cubicBezTo>
                      <a:pt x="4085" y="5381"/>
                      <a:pt x="1" y="15882"/>
                      <a:pt x="2751" y="25609"/>
                    </a:cubicBezTo>
                    <a:lnTo>
                      <a:pt x="2751" y="25645"/>
                    </a:lnTo>
                    <a:cubicBezTo>
                      <a:pt x="2810" y="25841"/>
                      <a:pt x="2990" y="25973"/>
                      <a:pt x="3185" y="25973"/>
                    </a:cubicBezTo>
                    <a:cubicBezTo>
                      <a:pt x="3227" y="25973"/>
                      <a:pt x="3269" y="25967"/>
                      <a:pt x="3311" y="25955"/>
                    </a:cubicBezTo>
                    <a:cubicBezTo>
                      <a:pt x="3549" y="25895"/>
                      <a:pt x="3692" y="25645"/>
                      <a:pt x="3620" y="25407"/>
                    </a:cubicBezTo>
                    <a:lnTo>
                      <a:pt x="3608" y="25359"/>
                    </a:lnTo>
                    <a:cubicBezTo>
                      <a:pt x="977" y="16025"/>
                      <a:pt x="4894" y="5940"/>
                      <a:pt x="13145" y="832"/>
                    </a:cubicBezTo>
                    <a:cubicBezTo>
                      <a:pt x="13360" y="701"/>
                      <a:pt x="13419" y="428"/>
                      <a:pt x="13288" y="213"/>
                    </a:cubicBezTo>
                    <a:cubicBezTo>
                      <a:pt x="13202" y="76"/>
                      <a:pt x="13048" y="0"/>
                      <a:pt x="12893"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57" name="Google Shape;1057;p47"/>
              <p:cNvSpPr/>
              <p:nvPr/>
            </p:nvSpPr>
            <p:spPr>
              <a:xfrm>
                <a:off x="3464228" y="2352285"/>
                <a:ext cx="1167393" cy="407262"/>
              </a:xfrm>
              <a:custGeom>
                <a:rect b="b" l="l" r="r" t="t"/>
                <a:pathLst>
                  <a:path extrusionOk="0" h="11438" w="26052">
                    <a:moveTo>
                      <a:pt x="521" y="1"/>
                    </a:moveTo>
                    <a:cubicBezTo>
                      <a:pt x="458" y="1"/>
                      <a:pt x="394" y="14"/>
                      <a:pt x="334" y="42"/>
                    </a:cubicBezTo>
                    <a:cubicBezTo>
                      <a:pt x="311" y="54"/>
                      <a:pt x="299" y="66"/>
                      <a:pt x="287" y="66"/>
                    </a:cubicBezTo>
                    <a:cubicBezTo>
                      <a:pt x="72" y="197"/>
                      <a:pt x="1" y="483"/>
                      <a:pt x="132" y="697"/>
                    </a:cubicBezTo>
                    <a:cubicBezTo>
                      <a:pt x="4345" y="7473"/>
                      <a:pt x="11795" y="11437"/>
                      <a:pt x="19536" y="11437"/>
                    </a:cubicBezTo>
                    <a:cubicBezTo>
                      <a:pt x="21575" y="11437"/>
                      <a:pt x="23634" y="11162"/>
                      <a:pt x="25659" y="10591"/>
                    </a:cubicBezTo>
                    <a:cubicBezTo>
                      <a:pt x="25659" y="10591"/>
                      <a:pt x="25683" y="10579"/>
                      <a:pt x="25695" y="10579"/>
                    </a:cubicBezTo>
                    <a:cubicBezTo>
                      <a:pt x="25933" y="10520"/>
                      <a:pt x="26052" y="10270"/>
                      <a:pt x="25980" y="10032"/>
                    </a:cubicBezTo>
                    <a:cubicBezTo>
                      <a:pt x="25931" y="9835"/>
                      <a:pt x="25744" y="9704"/>
                      <a:pt x="25547" y="9704"/>
                    </a:cubicBezTo>
                    <a:cubicBezTo>
                      <a:pt x="25505" y="9704"/>
                      <a:pt x="25463" y="9710"/>
                      <a:pt x="25421" y="9722"/>
                    </a:cubicBezTo>
                    <a:cubicBezTo>
                      <a:pt x="23476" y="10270"/>
                      <a:pt x="21498" y="10534"/>
                      <a:pt x="19540" y="10534"/>
                    </a:cubicBezTo>
                    <a:cubicBezTo>
                      <a:pt x="12100" y="10534"/>
                      <a:pt x="4940" y="6724"/>
                      <a:pt x="906" y="221"/>
                    </a:cubicBezTo>
                    <a:cubicBezTo>
                      <a:pt x="822" y="78"/>
                      <a:pt x="673" y="1"/>
                      <a:pt x="521"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58" name="Google Shape;1058;p47"/>
              <p:cNvSpPr/>
              <p:nvPr/>
            </p:nvSpPr>
            <p:spPr>
              <a:xfrm>
                <a:off x="3359148" y="1215223"/>
                <a:ext cx="1165779" cy="838168"/>
              </a:xfrm>
              <a:custGeom>
                <a:rect b="b" l="l" r="r" t="t"/>
                <a:pathLst>
                  <a:path extrusionOk="0" h="23540" w="26016">
                    <a:moveTo>
                      <a:pt x="21869" y="0"/>
                    </a:moveTo>
                    <a:cubicBezTo>
                      <a:pt x="21030" y="0"/>
                      <a:pt x="20188" y="51"/>
                      <a:pt x="19348" y="151"/>
                    </a:cubicBezTo>
                    <a:cubicBezTo>
                      <a:pt x="8061" y="1520"/>
                      <a:pt x="0" y="11807"/>
                      <a:pt x="1370" y="23082"/>
                    </a:cubicBezTo>
                    <a:lnTo>
                      <a:pt x="1382" y="23142"/>
                    </a:lnTo>
                    <a:cubicBezTo>
                      <a:pt x="1403" y="23371"/>
                      <a:pt x="1594" y="23539"/>
                      <a:pt x="1818" y="23539"/>
                    </a:cubicBezTo>
                    <a:cubicBezTo>
                      <a:pt x="1839" y="23539"/>
                      <a:pt x="1860" y="23538"/>
                      <a:pt x="1882" y="23535"/>
                    </a:cubicBezTo>
                    <a:cubicBezTo>
                      <a:pt x="2132" y="23511"/>
                      <a:pt x="2310" y="23285"/>
                      <a:pt x="2275" y="23035"/>
                    </a:cubicBezTo>
                    <a:lnTo>
                      <a:pt x="2263" y="22975"/>
                    </a:lnTo>
                    <a:cubicBezTo>
                      <a:pt x="965" y="12188"/>
                      <a:pt x="8668" y="2354"/>
                      <a:pt x="19455" y="1044"/>
                    </a:cubicBezTo>
                    <a:cubicBezTo>
                      <a:pt x="20249" y="949"/>
                      <a:pt x="21045" y="902"/>
                      <a:pt x="21839" y="902"/>
                    </a:cubicBezTo>
                    <a:cubicBezTo>
                      <a:pt x="23047" y="902"/>
                      <a:pt x="24252" y="1012"/>
                      <a:pt x="25444" y="1234"/>
                    </a:cubicBezTo>
                    <a:cubicBezTo>
                      <a:pt x="25467" y="1238"/>
                      <a:pt x="25490" y="1240"/>
                      <a:pt x="25513" y="1240"/>
                    </a:cubicBezTo>
                    <a:cubicBezTo>
                      <a:pt x="25726" y="1240"/>
                      <a:pt x="25925" y="1091"/>
                      <a:pt x="25968" y="865"/>
                    </a:cubicBezTo>
                    <a:cubicBezTo>
                      <a:pt x="26016" y="627"/>
                      <a:pt x="25849" y="389"/>
                      <a:pt x="25599" y="342"/>
                    </a:cubicBezTo>
                    <a:cubicBezTo>
                      <a:pt x="24372" y="113"/>
                      <a:pt x="23123" y="0"/>
                      <a:pt x="21869"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59" name="Google Shape;1059;p47"/>
              <p:cNvSpPr/>
              <p:nvPr/>
            </p:nvSpPr>
            <p:spPr>
              <a:xfrm flipH="1">
                <a:off x="3159070" y="1011293"/>
                <a:ext cx="734391" cy="522328"/>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cap="flat" cmpd="sng" w="9525">
                <a:solidFill>
                  <a:srgbClr val="00206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grpSp>
        <p:nvGrpSpPr>
          <p:cNvPr id="1060" name="Google Shape;1060;p47"/>
          <p:cNvGrpSpPr/>
          <p:nvPr/>
        </p:nvGrpSpPr>
        <p:grpSpPr>
          <a:xfrm>
            <a:off x="4143928" y="2388186"/>
            <a:ext cx="2306466" cy="1833147"/>
            <a:chOff x="3957339" y="1906303"/>
            <a:chExt cx="1259005" cy="1259299"/>
          </a:xfrm>
        </p:grpSpPr>
        <p:sp>
          <p:nvSpPr>
            <p:cNvPr id="1061" name="Google Shape;1061;p47"/>
            <p:cNvSpPr/>
            <p:nvPr/>
          </p:nvSpPr>
          <p:spPr>
            <a:xfrm>
              <a:off x="3999288" y="1948546"/>
              <a:ext cx="1175132" cy="1174814"/>
            </a:xfrm>
            <a:custGeom>
              <a:rect b="b" l="l" r="r" t="t"/>
              <a:pathLst>
                <a:path extrusionOk="0" h="48030" w="48043">
                  <a:moveTo>
                    <a:pt x="24027" y="0"/>
                  </a:moveTo>
                  <a:cubicBezTo>
                    <a:pt x="10752" y="0"/>
                    <a:pt x="0" y="10751"/>
                    <a:pt x="0" y="24015"/>
                  </a:cubicBezTo>
                  <a:cubicBezTo>
                    <a:pt x="0" y="37279"/>
                    <a:pt x="10752" y="48030"/>
                    <a:pt x="24027" y="48030"/>
                  </a:cubicBezTo>
                  <a:cubicBezTo>
                    <a:pt x="37291" y="48030"/>
                    <a:pt x="48042" y="37279"/>
                    <a:pt x="48042" y="24015"/>
                  </a:cubicBezTo>
                  <a:cubicBezTo>
                    <a:pt x="48042" y="10751"/>
                    <a:pt x="37291" y="0"/>
                    <a:pt x="24027" y="0"/>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SENSORES</a:t>
              </a:r>
              <a:endParaRPr b="0" i="0" sz="2000" u="none" cap="none" strike="noStrike">
                <a:solidFill>
                  <a:srgbClr val="000000"/>
                </a:solidFill>
                <a:latin typeface="Times New Roman"/>
                <a:ea typeface="Times New Roman"/>
                <a:cs typeface="Times New Roman"/>
                <a:sym typeface="Times New Roman"/>
              </a:endParaRPr>
            </a:p>
          </p:txBody>
        </p:sp>
        <p:sp>
          <p:nvSpPr>
            <p:cNvPr id="1062" name="Google Shape;1062;p47"/>
            <p:cNvSpPr/>
            <p:nvPr/>
          </p:nvSpPr>
          <p:spPr>
            <a:xfrm>
              <a:off x="3957339" y="1906303"/>
              <a:ext cx="1259005" cy="1259299"/>
            </a:xfrm>
            <a:custGeom>
              <a:rect b="b" l="l" r="r" t="t"/>
              <a:pathLst>
                <a:path extrusionOk="0" h="51484" w="51472">
                  <a:moveTo>
                    <a:pt x="25742" y="929"/>
                  </a:moveTo>
                  <a:cubicBezTo>
                    <a:pt x="39423" y="929"/>
                    <a:pt x="50555" y="12062"/>
                    <a:pt x="50555" y="25742"/>
                  </a:cubicBezTo>
                  <a:cubicBezTo>
                    <a:pt x="50555" y="39422"/>
                    <a:pt x="39423" y="50555"/>
                    <a:pt x="25742" y="50555"/>
                  </a:cubicBezTo>
                  <a:cubicBezTo>
                    <a:pt x="12050" y="50555"/>
                    <a:pt x="918" y="39422"/>
                    <a:pt x="918" y="25742"/>
                  </a:cubicBezTo>
                  <a:cubicBezTo>
                    <a:pt x="918" y="12062"/>
                    <a:pt x="12050" y="929"/>
                    <a:pt x="25742" y="929"/>
                  </a:cubicBezTo>
                  <a:close/>
                  <a:moveTo>
                    <a:pt x="25742" y="1"/>
                  </a:moveTo>
                  <a:cubicBezTo>
                    <a:pt x="11550" y="1"/>
                    <a:pt x="1" y="11550"/>
                    <a:pt x="1" y="25742"/>
                  </a:cubicBezTo>
                  <a:cubicBezTo>
                    <a:pt x="1" y="39934"/>
                    <a:pt x="11550" y="51483"/>
                    <a:pt x="25742" y="51483"/>
                  </a:cubicBezTo>
                  <a:cubicBezTo>
                    <a:pt x="39935" y="51483"/>
                    <a:pt x="51472" y="39934"/>
                    <a:pt x="51472" y="25742"/>
                  </a:cubicBezTo>
                  <a:cubicBezTo>
                    <a:pt x="51472" y="11550"/>
                    <a:pt x="39935" y="1"/>
                    <a:pt x="25742" y="1"/>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1063" name="Google Shape;1063;p47"/>
          <p:cNvGrpSpPr/>
          <p:nvPr/>
        </p:nvGrpSpPr>
        <p:grpSpPr>
          <a:xfrm>
            <a:off x="5815487" y="273369"/>
            <a:ext cx="5163406" cy="2523380"/>
            <a:chOff x="5815487" y="273369"/>
            <a:chExt cx="4513837" cy="2523380"/>
          </a:xfrm>
        </p:grpSpPr>
        <p:sp>
          <p:nvSpPr>
            <p:cNvPr id="1064" name="Google Shape;1064;p47"/>
            <p:cNvSpPr/>
            <p:nvPr/>
          </p:nvSpPr>
          <p:spPr>
            <a:xfrm>
              <a:off x="5967723" y="2044142"/>
              <a:ext cx="663530" cy="604606"/>
            </a:xfrm>
            <a:custGeom>
              <a:rect b="b" l="l" r="r" t="t"/>
              <a:pathLst>
                <a:path extrusionOk="0" h="23469" w="25075">
                  <a:moveTo>
                    <a:pt x="24444" y="1"/>
                  </a:moveTo>
                  <a:lnTo>
                    <a:pt x="0" y="22789"/>
                  </a:lnTo>
                  <a:lnTo>
                    <a:pt x="631" y="23468"/>
                  </a:lnTo>
                  <a:lnTo>
                    <a:pt x="25075" y="680"/>
                  </a:lnTo>
                  <a:lnTo>
                    <a:pt x="24444" y="1"/>
                  </a:ln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65" name="Google Shape;1065;p47"/>
            <p:cNvSpPr/>
            <p:nvPr/>
          </p:nvSpPr>
          <p:spPr>
            <a:xfrm>
              <a:off x="6093984" y="1419709"/>
              <a:ext cx="1482676" cy="1178135"/>
            </a:xfrm>
            <a:custGeom>
              <a:rect b="b" l="l" r="r" t="t"/>
              <a:pathLst>
                <a:path extrusionOk="0" h="33088" w="33088">
                  <a:moveTo>
                    <a:pt x="16550" y="0"/>
                  </a:moveTo>
                  <a:cubicBezTo>
                    <a:pt x="7406" y="0"/>
                    <a:pt x="0" y="7406"/>
                    <a:pt x="0" y="16538"/>
                  </a:cubicBezTo>
                  <a:cubicBezTo>
                    <a:pt x="0" y="25682"/>
                    <a:pt x="7406" y="33087"/>
                    <a:pt x="16550" y="33087"/>
                  </a:cubicBezTo>
                  <a:cubicBezTo>
                    <a:pt x="25682" y="33087"/>
                    <a:pt x="33088" y="25682"/>
                    <a:pt x="33088" y="16538"/>
                  </a:cubicBezTo>
                  <a:cubicBezTo>
                    <a:pt x="33088" y="7406"/>
                    <a:pt x="25682" y="0"/>
                    <a:pt x="16550"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Fotoeléctrico</a:t>
              </a:r>
              <a:endParaRPr b="0" i="0" sz="2000" u="none" cap="none" strike="noStrike">
                <a:solidFill>
                  <a:srgbClr val="000000"/>
                </a:solidFill>
                <a:latin typeface="Times New Roman"/>
                <a:ea typeface="Times New Roman"/>
                <a:cs typeface="Times New Roman"/>
                <a:sym typeface="Times New Roman"/>
              </a:endParaRPr>
            </a:p>
          </p:txBody>
        </p:sp>
        <p:sp>
          <p:nvSpPr>
            <p:cNvPr id="1066" name="Google Shape;1066;p47"/>
            <p:cNvSpPr/>
            <p:nvPr/>
          </p:nvSpPr>
          <p:spPr>
            <a:xfrm>
              <a:off x="6402864" y="1344651"/>
              <a:ext cx="1266648" cy="626633"/>
            </a:xfrm>
            <a:custGeom>
              <a:rect b="b" l="l" r="r" t="t"/>
              <a:pathLst>
                <a:path extrusionOk="0" h="17599" w="28267">
                  <a:moveTo>
                    <a:pt x="9657" y="1"/>
                  </a:moveTo>
                  <a:cubicBezTo>
                    <a:pt x="6359" y="1"/>
                    <a:pt x="3120" y="870"/>
                    <a:pt x="287" y="2513"/>
                  </a:cubicBezTo>
                  <a:cubicBezTo>
                    <a:pt x="72" y="2644"/>
                    <a:pt x="1" y="2918"/>
                    <a:pt x="132" y="3132"/>
                  </a:cubicBezTo>
                  <a:cubicBezTo>
                    <a:pt x="212" y="3277"/>
                    <a:pt x="363" y="3356"/>
                    <a:pt x="518" y="3356"/>
                  </a:cubicBezTo>
                  <a:cubicBezTo>
                    <a:pt x="593" y="3356"/>
                    <a:pt x="669" y="3337"/>
                    <a:pt x="739" y="3299"/>
                  </a:cubicBezTo>
                  <a:cubicBezTo>
                    <a:pt x="3442" y="1727"/>
                    <a:pt x="6514" y="894"/>
                    <a:pt x="9657" y="894"/>
                  </a:cubicBezTo>
                  <a:cubicBezTo>
                    <a:pt x="18825" y="894"/>
                    <a:pt x="26599" y="8049"/>
                    <a:pt x="27338" y="17181"/>
                  </a:cubicBezTo>
                  <a:cubicBezTo>
                    <a:pt x="27361" y="17419"/>
                    <a:pt x="27564" y="17598"/>
                    <a:pt x="27790" y="17598"/>
                  </a:cubicBezTo>
                  <a:cubicBezTo>
                    <a:pt x="27802" y="17598"/>
                    <a:pt x="27814" y="17598"/>
                    <a:pt x="27826" y="17586"/>
                  </a:cubicBezTo>
                  <a:cubicBezTo>
                    <a:pt x="28076" y="17574"/>
                    <a:pt x="28266" y="17348"/>
                    <a:pt x="28243" y="17110"/>
                  </a:cubicBezTo>
                  <a:cubicBezTo>
                    <a:pt x="27862" y="12455"/>
                    <a:pt x="25754" y="8145"/>
                    <a:pt x="22325" y="4954"/>
                  </a:cubicBezTo>
                  <a:cubicBezTo>
                    <a:pt x="18860" y="1763"/>
                    <a:pt x="14372" y="1"/>
                    <a:pt x="9657"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67" name="Google Shape;1067;p47"/>
            <p:cNvSpPr/>
            <p:nvPr/>
          </p:nvSpPr>
          <p:spPr>
            <a:xfrm>
              <a:off x="7224512" y="1487148"/>
              <a:ext cx="625863" cy="1176355"/>
            </a:xfrm>
            <a:custGeom>
              <a:rect b="b" l="l" r="r" t="t"/>
              <a:pathLst>
                <a:path extrusionOk="0" h="33038" w="13967">
                  <a:moveTo>
                    <a:pt x="5626" y="1"/>
                  </a:moveTo>
                  <a:cubicBezTo>
                    <a:pt x="5512" y="1"/>
                    <a:pt x="5398" y="42"/>
                    <a:pt x="5311" y="130"/>
                  </a:cubicBezTo>
                  <a:cubicBezTo>
                    <a:pt x="5132" y="309"/>
                    <a:pt x="5132" y="594"/>
                    <a:pt x="5311" y="773"/>
                  </a:cubicBezTo>
                  <a:lnTo>
                    <a:pt x="5346" y="809"/>
                  </a:lnTo>
                  <a:cubicBezTo>
                    <a:pt x="12978" y="8548"/>
                    <a:pt x="12895" y="21037"/>
                    <a:pt x="5156" y="28669"/>
                  </a:cubicBezTo>
                  <a:cubicBezTo>
                    <a:pt x="3715" y="30086"/>
                    <a:pt x="2084" y="31277"/>
                    <a:pt x="310" y="32182"/>
                  </a:cubicBezTo>
                  <a:cubicBezTo>
                    <a:pt x="84" y="32301"/>
                    <a:pt x="1" y="32575"/>
                    <a:pt x="108" y="32789"/>
                  </a:cubicBezTo>
                  <a:cubicBezTo>
                    <a:pt x="192" y="32949"/>
                    <a:pt x="354" y="33038"/>
                    <a:pt x="517" y="33038"/>
                  </a:cubicBezTo>
                  <a:cubicBezTo>
                    <a:pt x="585" y="33038"/>
                    <a:pt x="652" y="33023"/>
                    <a:pt x="715" y="32991"/>
                  </a:cubicBezTo>
                  <a:cubicBezTo>
                    <a:pt x="2584" y="32039"/>
                    <a:pt x="4287" y="30801"/>
                    <a:pt x="5787" y="29312"/>
                  </a:cubicBezTo>
                  <a:cubicBezTo>
                    <a:pt x="13883" y="21335"/>
                    <a:pt x="13967" y="8262"/>
                    <a:pt x="5989" y="178"/>
                  </a:cubicBezTo>
                  <a:lnTo>
                    <a:pt x="5954" y="130"/>
                  </a:lnTo>
                  <a:cubicBezTo>
                    <a:pt x="5863" y="45"/>
                    <a:pt x="5744" y="1"/>
                    <a:pt x="5626"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68" name="Google Shape;1068;p47"/>
            <p:cNvSpPr/>
            <p:nvPr/>
          </p:nvSpPr>
          <p:spPr>
            <a:xfrm>
              <a:off x="5815487" y="2022529"/>
              <a:ext cx="803490" cy="774220"/>
            </a:xfrm>
            <a:custGeom>
              <a:rect b="b" l="l" r="r" t="t"/>
              <a:pathLst>
                <a:path extrusionOk="0" h="21744" w="17931">
                  <a:moveTo>
                    <a:pt x="451" y="0"/>
                  </a:moveTo>
                  <a:cubicBezTo>
                    <a:pt x="444" y="0"/>
                    <a:pt x="436" y="0"/>
                    <a:pt x="429" y="1"/>
                  </a:cubicBezTo>
                  <a:cubicBezTo>
                    <a:pt x="203" y="1"/>
                    <a:pt x="24" y="179"/>
                    <a:pt x="0" y="406"/>
                  </a:cubicBezTo>
                  <a:cubicBezTo>
                    <a:pt x="0" y="417"/>
                    <a:pt x="0" y="441"/>
                    <a:pt x="0" y="465"/>
                  </a:cubicBezTo>
                  <a:cubicBezTo>
                    <a:pt x="369" y="10550"/>
                    <a:pt x="7477" y="19289"/>
                    <a:pt x="17300" y="21718"/>
                  </a:cubicBezTo>
                  <a:lnTo>
                    <a:pt x="17324" y="21730"/>
                  </a:lnTo>
                  <a:cubicBezTo>
                    <a:pt x="17360" y="21739"/>
                    <a:pt x="17397" y="21743"/>
                    <a:pt x="17433" y="21743"/>
                  </a:cubicBezTo>
                  <a:cubicBezTo>
                    <a:pt x="17634" y="21743"/>
                    <a:pt x="17821" y="21608"/>
                    <a:pt x="17871" y="21396"/>
                  </a:cubicBezTo>
                  <a:cubicBezTo>
                    <a:pt x="17931" y="21158"/>
                    <a:pt x="17788" y="20908"/>
                    <a:pt x="17550" y="20849"/>
                  </a:cubicBezTo>
                  <a:lnTo>
                    <a:pt x="17502" y="20837"/>
                  </a:lnTo>
                  <a:cubicBezTo>
                    <a:pt x="8084" y="18515"/>
                    <a:pt x="1262" y="10121"/>
                    <a:pt x="905" y="429"/>
                  </a:cubicBezTo>
                  <a:cubicBezTo>
                    <a:pt x="893" y="187"/>
                    <a:pt x="691" y="0"/>
                    <a:pt x="451"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69" name="Google Shape;1069;p47"/>
            <p:cNvSpPr/>
            <p:nvPr/>
          </p:nvSpPr>
          <p:spPr>
            <a:xfrm>
              <a:off x="6963624" y="1206710"/>
              <a:ext cx="885133" cy="714972"/>
            </a:xfrm>
            <a:custGeom>
              <a:rect b="b" l="l" r="r" t="t"/>
              <a:pathLst>
                <a:path extrusionOk="0" h="20080" w="19753">
                  <a:moveTo>
                    <a:pt x="472" y="0"/>
                  </a:moveTo>
                  <a:cubicBezTo>
                    <a:pt x="261" y="0"/>
                    <a:pt x="79" y="159"/>
                    <a:pt x="36" y="386"/>
                  </a:cubicBezTo>
                  <a:cubicBezTo>
                    <a:pt x="0" y="636"/>
                    <a:pt x="191" y="862"/>
                    <a:pt x="429" y="898"/>
                  </a:cubicBezTo>
                  <a:cubicBezTo>
                    <a:pt x="10014" y="2363"/>
                    <a:pt x="17574" y="10090"/>
                    <a:pt x="18824" y="19686"/>
                  </a:cubicBezTo>
                  <a:cubicBezTo>
                    <a:pt x="18860" y="19912"/>
                    <a:pt x="19050" y="20079"/>
                    <a:pt x="19277" y="20079"/>
                  </a:cubicBezTo>
                  <a:lnTo>
                    <a:pt x="19336" y="20079"/>
                  </a:lnTo>
                  <a:cubicBezTo>
                    <a:pt x="19586" y="20043"/>
                    <a:pt x="19753" y="19817"/>
                    <a:pt x="19729" y="19567"/>
                  </a:cubicBezTo>
                  <a:cubicBezTo>
                    <a:pt x="18419" y="9578"/>
                    <a:pt x="10549" y="1529"/>
                    <a:pt x="572" y="5"/>
                  </a:cubicBezTo>
                  <a:lnTo>
                    <a:pt x="536" y="5"/>
                  </a:lnTo>
                  <a:cubicBezTo>
                    <a:pt x="515" y="2"/>
                    <a:pt x="493" y="0"/>
                    <a:pt x="472"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70" name="Google Shape;1070;p47"/>
            <p:cNvSpPr/>
            <p:nvPr/>
          </p:nvSpPr>
          <p:spPr>
            <a:xfrm>
              <a:off x="5912054" y="1463933"/>
              <a:ext cx="495645" cy="1182658"/>
            </a:xfrm>
            <a:custGeom>
              <a:rect b="b" l="l" r="r" t="t"/>
              <a:pathLst>
                <a:path extrusionOk="0" h="33215" w="11061">
                  <a:moveTo>
                    <a:pt x="6971" y="0"/>
                  </a:moveTo>
                  <a:cubicBezTo>
                    <a:pt x="6862" y="0"/>
                    <a:pt x="6753" y="42"/>
                    <a:pt x="6668" y="127"/>
                  </a:cubicBezTo>
                  <a:cubicBezTo>
                    <a:pt x="2429" y="4021"/>
                    <a:pt x="0" y="9545"/>
                    <a:pt x="0" y="15296"/>
                  </a:cubicBezTo>
                  <a:cubicBezTo>
                    <a:pt x="0" y="22642"/>
                    <a:pt x="3953" y="29476"/>
                    <a:pt x="10323" y="33155"/>
                  </a:cubicBezTo>
                  <a:cubicBezTo>
                    <a:pt x="10394" y="33191"/>
                    <a:pt x="10466" y="33215"/>
                    <a:pt x="10537" y="33215"/>
                  </a:cubicBezTo>
                  <a:cubicBezTo>
                    <a:pt x="10704" y="33215"/>
                    <a:pt x="10847" y="33131"/>
                    <a:pt x="10930" y="32988"/>
                  </a:cubicBezTo>
                  <a:cubicBezTo>
                    <a:pt x="11061" y="32774"/>
                    <a:pt x="10990" y="32500"/>
                    <a:pt x="10763" y="32369"/>
                  </a:cubicBezTo>
                  <a:cubicBezTo>
                    <a:pt x="4679" y="28857"/>
                    <a:pt x="905" y="22321"/>
                    <a:pt x="905" y="15296"/>
                  </a:cubicBezTo>
                  <a:cubicBezTo>
                    <a:pt x="905" y="9795"/>
                    <a:pt x="3227" y="4509"/>
                    <a:pt x="7275" y="782"/>
                  </a:cubicBezTo>
                  <a:cubicBezTo>
                    <a:pt x="7453" y="615"/>
                    <a:pt x="7477" y="330"/>
                    <a:pt x="7299" y="151"/>
                  </a:cubicBezTo>
                  <a:cubicBezTo>
                    <a:pt x="7211" y="51"/>
                    <a:pt x="7091" y="0"/>
                    <a:pt x="6971"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71" name="Google Shape;1071;p47"/>
            <p:cNvSpPr/>
            <p:nvPr/>
          </p:nvSpPr>
          <p:spPr>
            <a:xfrm>
              <a:off x="7128907" y="321688"/>
              <a:ext cx="1168443" cy="596509"/>
            </a:xfrm>
            <a:custGeom>
              <a:rect b="b" l="l" r="r" t="t"/>
              <a:pathLst>
                <a:path extrusionOk="0" h="16753" w="16765">
                  <a:moveTo>
                    <a:pt x="8383" y="1"/>
                  </a:moveTo>
                  <a:cubicBezTo>
                    <a:pt x="3751" y="1"/>
                    <a:pt x="1" y="3751"/>
                    <a:pt x="1" y="8383"/>
                  </a:cubicBezTo>
                  <a:cubicBezTo>
                    <a:pt x="1" y="13002"/>
                    <a:pt x="3751" y="16753"/>
                    <a:pt x="8383" y="16753"/>
                  </a:cubicBezTo>
                  <a:cubicBezTo>
                    <a:pt x="13014" y="16753"/>
                    <a:pt x="16765" y="13002"/>
                    <a:pt x="16765" y="8383"/>
                  </a:cubicBezTo>
                  <a:cubicBezTo>
                    <a:pt x="16765" y="3751"/>
                    <a:pt x="13014" y="1"/>
                    <a:pt x="8383"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OMROM</a:t>
              </a:r>
              <a:endParaRPr/>
            </a:p>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E3Z-LS61</a:t>
              </a:r>
              <a:endParaRPr b="0" i="0" sz="2000" u="none" cap="none" strike="noStrike">
                <a:solidFill>
                  <a:srgbClr val="000000"/>
                </a:solidFill>
                <a:latin typeface="Times New Roman"/>
                <a:ea typeface="Times New Roman"/>
                <a:cs typeface="Times New Roman"/>
                <a:sym typeface="Times New Roman"/>
              </a:endParaRPr>
            </a:p>
          </p:txBody>
        </p:sp>
        <p:sp>
          <p:nvSpPr>
            <p:cNvPr id="1072" name="Google Shape;1072;p47"/>
            <p:cNvSpPr/>
            <p:nvPr/>
          </p:nvSpPr>
          <p:spPr>
            <a:xfrm>
              <a:off x="7063841" y="273369"/>
              <a:ext cx="1370907" cy="700372"/>
            </a:xfrm>
            <a:custGeom>
              <a:rect b="b" l="l" r="r" t="t"/>
              <a:pathLst>
                <a:path extrusionOk="0" h="19670" w="19670">
                  <a:moveTo>
                    <a:pt x="9835" y="917"/>
                  </a:moveTo>
                  <a:cubicBezTo>
                    <a:pt x="14752" y="917"/>
                    <a:pt x="18753" y="4918"/>
                    <a:pt x="18753" y="9835"/>
                  </a:cubicBezTo>
                  <a:cubicBezTo>
                    <a:pt x="18753" y="14752"/>
                    <a:pt x="14752" y="18753"/>
                    <a:pt x="9835" y="18753"/>
                  </a:cubicBezTo>
                  <a:cubicBezTo>
                    <a:pt x="4918" y="18753"/>
                    <a:pt x="917" y="14752"/>
                    <a:pt x="917" y="9835"/>
                  </a:cubicBezTo>
                  <a:cubicBezTo>
                    <a:pt x="917" y="4918"/>
                    <a:pt x="4918" y="917"/>
                    <a:pt x="9835" y="917"/>
                  </a:cubicBezTo>
                  <a:close/>
                  <a:moveTo>
                    <a:pt x="9835" y="1"/>
                  </a:moveTo>
                  <a:cubicBezTo>
                    <a:pt x="4406" y="1"/>
                    <a:pt x="0" y="4406"/>
                    <a:pt x="0" y="9835"/>
                  </a:cubicBezTo>
                  <a:cubicBezTo>
                    <a:pt x="0" y="15264"/>
                    <a:pt x="4406" y="19670"/>
                    <a:pt x="9835" y="19670"/>
                  </a:cubicBezTo>
                  <a:cubicBezTo>
                    <a:pt x="15264" y="19670"/>
                    <a:pt x="19669" y="15264"/>
                    <a:pt x="19669" y="9835"/>
                  </a:cubicBezTo>
                  <a:cubicBezTo>
                    <a:pt x="19669" y="4406"/>
                    <a:pt x="15264" y="1"/>
                    <a:pt x="9835"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73" name="Google Shape;1073;p47"/>
            <p:cNvSpPr/>
            <p:nvPr/>
          </p:nvSpPr>
          <p:spPr>
            <a:xfrm>
              <a:off x="6442700" y="876812"/>
              <a:ext cx="891613" cy="1577931"/>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74" name="Google Shape;1074;p47"/>
            <p:cNvSpPr/>
            <p:nvPr/>
          </p:nvSpPr>
          <p:spPr>
            <a:xfrm>
              <a:off x="8434747" y="620622"/>
              <a:ext cx="1628869" cy="919301"/>
            </a:xfrm>
            <a:custGeom>
              <a:rect b="b" l="l" r="r" t="t"/>
              <a:pathLst>
                <a:path extrusionOk="0" h="16753" w="16765">
                  <a:moveTo>
                    <a:pt x="8383" y="1"/>
                  </a:moveTo>
                  <a:cubicBezTo>
                    <a:pt x="3751" y="1"/>
                    <a:pt x="1" y="3751"/>
                    <a:pt x="1" y="8383"/>
                  </a:cubicBezTo>
                  <a:cubicBezTo>
                    <a:pt x="1" y="13002"/>
                    <a:pt x="3751" y="16753"/>
                    <a:pt x="8383" y="16753"/>
                  </a:cubicBezTo>
                  <a:cubicBezTo>
                    <a:pt x="13014" y="16753"/>
                    <a:pt x="16765" y="13002"/>
                    <a:pt x="16765" y="8383"/>
                  </a:cubicBezTo>
                  <a:cubicBezTo>
                    <a:pt x="16765" y="3751"/>
                    <a:pt x="13014" y="1"/>
                    <a:pt x="8383"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OMROM</a:t>
              </a:r>
              <a:endParaRPr/>
            </a:p>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E3X-NA11</a:t>
              </a:r>
              <a:endParaRPr/>
            </a:p>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(Fibra óptica)</a:t>
              </a:r>
              <a:endParaRPr b="0" i="0" sz="2000" u="none" cap="none" strike="noStrike">
                <a:solidFill>
                  <a:srgbClr val="000000"/>
                </a:solidFill>
                <a:latin typeface="Times New Roman"/>
                <a:ea typeface="Times New Roman"/>
                <a:cs typeface="Times New Roman"/>
                <a:sym typeface="Times New Roman"/>
              </a:endParaRPr>
            </a:p>
          </p:txBody>
        </p:sp>
        <p:sp>
          <p:nvSpPr>
            <p:cNvPr id="1075" name="Google Shape;1075;p47"/>
            <p:cNvSpPr/>
            <p:nvPr/>
          </p:nvSpPr>
          <p:spPr>
            <a:xfrm>
              <a:off x="8369681" y="552626"/>
              <a:ext cx="1911114" cy="1079368"/>
            </a:xfrm>
            <a:custGeom>
              <a:rect b="b" l="l" r="r" t="t"/>
              <a:pathLst>
                <a:path extrusionOk="0" h="19670" w="19670">
                  <a:moveTo>
                    <a:pt x="9835" y="917"/>
                  </a:moveTo>
                  <a:cubicBezTo>
                    <a:pt x="14752" y="917"/>
                    <a:pt x="18753" y="4918"/>
                    <a:pt x="18753" y="9835"/>
                  </a:cubicBezTo>
                  <a:cubicBezTo>
                    <a:pt x="18753" y="14752"/>
                    <a:pt x="14752" y="18753"/>
                    <a:pt x="9835" y="18753"/>
                  </a:cubicBezTo>
                  <a:cubicBezTo>
                    <a:pt x="4918" y="18753"/>
                    <a:pt x="917" y="14752"/>
                    <a:pt x="917" y="9835"/>
                  </a:cubicBezTo>
                  <a:cubicBezTo>
                    <a:pt x="917" y="4918"/>
                    <a:pt x="4918" y="917"/>
                    <a:pt x="9835" y="917"/>
                  </a:cubicBezTo>
                  <a:close/>
                  <a:moveTo>
                    <a:pt x="9835" y="1"/>
                  </a:moveTo>
                  <a:cubicBezTo>
                    <a:pt x="4406" y="1"/>
                    <a:pt x="0" y="4406"/>
                    <a:pt x="0" y="9835"/>
                  </a:cubicBezTo>
                  <a:cubicBezTo>
                    <a:pt x="0" y="15264"/>
                    <a:pt x="4406" y="19670"/>
                    <a:pt x="9835" y="19670"/>
                  </a:cubicBezTo>
                  <a:cubicBezTo>
                    <a:pt x="15264" y="19670"/>
                    <a:pt x="19669" y="15264"/>
                    <a:pt x="19669" y="9835"/>
                  </a:cubicBezTo>
                  <a:cubicBezTo>
                    <a:pt x="19669" y="4406"/>
                    <a:pt x="15264" y="1"/>
                    <a:pt x="9835"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76" name="Google Shape;1076;p47"/>
            <p:cNvSpPr/>
            <p:nvPr/>
          </p:nvSpPr>
          <p:spPr>
            <a:xfrm>
              <a:off x="7334313" y="1056138"/>
              <a:ext cx="1296256" cy="797384"/>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77" name="Google Shape;1077;p47"/>
            <p:cNvSpPr/>
            <p:nvPr/>
          </p:nvSpPr>
          <p:spPr>
            <a:xfrm>
              <a:off x="8820349" y="1826554"/>
              <a:ext cx="1341577" cy="867472"/>
            </a:xfrm>
            <a:custGeom>
              <a:rect b="b" l="l" r="r" t="t"/>
              <a:pathLst>
                <a:path extrusionOk="0" h="16753" w="16765">
                  <a:moveTo>
                    <a:pt x="8383" y="1"/>
                  </a:moveTo>
                  <a:cubicBezTo>
                    <a:pt x="3751" y="1"/>
                    <a:pt x="1" y="3751"/>
                    <a:pt x="1" y="8383"/>
                  </a:cubicBezTo>
                  <a:cubicBezTo>
                    <a:pt x="1" y="13002"/>
                    <a:pt x="3751" y="16753"/>
                    <a:pt x="8383" y="16753"/>
                  </a:cubicBezTo>
                  <a:cubicBezTo>
                    <a:pt x="13014" y="16753"/>
                    <a:pt x="16765" y="13002"/>
                    <a:pt x="16765" y="8383"/>
                  </a:cubicBezTo>
                  <a:cubicBezTo>
                    <a:pt x="16765" y="3751"/>
                    <a:pt x="13014" y="1"/>
                    <a:pt x="8383"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SICK MHT15 (REFLEX)</a:t>
              </a:r>
              <a:endParaRPr b="0" i="0" sz="2000" u="none" cap="none" strike="noStrike">
                <a:solidFill>
                  <a:srgbClr val="000000"/>
                </a:solidFill>
                <a:latin typeface="Times New Roman"/>
                <a:ea typeface="Times New Roman"/>
                <a:cs typeface="Times New Roman"/>
                <a:sym typeface="Times New Roman"/>
              </a:endParaRPr>
            </a:p>
          </p:txBody>
        </p:sp>
        <p:sp>
          <p:nvSpPr>
            <p:cNvPr id="1078" name="Google Shape;1078;p47"/>
            <p:cNvSpPr/>
            <p:nvPr/>
          </p:nvSpPr>
          <p:spPr>
            <a:xfrm>
              <a:off x="8755283" y="1778235"/>
              <a:ext cx="1574041" cy="1018514"/>
            </a:xfrm>
            <a:custGeom>
              <a:rect b="b" l="l" r="r" t="t"/>
              <a:pathLst>
                <a:path extrusionOk="0" h="19670" w="19670">
                  <a:moveTo>
                    <a:pt x="9835" y="917"/>
                  </a:moveTo>
                  <a:cubicBezTo>
                    <a:pt x="14752" y="917"/>
                    <a:pt x="18753" y="4918"/>
                    <a:pt x="18753" y="9835"/>
                  </a:cubicBezTo>
                  <a:cubicBezTo>
                    <a:pt x="18753" y="14752"/>
                    <a:pt x="14752" y="18753"/>
                    <a:pt x="9835" y="18753"/>
                  </a:cubicBezTo>
                  <a:cubicBezTo>
                    <a:pt x="4918" y="18753"/>
                    <a:pt x="917" y="14752"/>
                    <a:pt x="917" y="9835"/>
                  </a:cubicBezTo>
                  <a:cubicBezTo>
                    <a:pt x="917" y="4918"/>
                    <a:pt x="4918" y="917"/>
                    <a:pt x="9835" y="917"/>
                  </a:cubicBezTo>
                  <a:close/>
                  <a:moveTo>
                    <a:pt x="9835" y="1"/>
                  </a:moveTo>
                  <a:cubicBezTo>
                    <a:pt x="4406" y="1"/>
                    <a:pt x="0" y="4406"/>
                    <a:pt x="0" y="9835"/>
                  </a:cubicBezTo>
                  <a:cubicBezTo>
                    <a:pt x="0" y="15264"/>
                    <a:pt x="4406" y="19670"/>
                    <a:pt x="9835" y="19670"/>
                  </a:cubicBezTo>
                  <a:cubicBezTo>
                    <a:pt x="15264" y="19670"/>
                    <a:pt x="19669" y="15264"/>
                    <a:pt x="19669" y="9835"/>
                  </a:cubicBezTo>
                  <a:cubicBezTo>
                    <a:pt x="19669" y="4406"/>
                    <a:pt x="15264" y="1"/>
                    <a:pt x="9835"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79" name="Google Shape;1079;p47"/>
            <p:cNvSpPr/>
            <p:nvPr/>
          </p:nvSpPr>
          <p:spPr>
            <a:xfrm>
              <a:off x="7212237" y="2159563"/>
              <a:ext cx="1713642" cy="223599"/>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cap="flat" cmpd="sng" w="9525">
              <a:solidFill>
                <a:srgbClr val="00B0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1080" name="Google Shape;1080;p47"/>
          <p:cNvGrpSpPr/>
          <p:nvPr/>
        </p:nvGrpSpPr>
        <p:grpSpPr>
          <a:xfrm>
            <a:off x="6258696" y="3483237"/>
            <a:ext cx="4416252" cy="1941443"/>
            <a:chOff x="6258696" y="3483237"/>
            <a:chExt cx="3804919" cy="1941443"/>
          </a:xfrm>
        </p:grpSpPr>
        <p:sp>
          <p:nvSpPr>
            <p:cNvPr id="1081" name="Google Shape;1081;p47"/>
            <p:cNvSpPr/>
            <p:nvPr/>
          </p:nvSpPr>
          <p:spPr>
            <a:xfrm>
              <a:off x="6794934" y="3696236"/>
              <a:ext cx="1483259" cy="1178173"/>
            </a:xfrm>
            <a:custGeom>
              <a:rect b="b" l="l" r="r" t="t"/>
              <a:pathLst>
                <a:path extrusionOk="0" h="33089" w="33101">
                  <a:moveTo>
                    <a:pt x="16550" y="1"/>
                  </a:moveTo>
                  <a:cubicBezTo>
                    <a:pt x="7418" y="1"/>
                    <a:pt x="1" y="7406"/>
                    <a:pt x="1" y="16538"/>
                  </a:cubicBezTo>
                  <a:cubicBezTo>
                    <a:pt x="1" y="25682"/>
                    <a:pt x="7418" y="33088"/>
                    <a:pt x="16550" y="33088"/>
                  </a:cubicBezTo>
                  <a:cubicBezTo>
                    <a:pt x="25694" y="33088"/>
                    <a:pt x="33100" y="25682"/>
                    <a:pt x="33100" y="16538"/>
                  </a:cubicBezTo>
                  <a:cubicBezTo>
                    <a:pt x="33100" y="7406"/>
                    <a:pt x="25694" y="1"/>
                    <a:pt x="1655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Final de Carrera</a:t>
              </a:r>
              <a:endParaRPr b="0" i="0" sz="2000" u="none" cap="none" strike="noStrike">
                <a:solidFill>
                  <a:srgbClr val="000000"/>
                </a:solidFill>
                <a:latin typeface="Times New Roman"/>
                <a:ea typeface="Times New Roman"/>
                <a:cs typeface="Times New Roman"/>
                <a:sym typeface="Times New Roman"/>
              </a:endParaRPr>
            </a:p>
          </p:txBody>
        </p:sp>
        <p:sp>
          <p:nvSpPr>
            <p:cNvPr id="1082" name="Google Shape;1082;p47"/>
            <p:cNvSpPr/>
            <p:nvPr/>
          </p:nvSpPr>
          <p:spPr>
            <a:xfrm>
              <a:off x="7163589" y="4266868"/>
              <a:ext cx="1209021" cy="682570"/>
            </a:xfrm>
            <a:custGeom>
              <a:rect b="b" l="l" r="r" t="t"/>
              <a:pathLst>
                <a:path extrusionOk="0" h="19170" w="26981">
                  <a:moveTo>
                    <a:pt x="26528" y="0"/>
                  </a:moveTo>
                  <a:cubicBezTo>
                    <a:pt x="26278" y="0"/>
                    <a:pt x="26076" y="203"/>
                    <a:pt x="26076" y="453"/>
                  </a:cubicBezTo>
                  <a:lnTo>
                    <a:pt x="26076" y="512"/>
                  </a:lnTo>
                  <a:cubicBezTo>
                    <a:pt x="26076" y="10299"/>
                    <a:pt x="18110" y="18265"/>
                    <a:pt x="8323" y="18265"/>
                  </a:cubicBezTo>
                  <a:cubicBezTo>
                    <a:pt x="5656" y="18265"/>
                    <a:pt x="3097" y="17693"/>
                    <a:pt x="715" y="16550"/>
                  </a:cubicBezTo>
                  <a:cubicBezTo>
                    <a:pt x="652" y="16520"/>
                    <a:pt x="586" y="16506"/>
                    <a:pt x="520" y="16506"/>
                  </a:cubicBezTo>
                  <a:cubicBezTo>
                    <a:pt x="350" y="16506"/>
                    <a:pt x="185" y="16601"/>
                    <a:pt x="108" y="16764"/>
                  </a:cubicBezTo>
                  <a:cubicBezTo>
                    <a:pt x="1" y="16991"/>
                    <a:pt x="96" y="17264"/>
                    <a:pt x="322" y="17372"/>
                  </a:cubicBezTo>
                  <a:cubicBezTo>
                    <a:pt x="2835" y="18562"/>
                    <a:pt x="5525" y="19169"/>
                    <a:pt x="8323" y="19169"/>
                  </a:cubicBezTo>
                  <a:cubicBezTo>
                    <a:pt x="18610" y="19169"/>
                    <a:pt x="26981" y="10799"/>
                    <a:pt x="26981" y="512"/>
                  </a:cubicBezTo>
                  <a:lnTo>
                    <a:pt x="26981" y="453"/>
                  </a:lnTo>
                  <a:cubicBezTo>
                    <a:pt x="26981" y="203"/>
                    <a:pt x="26778" y="0"/>
                    <a:pt x="26528"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83" name="Google Shape;1083;p47"/>
            <p:cNvSpPr/>
            <p:nvPr/>
          </p:nvSpPr>
          <p:spPr>
            <a:xfrm>
              <a:off x="6556451" y="3613343"/>
              <a:ext cx="636527" cy="1162862"/>
            </a:xfrm>
            <a:custGeom>
              <a:rect b="b" l="l" r="r" t="t"/>
              <a:pathLst>
                <a:path extrusionOk="0" h="32659" w="14205">
                  <a:moveTo>
                    <a:pt x="13699" y="1"/>
                  </a:moveTo>
                  <a:cubicBezTo>
                    <a:pt x="13637" y="1"/>
                    <a:pt x="13574" y="14"/>
                    <a:pt x="13514" y="43"/>
                  </a:cubicBezTo>
                  <a:cubicBezTo>
                    <a:pt x="8252" y="2376"/>
                    <a:pt x="4180" y="6841"/>
                    <a:pt x="2346" y="12294"/>
                  </a:cubicBezTo>
                  <a:cubicBezTo>
                    <a:pt x="1" y="19247"/>
                    <a:pt x="1560" y="26986"/>
                    <a:pt x="6418" y="32511"/>
                  </a:cubicBezTo>
                  <a:cubicBezTo>
                    <a:pt x="6478" y="32570"/>
                    <a:pt x="6537" y="32606"/>
                    <a:pt x="6621" y="32630"/>
                  </a:cubicBezTo>
                  <a:cubicBezTo>
                    <a:pt x="6667" y="32649"/>
                    <a:pt x="6716" y="32659"/>
                    <a:pt x="6766" y="32659"/>
                  </a:cubicBezTo>
                  <a:cubicBezTo>
                    <a:pt x="6868" y="32659"/>
                    <a:pt x="6973" y="32619"/>
                    <a:pt x="7061" y="32547"/>
                  </a:cubicBezTo>
                  <a:cubicBezTo>
                    <a:pt x="7240" y="32380"/>
                    <a:pt x="7263" y="32094"/>
                    <a:pt x="7097" y="31904"/>
                  </a:cubicBezTo>
                  <a:cubicBezTo>
                    <a:pt x="2453" y="26641"/>
                    <a:pt x="965" y="19224"/>
                    <a:pt x="3203" y="12580"/>
                  </a:cubicBezTo>
                  <a:cubicBezTo>
                    <a:pt x="4954" y="7365"/>
                    <a:pt x="8847" y="3091"/>
                    <a:pt x="13871" y="864"/>
                  </a:cubicBezTo>
                  <a:cubicBezTo>
                    <a:pt x="14098" y="757"/>
                    <a:pt x="14205" y="495"/>
                    <a:pt x="14110" y="269"/>
                  </a:cubicBezTo>
                  <a:cubicBezTo>
                    <a:pt x="14031" y="103"/>
                    <a:pt x="13869" y="1"/>
                    <a:pt x="13699"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84" name="Google Shape;1084;p47"/>
            <p:cNvSpPr/>
            <p:nvPr/>
          </p:nvSpPr>
          <p:spPr>
            <a:xfrm>
              <a:off x="7665111" y="3483237"/>
              <a:ext cx="885179" cy="714972"/>
            </a:xfrm>
            <a:custGeom>
              <a:rect b="b" l="l" r="r" t="t"/>
              <a:pathLst>
                <a:path extrusionOk="0" h="20080" w="19754">
                  <a:moveTo>
                    <a:pt x="470" y="1"/>
                  </a:moveTo>
                  <a:cubicBezTo>
                    <a:pt x="249" y="1"/>
                    <a:pt x="69" y="159"/>
                    <a:pt x="37" y="387"/>
                  </a:cubicBezTo>
                  <a:cubicBezTo>
                    <a:pt x="1" y="637"/>
                    <a:pt x="179" y="863"/>
                    <a:pt x="429" y="899"/>
                  </a:cubicBezTo>
                  <a:cubicBezTo>
                    <a:pt x="10014" y="2363"/>
                    <a:pt x="17574" y="10090"/>
                    <a:pt x="18825" y="19687"/>
                  </a:cubicBezTo>
                  <a:cubicBezTo>
                    <a:pt x="18848" y="19913"/>
                    <a:pt x="19051" y="20080"/>
                    <a:pt x="19265" y="20080"/>
                  </a:cubicBezTo>
                  <a:lnTo>
                    <a:pt x="19325" y="20080"/>
                  </a:lnTo>
                  <a:cubicBezTo>
                    <a:pt x="19575" y="20044"/>
                    <a:pt x="19753" y="19818"/>
                    <a:pt x="19718" y="19568"/>
                  </a:cubicBezTo>
                  <a:cubicBezTo>
                    <a:pt x="18420" y="9578"/>
                    <a:pt x="10538" y="1530"/>
                    <a:pt x="560" y="6"/>
                  </a:cubicBezTo>
                  <a:lnTo>
                    <a:pt x="537" y="6"/>
                  </a:lnTo>
                  <a:cubicBezTo>
                    <a:pt x="514" y="2"/>
                    <a:pt x="492" y="1"/>
                    <a:pt x="4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85" name="Google Shape;1085;p47"/>
            <p:cNvSpPr/>
            <p:nvPr/>
          </p:nvSpPr>
          <p:spPr>
            <a:xfrm>
              <a:off x="6714902" y="4747166"/>
              <a:ext cx="1203690" cy="348513"/>
            </a:xfrm>
            <a:custGeom>
              <a:rect b="b" l="l" r="r" t="t"/>
              <a:pathLst>
                <a:path extrusionOk="0" h="9788" w="26862">
                  <a:moveTo>
                    <a:pt x="507" y="0"/>
                  </a:moveTo>
                  <a:cubicBezTo>
                    <a:pt x="410" y="0"/>
                    <a:pt x="311" y="32"/>
                    <a:pt x="227" y="96"/>
                  </a:cubicBezTo>
                  <a:cubicBezTo>
                    <a:pt x="48" y="227"/>
                    <a:pt x="1" y="477"/>
                    <a:pt x="108" y="680"/>
                  </a:cubicBezTo>
                  <a:cubicBezTo>
                    <a:pt x="120" y="692"/>
                    <a:pt x="132" y="704"/>
                    <a:pt x="144" y="727"/>
                  </a:cubicBezTo>
                  <a:cubicBezTo>
                    <a:pt x="4517" y="6544"/>
                    <a:pt x="11375" y="9787"/>
                    <a:pt x="18403" y="9787"/>
                  </a:cubicBezTo>
                  <a:cubicBezTo>
                    <a:pt x="21115" y="9787"/>
                    <a:pt x="23851" y="9304"/>
                    <a:pt x="26480" y="8300"/>
                  </a:cubicBezTo>
                  <a:lnTo>
                    <a:pt x="26504" y="8288"/>
                  </a:lnTo>
                  <a:cubicBezTo>
                    <a:pt x="26742" y="8193"/>
                    <a:pt x="26861" y="7943"/>
                    <a:pt x="26766" y="7705"/>
                  </a:cubicBezTo>
                  <a:cubicBezTo>
                    <a:pt x="26702" y="7522"/>
                    <a:pt x="26534" y="7410"/>
                    <a:pt x="26357" y="7410"/>
                  </a:cubicBezTo>
                  <a:cubicBezTo>
                    <a:pt x="26303" y="7410"/>
                    <a:pt x="26248" y="7420"/>
                    <a:pt x="26195" y="7443"/>
                  </a:cubicBezTo>
                  <a:lnTo>
                    <a:pt x="26147" y="7454"/>
                  </a:lnTo>
                  <a:cubicBezTo>
                    <a:pt x="23622" y="8420"/>
                    <a:pt x="20994" y="8884"/>
                    <a:pt x="18388" y="8884"/>
                  </a:cubicBezTo>
                  <a:cubicBezTo>
                    <a:pt x="11643" y="8884"/>
                    <a:pt x="5058" y="5771"/>
                    <a:pt x="858" y="180"/>
                  </a:cubicBezTo>
                  <a:cubicBezTo>
                    <a:pt x="775" y="62"/>
                    <a:pt x="643" y="0"/>
                    <a:pt x="507"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86" name="Google Shape;1086;p47"/>
            <p:cNvSpPr/>
            <p:nvPr/>
          </p:nvSpPr>
          <p:spPr>
            <a:xfrm>
              <a:off x="8642565" y="4786191"/>
              <a:ext cx="1276348" cy="588526"/>
            </a:xfrm>
            <a:custGeom>
              <a:rect b="b" l="l" r="r" t="t"/>
              <a:pathLst>
                <a:path extrusionOk="0" h="16765" w="16753">
                  <a:moveTo>
                    <a:pt x="8370" y="1"/>
                  </a:moveTo>
                  <a:cubicBezTo>
                    <a:pt x="3751" y="1"/>
                    <a:pt x="0" y="3751"/>
                    <a:pt x="0" y="8383"/>
                  </a:cubicBezTo>
                  <a:cubicBezTo>
                    <a:pt x="0" y="13014"/>
                    <a:pt x="3751" y="16765"/>
                    <a:pt x="8370" y="16765"/>
                  </a:cubicBezTo>
                  <a:cubicBezTo>
                    <a:pt x="13002" y="16765"/>
                    <a:pt x="16752" y="13014"/>
                    <a:pt x="16752" y="8383"/>
                  </a:cubicBezTo>
                  <a:cubicBezTo>
                    <a:pt x="16752" y="3751"/>
                    <a:pt x="13002" y="1"/>
                    <a:pt x="83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V-156-1C25</a:t>
              </a:r>
              <a:endParaRPr b="0" i="0" sz="2000" u="none" cap="none" strike="noStrike">
                <a:solidFill>
                  <a:srgbClr val="000000"/>
                </a:solidFill>
                <a:latin typeface="Times New Roman"/>
                <a:ea typeface="Times New Roman"/>
                <a:cs typeface="Times New Roman"/>
                <a:sym typeface="Times New Roman"/>
              </a:endParaRPr>
            </a:p>
          </p:txBody>
        </p:sp>
        <p:sp>
          <p:nvSpPr>
            <p:cNvPr id="1087" name="Google Shape;1087;p47"/>
            <p:cNvSpPr/>
            <p:nvPr/>
          </p:nvSpPr>
          <p:spPr>
            <a:xfrm>
              <a:off x="8582248" y="4742110"/>
              <a:ext cx="1481367" cy="682570"/>
            </a:xfrm>
            <a:custGeom>
              <a:rect b="b" l="l" r="r" t="t"/>
              <a:pathLst>
                <a:path extrusionOk="0" h="19444" w="19444">
                  <a:moveTo>
                    <a:pt x="9716" y="691"/>
                  </a:moveTo>
                  <a:cubicBezTo>
                    <a:pt x="14705" y="691"/>
                    <a:pt x="18753" y="4739"/>
                    <a:pt x="18753" y="9728"/>
                  </a:cubicBezTo>
                  <a:cubicBezTo>
                    <a:pt x="18753" y="14704"/>
                    <a:pt x="14705" y="18753"/>
                    <a:pt x="9716" y="18753"/>
                  </a:cubicBezTo>
                  <a:cubicBezTo>
                    <a:pt x="4739" y="18753"/>
                    <a:pt x="691" y="14704"/>
                    <a:pt x="691" y="9728"/>
                  </a:cubicBezTo>
                  <a:cubicBezTo>
                    <a:pt x="691" y="4739"/>
                    <a:pt x="4739" y="691"/>
                    <a:pt x="9716" y="691"/>
                  </a:cubicBezTo>
                  <a:close/>
                  <a:moveTo>
                    <a:pt x="9716" y="0"/>
                  </a:moveTo>
                  <a:cubicBezTo>
                    <a:pt x="4358" y="0"/>
                    <a:pt x="1" y="4358"/>
                    <a:pt x="1" y="9728"/>
                  </a:cubicBezTo>
                  <a:cubicBezTo>
                    <a:pt x="1" y="15085"/>
                    <a:pt x="4358" y="19443"/>
                    <a:pt x="9716" y="19443"/>
                  </a:cubicBezTo>
                  <a:cubicBezTo>
                    <a:pt x="15086" y="19443"/>
                    <a:pt x="19444" y="15085"/>
                    <a:pt x="19444" y="9728"/>
                  </a:cubicBezTo>
                  <a:cubicBezTo>
                    <a:pt x="19444" y="4358"/>
                    <a:pt x="15086" y="0"/>
                    <a:pt x="9716"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88" name="Google Shape;1088;p47"/>
            <p:cNvSpPr/>
            <p:nvPr/>
          </p:nvSpPr>
          <p:spPr>
            <a:xfrm>
              <a:off x="6258696" y="3648774"/>
              <a:ext cx="803490" cy="488056"/>
            </a:xfrm>
            <a:custGeom>
              <a:rect b="b" l="l" r="r" t="t"/>
              <a:pathLst>
                <a:path extrusionOk="0" h="57746" w="57996">
                  <a:moveTo>
                    <a:pt x="655" y="0"/>
                  </a:moveTo>
                  <a:lnTo>
                    <a:pt x="0" y="655"/>
                  </a:lnTo>
                  <a:lnTo>
                    <a:pt x="57341" y="57746"/>
                  </a:lnTo>
                  <a:lnTo>
                    <a:pt x="57996" y="57091"/>
                  </a:lnTo>
                  <a:lnTo>
                    <a:pt x="655" y="0"/>
                  </a:ln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89" name="Google Shape;1089;p47"/>
            <p:cNvSpPr/>
            <p:nvPr/>
          </p:nvSpPr>
          <p:spPr>
            <a:xfrm flipH="1" rot="10800000">
              <a:off x="7737967" y="4489816"/>
              <a:ext cx="1017316" cy="503703"/>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solidFill>
              <a:srgbClr val="5EB2FC"/>
            </a:solidFill>
            <a:ln cap="flat" cmpd="sng" w="9525">
              <a:solidFill>
                <a:srgbClr val="FFC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1090" name="Google Shape;1090;p47"/>
          <p:cNvGrpSpPr/>
          <p:nvPr/>
        </p:nvGrpSpPr>
        <p:grpSpPr>
          <a:xfrm>
            <a:off x="2552782" y="4159842"/>
            <a:ext cx="5017912" cy="2357272"/>
            <a:chOff x="2552782" y="4159842"/>
            <a:chExt cx="5017912" cy="2357272"/>
          </a:xfrm>
        </p:grpSpPr>
        <p:grpSp>
          <p:nvGrpSpPr>
            <p:cNvPr id="1091" name="Google Shape;1091;p47"/>
            <p:cNvGrpSpPr/>
            <p:nvPr/>
          </p:nvGrpSpPr>
          <p:grpSpPr>
            <a:xfrm>
              <a:off x="4219451" y="4373644"/>
              <a:ext cx="1870024" cy="1544323"/>
              <a:chOff x="3248078" y="3626430"/>
              <a:chExt cx="1870024" cy="1544323"/>
            </a:xfrm>
          </p:grpSpPr>
          <p:sp>
            <p:nvSpPr>
              <p:cNvPr id="1092" name="Google Shape;1092;p47"/>
              <p:cNvSpPr/>
              <p:nvPr/>
            </p:nvSpPr>
            <p:spPr>
              <a:xfrm>
                <a:off x="3431083" y="3848046"/>
                <a:ext cx="1483215" cy="1178172"/>
              </a:xfrm>
              <a:custGeom>
                <a:rect b="b" l="l" r="r" t="t"/>
                <a:pathLst>
                  <a:path extrusionOk="0" h="33089" w="33100">
                    <a:moveTo>
                      <a:pt x="16550" y="1"/>
                    </a:moveTo>
                    <a:cubicBezTo>
                      <a:pt x="7406" y="1"/>
                      <a:pt x="0" y="7406"/>
                      <a:pt x="0" y="16550"/>
                    </a:cubicBezTo>
                    <a:cubicBezTo>
                      <a:pt x="0" y="25682"/>
                      <a:pt x="7406" y="33088"/>
                      <a:pt x="16550" y="33088"/>
                    </a:cubicBezTo>
                    <a:cubicBezTo>
                      <a:pt x="25682" y="33088"/>
                      <a:pt x="33100" y="25682"/>
                      <a:pt x="33100" y="16550"/>
                    </a:cubicBezTo>
                    <a:cubicBezTo>
                      <a:pt x="33100" y="7406"/>
                      <a:pt x="25682" y="1"/>
                      <a:pt x="16550" y="1"/>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Proximidad Inductivo</a:t>
                </a:r>
                <a:endParaRPr b="0" i="0" sz="2000" u="none" cap="none" strike="noStrike">
                  <a:solidFill>
                    <a:srgbClr val="000000"/>
                  </a:solidFill>
                  <a:latin typeface="Times New Roman"/>
                  <a:ea typeface="Times New Roman"/>
                  <a:cs typeface="Times New Roman"/>
                  <a:sym typeface="Times New Roman"/>
                </a:endParaRPr>
              </a:p>
            </p:txBody>
          </p:sp>
          <p:sp>
            <p:nvSpPr>
              <p:cNvPr id="1093" name="Google Shape;1093;p47"/>
              <p:cNvSpPr/>
              <p:nvPr/>
            </p:nvSpPr>
            <p:spPr>
              <a:xfrm>
                <a:off x="4091054" y="4185203"/>
                <a:ext cx="1027048" cy="916324"/>
              </a:xfrm>
              <a:custGeom>
                <a:rect b="b" l="l" r="r" t="t"/>
                <a:pathLst>
                  <a:path extrusionOk="0" h="25735" w="22920">
                    <a:moveTo>
                      <a:pt x="18772" y="0"/>
                    </a:moveTo>
                    <a:cubicBezTo>
                      <a:pt x="18718" y="0"/>
                      <a:pt x="18663" y="11"/>
                      <a:pt x="18610" y="33"/>
                    </a:cubicBezTo>
                    <a:cubicBezTo>
                      <a:pt x="18372" y="116"/>
                      <a:pt x="18264" y="378"/>
                      <a:pt x="18348" y="616"/>
                    </a:cubicBezTo>
                    <a:lnTo>
                      <a:pt x="18372" y="676"/>
                    </a:lnTo>
                    <a:cubicBezTo>
                      <a:pt x="21908" y="9808"/>
                      <a:pt x="17348" y="20095"/>
                      <a:pt x="8227" y="23631"/>
                    </a:cubicBezTo>
                    <a:cubicBezTo>
                      <a:pt x="6153" y="24435"/>
                      <a:pt x="4004" y="24834"/>
                      <a:pt x="1822" y="24834"/>
                    </a:cubicBezTo>
                    <a:cubicBezTo>
                      <a:pt x="1387" y="24834"/>
                      <a:pt x="950" y="24818"/>
                      <a:pt x="512" y="24786"/>
                    </a:cubicBezTo>
                    <a:cubicBezTo>
                      <a:pt x="498" y="24785"/>
                      <a:pt x="484" y="24784"/>
                      <a:pt x="470" y="24784"/>
                    </a:cubicBezTo>
                    <a:cubicBezTo>
                      <a:pt x="238" y="24784"/>
                      <a:pt x="46" y="24967"/>
                      <a:pt x="24" y="25203"/>
                    </a:cubicBezTo>
                    <a:cubicBezTo>
                      <a:pt x="0" y="25441"/>
                      <a:pt x="191" y="25667"/>
                      <a:pt x="441" y="25679"/>
                    </a:cubicBezTo>
                    <a:cubicBezTo>
                      <a:pt x="922" y="25716"/>
                      <a:pt x="1401" y="25735"/>
                      <a:pt x="1879" y="25735"/>
                    </a:cubicBezTo>
                    <a:cubicBezTo>
                      <a:pt x="4157" y="25735"/>
                      <a:pt x="6393" y="25313"/>
                      <a:pt x="8549" y="24476"/>
                    </a:cubicBezTo>
                    <a:cubicBezTo>
                      <a:pt x="18145" y="20762"/>
                      <a:pt x="22920" y="9939"/>
                      <a:pt x="19217" y="354"/>
                    </a:cubicBezTo>
                    <a:lnTo>
                      <a:pt x="19193" y="295"/>
                    </a:lnTo>
                    <a:cubicBezTo>
                      <a:pt x="19120" y="113"/>
                      <a:pt x="18950" y="0"/>
                      <a:pt x="18772" y="0"/>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94" name="Google Shape;1094;p47"/>
              <p:cNvSpPr/>
              <p:nvPr/>
            </p:nvSpPr>
            <p:spPr>
              <a:xfrm>
                <a:off x="3337698" y="4736323"/>
                <a:ext cx="1481108" cy="434430"/>
              </a:xfrm>
              <a:custGeom>
                <a:rect b="b" l="l" r="r" t="t"/>
                <a:pathLst>
                  <a:path extrusionOk="0" h="12201" w="33053">
                    <a:moveTo>
                      <a:pt x="517" y="1"/>
                    </a:moveTo>
                    <a:cubicBezTo>
                      <a:pt x="452" y="1"/>
                      <a:pt x="385" y="15"/>
                      <a:pt x="322" y="45"/>
                    </a:cubicBezTo>
                    <a:cubicBezTo>
                      <a:pt x="96" y="164"/>
                      <a:pt x="1" y="426"/>
                      <a:pt x="120" y="652"/>
                    </a:cubicBezTo>
                    <a:cubicBezTo>
                      <a:pt x="1036" y="2533"/>
                      <a:pt x="2239" y="4260"/>
                      <a:pt x="3691" y="5796"/>
                    </a:cubicBezTo>
                    <a:cubicBezTo>
                      <a:pt x="7735" y="10054"/>
                      <a:pt x="13180" y="12201"/>
                      <a:pt x="18636" y="12201"/>
                    </a:cubicBezTo>
                    <a:cubicBezTo>
                      <a:pt x="23736" y="12201"/>
                      <a:pt x="28845" y="10325"/>
                      <a:pt x="32826" y="6546"/>
                    </a:cubicBezTo>
                    <a:lnTo>
                      <a:pt x="32862" y="6498"/>
                    </a:lnTo>
                    <a:cubicBezTo>
                      <a:pt x="33040" y="6331"/>
                      <a:pt x="33052" y="6046"/>
                      <a:pt x="32886" y="5867"/>
                    </a:cubicBezTo>
                    <a:cubicBezTo>
                      <a:pt x="32792" y="5773"/>
                      <a:pt x="32668" y="5725"/>
                      <a:pt x="32546" y="5725"/>
                    </a:cubicBezTo>
                    <a:cubicBezTo>
                      <a:pt x="32436" y="5725"/>
                      <a:pt x="32327" y="5764"/>
                      <a:pt x="32243" y="5843"/>
                    </a:cubicBezTo>
                    <a:lnTo>
                      <a:pt x="32207" y="5891"/>
                    </a:lnTo>
                    <a:cubicBezTo>
                      <a:pt x="28399" y="9503"/>
                      <a:pt x="23515" y="11295"/>
                      <a:pt x="18640" y="11295"/>
                    </a:cubicBezTo>
                    <a:cubicBezTo>
                      <a:pt x="13424" y="11295"/>
                      <a:pt x="8217" y="9244"/>
                      <a:pt x="4346" y="5176"/>
                    </a:cubicBezTo>
                    <a:cubicBezTo>
                      <a:pt x="2953" y="3712"/>
                      <a:pt x="1810" y="2057"/>
                      <a:pt x="929" y="259"/>
                    </a:cubicBezTo>
                    <a:cubicBezTo>
                      <a:pt x="852" y="96"/>
                      <a:pt x="688" y="1"/>
                      <a:pt x="517" y="1"/>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95" name="Google Shape;1095;p47"/>
              <p:cNvSpPr/>
              <p:nvPr/>
            </p:nvSpPr>
            <p:spPr>
              <a:xfrm>
                <a:off x="3248078" y="3626430"/>
                <a:ext cx="1114024" cy="482000"/>
              </a:xfrm>
              <a:custGeom>
                <a:rect b="b" l="l" r="r" t="t"/>
                <a:pathLst>
                  <a:path extrusionOk="0" h="13537" w="24861">
                    <a:moveTo>
                      <a:pt x="20668" y="0"/>
                    </a:moveTo>
                    <a:cubicBezTo>
                      <a:pt x="12054" y="0"/>
                      <a:pt x="3945" y="4938"/>
                      <a:pt x="119" y="12880"/>
                    </a:cubicBezTo>
                    <a:cubicBezTo>
                      <a:pt x="119" y="12880"/>
                      <a:pt x="107" y="12904"/>
                      <a:pt x="107" y="12904"/>
                    </a:cubicBezTo>
                    <a:cubicBezTo>
                      <a:pt x="0" y="13130"/>
                      <a:pt x="96" y="13380"/>
                      <a:pt x="322" y="13488"/>
                    </a:cubicBezTo>
                    <a:cubicBezTo>
                      <a:pt x="386" y="13521"/>
                      <a:pt x="453" y="13537"/>
                      <a:pt x="520" y="13537"/>
                    </a:cubicBezTo>
                    <a:cubicBezTo>
                      <a:pt x="689" y="13537"/>
                      <a:pt x="852" y="13436"/>
                      <a:pt x="929" y="13273"/>
                    </a:cubicBezTo>
                    <a:cubicBezTo>
                      <a:pt x="4611" y="5649"/>
                      <a:pt x="12410" y="896"/>
                      <a:pt x="20681" y="896"/>
                    </a:cubicBezTo>
                    <a:cubicBezTo>
                      <a:pt x="21877" y="896"/>
                      <a:pt x="23084" y="996"/>
                      <a:pt x="24289" y="1200"/>
                    </a:cubicBezTo>
                    <a:cubicBezTo>
                      <a:pt x="24319" y="1207"/>
                      <a:pt x="24348" y="1209"/>
                      <a:pt x="24377" y="1209"/>
                    </a:cubicBezTo>
                    <a:cubicBezTo>
                      <a:pt x="24569" y="1209"/>
                      <a:pt x="24739" y="1077"/>
                      <a:pt x="24801" y="891"/>
                    </a:cubicBezTo>
                    <a:cubicBezTo>
                      <a:pt x="24801" y="879"/>
                      <a:pt x="24813" y="855"/>
                      <a:pt x="24813" y="831"/>
                    </a:cubicBezTo>
                    <a:cubicBezTo>
                      <a:pt x="24861" y="593"/>
                      <a:pt x="24694" y="355"/>
                      <a:pt x="24444" y="319"/>
                    </a:cubicBezTo>
                    <a:cubicBezTo>
                      <a:pt x="23182" y="105"/>
                      <a:pt x="21920" y="0"/>
                      <a:pt x="20668" y="0"/>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96" name="Google Shape;1096;p47"/>
              <p:cNvSpPr/>
              <p:nvPr/>
            </p:nvSpPr>
            <p:spPr>
              <a:xfrm>
                <a:off x="3696229" y="3703483"/>
                <a:ext cx="1380241" cy="593127"/>
              </a:xfrm>
              <a:custGeom>
                <a:rect b="b" l="l" r="r" t="t"/>
                <a:pathLst>
                  <a:path extrusionOk="0" h="16658" w="30802">
                    <a:moveTo>
                      <a:pt x="10633" y="1"/>
                    </a:moveTo>
                    <a:cubicBezTo>
                      <a:pt x="6990" y="1"/>
                      <a:pt x="3418" y="965"/>
                      <a:pt x="298" y="2775"/>
                    </a:cubicBezTo>
                    <a:cubicBezTo>
                      <a:pt x="84" y="2906"/>
                      <a:pt x="1" y="3180"/>
                      <a:pt x="132" y="3394"/>
                    </a:cubicBezTo>
                    <a:cubicBezTo>
                      <a:pt x="220" y="3538"/>
                      <a:pt x="373" y="3618"/>
                      <a:pt x="529" y="3618"/>
                    </a:cubicBezTo>
                    <a:cubicBezTo>
                      <a:pt x="605" y="3618"/>
                      <a:pt x="681" y="3599"/>
                      <a:pt x="751" y="3561"/>
                    </a:cubicBezTo>
                    <a:cubicBezTo>
                      <a:pt x="3739" y="1822"/>
                      <a:pt x="7156" y="906"/>
                      <a:pt x="10633" y="906"/>
                    </a:cubicBezTo>
                    <a:cubicBezTo>
                      <a:pt x="19789" y="906"/>
                      <a:pt x="27873" y="7383"/>
                      <a:pt x="29861" y="16300"/>
                    </a:cubicBezTo>
                    <a:cubicBezTo>
                      <a:pt x="29909" y="16503"/>
                      <a:pt x="30100" y="16658"/>
                      <a:pt x="30302" y="16658"/>
                    </a:cubicBezTo>
                    <a:cubicBezTo>
                      <a:pt x="30338" y="16658"/>
                      <a:pt x="30373" y="16646"/>
                      <a:pt x="30397" y="16646"/>
                    </a:cubicBezTo>
                    <a:cubicBezTo>
                      <a:pt x="30647" y="16586"/>
                      <a:pt x="30802" y="16348"/>
                      <a:pt x="30742" y="16098"/>
                    </a:cubicBezTo>
                    <a:cubicBezTo>
                      <a:pt x="29742" y="11597"/>
                      <a:pt x="27206" y="7514"/>
                      <a:pt x="23599" y="4597"/>
                    </a:cubicBezTo>
                    <a:cubicBezTo>
                      <a:pt x="19955" y="1632"/>
                      <a:pt x="15348" y="1"/>
                      <a:pt x="10633" y="1"/>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sp>
          <p:nvSpPr>
            <p:cNvPr id="1097" name="Google Shape;1097;p47"/>
            <p:cNvSpPr/>
            <p:nvPr/>
          </p:nvSpPr>
          <p:spPr>
            <a:xfrm>
              <a:off x="4255633" y="5462280"/>
              <a:ext cx="603044" cy="481423"/>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0070C0"/>
            </a:solidFill>
            <a:ln cap="flat" cmpd="sng" w="9525">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098" name="Google Shape;1098;p47"/>
            <p:cNvSpPr/>
            <p:nvPr/>
          </p:nvSpPr>
          <p:spPr>
            <a:xfrm>
              <a:off x="2795284" y="5798695"/>
              <a:ext cx="1591845" cy="561572"/>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LM18-3008NA</a:t>
              </a:r>
              <a:endParaRPr b="0" i="0" sz="2000" u="none" cap="none" strike="noStrike">
                <a:solidFill>
                  <a:srgbClr val="000000"/>
                </a:solidFill>
                <a:latin typeface="Times New Roman"/>
                <a:ea typeface="Times New Roman"/>
                <a:cs typeface="Times New Roman"/>
                <a:sym typeface="Times New Roman"/>
              </a:endParaRPr>
            </a:p>
          </p:txBody>
        </p:sp>
        <p:sp>
          <p:nvSpPr>
            <p:cNvPr id="1099" name="Google Shape;1099;p47"/>
            <p:cNvSpPr/>
            <p:nvPr/>
          </p:nvSpPr>
          <p:spPr>
            <a:xfrm>
              <a:off x="2552782" y="5762884"/>
              <a:ext cx="1870157" cy="659755"/>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100" name="Google Shape;1100;p47"/>
            <p:cNvSpPr/>
            <p:nvPr/>
          </p:nvSpPr>
          <p:spPr>
            <a:xfrm flipH="1">
              <a:off x="5639291" y="5554758"/>
              <a:ext cx="603044" cy="421040"/>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0070C0"/>
            </a:solidFill>
            <a:ln cap="flat" cmpd="sng" w="9525">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101" name="Google Shape;1101;p47"/>
            <p:cNvSpPr/>
            <p:nvPr/>
          </p:nvSpPr>
          <p:spPr>
            <a:xfrm>
              <a:off x="5943039" y="5893170"/>
              <a:ext cx="1591845" cy="561572"/>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TL-08NK</a:t>
              </a:r>
              <a:endParaRPr b="0" i="0" sz="2000" u="none" cap="none" strike="noStrike">
                <a:solidFill>
                  <a:srgbClr val="000000"/>
                </a:solidFill>
                <a:latin typeface="Times New Roman"/>
                <a:ea typeface="Times New Roman"/>
                <a:cs typeface="Times New Roman"/>
                <a:sym typeface="Times New Roman"/>
              </a:endParaRPr>
            </a:p>
          </p:txBody>
        </p:sp>
        <p:sp>
          <p:nvSpPr>
            <p:cNvPr id="1102" name="Google Shape;1102;p47"/>
            <p:cNvSpPr/>
            <p:nvPr/>
          </p:nvSpPr>
          <p:spPr>
            <a:xfrm>
              <a:off x="5700537" y="5857359"/>
              <a:ext cx="1870157" cy="659755"/>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0070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cxnSp>
          <p:nvCxnSpPr>
            <p:cNvPr id="1103" name="Google Shape;1103;p47"/>
            <p:cNvCxnSpPr/>
            <p:nvPr/>
          </p:nvCxnSpPr>
          <p:spPr>
            <a:xfrm flipH="1">
              <a:off x="5176557" y="4159842"/>
              <a:ext cx="156918" cy="459004"/>
            </a:xfrm>
            <a:prstGeom prst="straightConnector1">
              <a:avLst/>
            </a:prstGeom>
            <a:noFill/>
            <a:ln cap="flat" cmpd="sng" w="19050">
              <a:solidFill>
                <a:srgbClr val="0070C0"/>
              </a:solidFill>
              <a:prstDash val="solid"/>
              <a:miter lim="800000"/>
              <a:headEnd len="sm" w="sm" type="none"/>
              <a:tailEnd len="sm" w="sm" type="none"/>
            </a:ln>
          </p:spPr>
        </p:cxn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1000"/>
                                        <p:tgtEl>
                                          <p:spTgt spid="10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1000"/>
                                        <p:tgtEl>
                                          <p:spTgt spid="1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3"/>
                                        </p:tgtEl>
                                        <p:attrNameLst>
                                          <p:attrName>style.visibility</p:attrName>
                                        </p:attrNameLst>
                                      </p:cBhvr>
                                      <p:to>
                                        <p:strVal val="visible"/>
                                      </p:to>
                                    </p:set>
                                    <p:animEffect filter="fade" transition="in">
                                      <p:cBhvr>
                                        <p:cTn dur="1000"/>
                                        <p:tgtEl>
                                          <p:spTgt spid="10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gtEl>
                                        <p:attrNameLst>
                                          <p:attrName>style.visibility</p:attrName>
                                        </p:attrNameLst>
                                      </p:cBhvr>
                                      <p:to>
                                        <p:strVal val="visible"/>
                                      </p:to>
                                    </p:set>
                                    <p:animEffect filter="fade" transition="in">
                                      <p:cBhvr>
                                        <p:cTn dur="1000"/>
                                        <p:tgtEl>
                                          <p:spTgt spid="10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0"/>
                                        </p:tgtEl>
                                        <p:attrNameLst>
                                          <p:attrName>style.visibility</p:attrName>
                                        </p:attrNameLst>
                                      </p:cBhvr>
                                      <p:to>
                                        <p:strVal val="visible"/>
                                      </p:to>
                                    </p:set>
                                    <p:animEffect filter="fade" transition="in">
                                      <p:cBhvr>
                                        <p:cTn dur="1000"/>
                                        <p:tgtEl>
                                          <p:spTgt spid="10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48"/>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SENSORES</a:t>
            </a:r>
            <a:endParaRPr>
              <a:solidFill>
                <a:srgbClr val="002060"/>
              </a:solidFill>
            </a:endParaRPr>
          </a:p>
        </p:txBody>
      </p:sp>
      <p:sp>
        <p:nvSpPr>
          <p:cNvPr id="1109" name="Google Shape;1109;p48"/>
          <p:cNvSpPr txBox="1"/>
          <p:nvPr>
            <p:ph idx="2" type="body"/>
          </p:nvPr>
        </p:nvSpPr>
        <p:spPr>
          <a:xfrm>
            <a:off x="839788" y="3899942"/>
            <a:ext cx="3932237" cy="196904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222222"/>
              </a:buClr>
              <a:buSzPts val="2000"/>
              <a:buNone/>
            </a:pPr>
            <a:r>
              <a:rPr b="0" i="0" lang="es-BO" sz="2000">
                <a:solidFill>
                  <a:srgbClr val="222222"/>
                </a:solidFill>
                <a:latin typeface="Times New Roman"/>
                <a:ea typeface="Times New Roman"/>
                <a:cs typeface="Times New Roman"/>
                <a:sym typeface="Times New Roman"/>
              </a:rPr>
              <a:t>Funcionan mediante la presencia de un campo magnético externo proveniente de un imán permanente, pueden ser sensibles a solamente un polo o a los dos polos del imán.</a:t>
            </a:r>
            <a:endParaRPr sz="1800">
              <a:latin typeface="Times New Roman"/>
              <a:ea typeface="Times New Roman"/>
              <a:cs typeface="Times New Roman"/>
              <a:sym typeface="Times New Roman"/>
            </a:endParaRPr>
          </a:p>
        </p:txBody>
      </p:sp>
      <p:sp>
        <p:nvSpPr>
          <p:cNvPr id="1110" name="Google Shape;1110;p48"/>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pic>
        <p:nvPicPr>
          <p:cNvPr id="1111" name="Google Shape;1111;p48"/>
          <p:cNvPicPr preferRelativeResize="0"/>
          <p:nvPr/>
        </p:nvPicPr>
        <p:blipFill rotWithShape="1">
          <a:blip r:embed="rId3">
            <a:alphaModFix/>
          </a:blip>
          <a:srcRect b="0" l="0" r="0" t="0"/>
          <a:stretch/>
        </p:blipFill>
        <p:spPr>
          <a:xfrm>
            <a:off x="1290567" y="1981484"/>
            <a:ext cx="2705100" cy="1257300"/>
          </a:xfrm>
          <a:prstGeom prst="rect">
            <a:avLst/>
          </a:prstGeom>
          <a:noFill/>
          <a:ln>
            <a:noFill/>
          </a:ln>
        </p:spPr>
      </p:pic>
      <p:sp>
        <p:nvSpPr>
          <p:cNvPr id="1112" name="Google Shape;1112;p48"/>
          <p:cNvSpPr txBox="1"/>
          <p:nvPr/>
        </p:nvSpPr>
        <p:spPr>
          <a:xfrm>
            <a:off x="5101653" y="1231147"/>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Respuesta temporal</a:t>
            </a:r>
            <a:endParaRPr/>
          </a:p>
        </p:txBody>
      </p:sp>
      <p:pic>
        <p:nvPicPr>
          <p:cNvPr id="1113" name="Google Shape;1113;p48"/>
          <p:cNvPicPr preferRelativeResize="0"/>
          <p:nvPr/>
        </p:nvPicPr>
        <p:blipFill rotWithShape="1">
          <a:blip r:embed="rId4">
            <a:alphaModFix/>
          </a:blip>
          <a:srcRect b="0" l="0" r="0" t="0"/>
          <a:stretch/>
        </p:blipFill>
        <p:spPr>
          <a:xfrm>
            <a:off x="6096000" y="1666126"/>
            <a:ext cx="3046112" cy="2233816"/>
          </a:xfrm>
          <a:prstGeom prst="rect">
            <a:avLst/>
          </a:prstGeom>
          <a:noFill/>
          <a:ln>
            <a:noFill/>
          </a:ln>
        </p:spPr>
      </p:pic>
      <p:pic>
        <p:nvPicPr>
          <p:cNvPr id="1114" name="Google Shape;1114;p48"/>
          <p:cNvPicPr preferRelativeResize="0"/>
          <p:nvPr/>
        </p:nvPicPr>
        <p:blipFill rotWithShape="1">
          <a:blip r:embed="rId5">
            <a:alphaModFix/>
          </a:blip>
          <a:srcRect b="0" l="0" r="0" t="0"/>
          <a:stretch/>
        </p:blipFill>
        <p:spPr>
          <a:xfrm>
            <a:off x="6096000" y="4276052"/>
            <a:ext cx="3035959" cy="2233816"/>
          </a:xfrm>
          <a:prstGeom prst="rect">
            <a:avLst/>
          </a:prstGeom>
          <a:noFill/>
          <a:ln>
            <a:noFill/>
          </a:ln>
        </p:spPr>
      </p:pic>
      <p:sp>
        <p:nvSpPr>
          <p:cNvPr id="1115" name="Google Shape;1115;p48"/>
          <p:cNvSpPr txBox="1"/>
          <p:nvPr/>
        </p:nvSpPr>
        <p:spPr>
          <a:xfrm>
            <a:off x="836612" y="3469056"/>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Descripción y funcionamiento</a:t>
            </a:r>
            <a:endParaRPr/>
          </a:p>
        </p:txBody>
      </p:sp>
      <p:sp>
        <p:nvSpPr>
          <p:cNvPr id="1116" name="Google Shape;1116;p48"/>
          <p:cNvSpPr txBox="1"/>
          <p:nvPr/>
        </p:nvSpPr>
        <p:spPr>
          <a:xfrm>
            <a:off x="836612" y="1220018"/>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Sensor magnético D-C73</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1000"/>
                                        <p:tgtEl>
                                          <p:spTgt spid="1108"/>
                                        </p:tgtEl>
                                      </p:cBhvr>
                                    </p:animEffect>
                                  </p:childTnLst>
                                </p:cTn>
                              </p:par>
                              <p:par>
                                <p:cTn fill="hold" nodeType="withEffect" presetClass="entr" presetID="10" presetSubtype="0">
                                  <p:stCondLst>
                                    <p:cond delay="0"/>
                                  </p:stCondLst>
                                  <p:childTnLst>
                                    <p:set>
                                      <p:cBhvr>
                                        <p:cTn dur="1" fill="hold">
                                          <p:stCondLst>
                                            <p:cond delay="0"/>
                                          </p:stCondLst>
                                        </p:cTn>
                                        <p:tgtEl>
                                          <p:spTgt spid="1116"/>
                                        </p:tgtEl>
                                        <p:attrNameLst>
                                          <p:attrName>style.visibility</p:attrName>
                                        </p:attrNameLst>
                                      </p:cBhvr>
                                      <p:to>
                                        <p:strVal val="visible"/>
                                      </p:to>
                                    </p:set>
                                    <p:animEffect filter="fade" transition="in">
                                      <p:cBhvr>
                                        <p:cTn dur="1000"/>
                                        <p:tgtEl>
                                          <p:spTgt spid="1116"/>
                                        </p:tgtEl>
                                      </p:cBhvr>
                                    </p:animEffect>
                                  </p:childTnLst>
                                </p:cTn>
                              </p:par>
                              <p:par>
                                <p:cTn fill="hold" nodeType="with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1000"/>
                                        <p:tgtEl>
                                          <p:spTgt spid="1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9">
                                            <p:txEl>
                                              <p:pRg end="0" st="0"/>
                                            </p:txEl>
                                          </p:spTgt>
                                        </p:tgtEl>
                                        <p:attrNameLst>
                                          <p:attrName>style.visibility</p:attrName>
                                        </p:attrNameLst>
                                      </p:cBhvr>
                                      <p:to>
                                        <p:strVal val="visible"/>
                                      </p:to>
                                    </p:set>
                                    <p:animEffect filter="fade" transition="in">
                                      <p:cBhvr>
                                        <p:cTn dur="1000"/>
                                        <p:tgtEl>
                                          <p:spTgt spid="110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15"/>
                                        </p:tgtEl>
                                        <p:attrNameLst>
                                          <p:attrName>style.visibility</p:attrName>
                                        </p:attrNameLst>
                                      </p:cBhvr>
                                      <p:to>
                                        <p:strVal val="visible"/>
                                      </p:to>
                                    </p:set>
                                    <p:animEffect filter="fade" transition="in">
                                      <p:cBhvr>
                                        <p:cTn dur="1000"/>
                                        <p:tgtEl>
                                          <p:spTgt spid="1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par>
                                <p:cTn fill="hold" nodeType="with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1000"/>
                                        <p:tgtEl>
                                          <p:spTgt spid="1113"/>
                                        </p:tgtEl>
                                      </p:cBhvr>
                                    </p:animEffect>
                                  </p:childTnLst>
                                </p:cTn>
                              </p:par>
                              <p:par>
                                <p:cTn fill="hold" nodeType="with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1000"/>
                                        <p:tgtEl>
                                          <p:spTgt spid="1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49"/>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SENSORES</a:t>
            </a:r>
            <a:endParaRPr>
              <a:solidFill>
                <a:srgbClr val="002060"/>
              </a:solidFill>
            </a:endParaRPr>
          </a:p>
        </p:txBody>
      </p:sp>
      <p:sp>
        <p:nvSpPr>
          <p:cNvPr id="1122" name="Google Shape;1122;p49"/>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123" name="Google Shape;1123;p49"/>
          <p:cNvSpPr txBox="1"/>
          <p:nvPr/>
        </p:nvSpPr>
        <p:spPr>
          <a:xfrm>
            <a:off x="839788" y="987425"/>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Tareas que realiza el sensor</a:t>
            </a:r>
            <a:endParaRPr/>
          </a:p>
        </p:txBody>
      </p:sp>
      <p:graphicFrame>
        <p:nvGraphicFramePr>
          <p:cNvPr id="1124" name="Google Shape;1124;p49"/>
          <p:cNvGraphicFramePr/>
          <p:nvPr/>
        </p:nvGraphicFramePr>
        <p:xfrm>
          <a:off x="1321485" y="1387535"/>
          <a:ext cx="3000000" cy="3000000"/>
        </p:xfrm>
        <a:graphic>
          <a:graphicData uri="http://schemas.openxmlformats.org/drawingml/2006/table">
            <a:tbl>
              <a:tblPr bandRow="1" firstRow="1">
                <a:noFill/>
                <a:tableStyleId>{71875DB0-3CC1-41E8-98A1-462444128FE6}</a:tableStyleId>
              </a:tblPr>
              <a:tblGrid>
                <a:gridCol w="1310175"/>
                <a:gridCol w="495950"/>
                <a:gridCol w="1255375"/>
                <a:gridCol w="278975"/>
                <a:gridCol w="1658325"/>
                <a:gridCol w="449450"/>
                <a:gridCol w="1456850"/>
                <a:gridCol w="387450"/>
                <a:gridCol w="2182350"/>
                <a:gridCol w="353125"/>
              </a:tblGrid>
              <a:tr h="740950">
                <a:tc gridSpan="2">
                  <a:txBody>
                    <a:bodyPr/>
                    <a:lstStyle/>
                    <a:p>
                      <a:pPr indent="0" lvl="0" marL="0" marR="0" rtl="0" algn="ctr">
                        <a:spcBef>
                          <a:spcPts val="0"/>
                        </a:spcBef>
                        <a:spcAft>
                          <a:spcPts val="0"/>
                        </a:spcAft>
                        <a:buNone/>
                      </a:pPr>
                      <a:r>
                        <a:rPr lang="es-BO" sz="2000" u="none" cap="none" strike="noStrike">
                          <a:solidFill>
                            <a:srgbClr val="7030A0"/>
                          </a:solidFill>
                          <a:latin typeface="Roboto"/>
                          <a:ea typeface="Roboto"/>
                          <a:cs typeface="Roboto"/>
                          <a:sym typeface="Roboto"/>
                        </a:rPr>
                        <a:t>█</a:t>
                      </a:r>
                      <a:r>
                        <a:rPr lang="es-BO" sz="2000" u="none" cap="none" strike="noStrike">
                          <a:latin typeface="Times New Roman"/>
                          <a:ea typeface="Times New Roman"/>
                          <a:cs typeface="Times New Roman"/>
                          <a:sym typeface="Times New Roman"/>
                        </a:rPr>
                        <a:t>Unidad de  Transporte</a:t>
                      </a:r>
                      <a:endParaRPr/>
                    </a:p>
                  </a:txBody>
                  <a:tcPr marT="45725" marB="45725" marR="91450" marL="91450"/>
                </a:tc>
                <a:tc hMerge="1"/>
                <a:tc gridSpan="2">
                  <a:txBody>
                    <a:bodyPr/>
                    <a:lstStyle/>
                    <a:p>
                      <a:pPr indent="0" lvl="0" marL="0" marR="0" rtl="0" algn="ctr">
                        <a:spcBef>
                          <a:spcPts val="0"/>
                        </a:spcBef>
                        <a:spcAft>
                          <a:spcPts val="0"/>
                        </a:spcAft>
                        <a:buNone/>
                      </a:pPr>
                      <a:r>
                        <a:rPr b="1" lang="es-BO" sz="2000" u="none" cap="none" strike="noStrike">
                          <a:solidFill>
                            <a:srgbClr val="002060"/>
                          </a:solidFill>
                          <a:latin typeface="Times New Roman"/>
                          <a:ea typeface="Times New Roman"/>
                          <a:cs typeface="Times New Roman"/>
                          <a:sym typeface="Times New Roman"/>
                        </a:rPr>
                        <a:t>█</a:t>
                      </a:r>
                      <a:r>
                        <a:rPr lang="es-BO" sz="2000" u="none" cap="none" strike="noStrike">
                          <a:latin typeface="Times New Roman"/>
                          <a:ea typeface="Times New Roman"/>
                          <a:cs typeface="Times New Roman"/>
                          <a:sym typeface="Times New Roman"/>
                        </a:rPr>
                        <a:t>Unidad de  Selección</a:t>
                      </a:r>
                      <a:endParaRPr/>
                    </a:p>
                  </a:txBody>
                  <a:tcPr marT="45725" marB="45725" marR="91450" marL="91450"/>
                </a:tc>
                <a:tc hMerge="1"/>
                <a:tc gridSpan="2">
                  <a:txBody>
                    <a:bodyPr/>
                    <a:lstStyle/>
                    <a:p>
                      <a:pPr indent="0" lvl="0" marL="0" marR="0" rtl="0" algn="ctr">
                        <a:spcBef>
                          <a:spcPts val="0"/>
                        </a:spcBef>
                        <a:spcAft>
                          <a:spcPts val="0"/>
                        </a:spcAft>
                        <a:buNone/>
                      </a:pPr>
                      <a:r>
                        <a:rPr b="1" lang="es-BO" sz="2000" u="none" cap="none" strike="noStrike">
                          <a:solidFill>
                            <a:srgbClr val="C55A11"/>
                          </a:solidFill>
                          <a:latin typeface="Times New Roman"/>
                          <a:ea typeface="Times New Roman"/>
                          <a:cs typeface="Times New Roman"/>
                          <a:sym typeface="Times New Roman"/>
                        </a:rPr>
                        <a:t>█</a:t>
                      </a:r>
                      <a:r>
                        <a:rPr lang="es-BO" sz="2000" u="none" cap="none" strike="noStrike">
                          <a:latin typeface="Times New Roman"/>
                          <a:ea typeface="Times New Roman"/>
                          <a:cs typeface="Times New Roman"/>
                          <a:sym typeface="Times New Roman"/>
                        </a:rPr>
                        <a:t>Unidad de  Alimentación</a:t>
                      </a:r>
                      <a:endParaRPr/>
                    </a:p>
                  </a:txBody>
                  <a:tcPr marT="45725" marB="45725" marR="91450" marL="91450"/>
                </a:tc>
                <a:tc hMerge="1"/>
                <a:tc gridSpan="2">
                  <a:txBody>
                    <a:bodyPr/>
                    <a:lstStyle/>
                    <a:p>
                      <a:pPr indent="0" lvl="0" marL="0" marR="0" rtl="0" algn="ctr">
                        <a:spcBef>
                          <a:spcPts val="0"/>
                        </a:spcBef>
                        <a:spcAft>
                          <a:spcPts val="0"/>
                        </a:spcAft>
                        <a:buNone/>
                      </a:pPr>
                      <a:r>
                        <a:rPr b="1" lang="es-BO" sz="2000" u="none" cap="none" strike="noStrike">
                          <a:solidFill>
                            <a:srgbClr val="FFC000"/>
                          </a:solidFill>
                          <a:latin typeface="Times New Roman"/>
                          <a:ea typeface="Times New Roman"/>
                          <a:cs typeface="Times New Roman"/>
                          <a:sym typeface="Times New Roman"/>
                        </a:rPr>
                        <a:t>█</a:t>
                      </a:r>
                      <a:r>
                        <a:rPr lang="es-BO" sz="2000" u="none" cap="none" strike="noStrike">
                          <a:latin typeface="Times New Roman"/>
                          <a:ea typeface="Times New Roman"/>
                          <a:cs typeface="Times New Roman"/>
                          <a:sym typeface="Times New Roman"/>
                        </a:rPr>
                        <a:t>Unidad de  Procesamiento</a:t>
                      </a:r>
                      <a:endParaRPr/>
                    </a:p>
                  </a:txBody>
                  <a:tcPr marT="45725" marB="45725" marR="91450" marL="91450">
                    <a:lnR cap="flat" cmpd="sng" w="9525">
                      <a:solidFill>
                        <a:srgbClr val="000000">
                          <a:alpha val="0"/>
                        </a:srgbClr>
                      </a:solidFill>
                      <a:prstDash val="solid"/>
                      <a:round/>
                      <a:headEnd len="sm" w="sm" type="none"/>
                      <a:tailEnd len="sm" w="sm" type="none"/>
                    </a:lnR>
                  </a:tcPr>
                </a:tc>
                <a:tc hMerge="1"/>
                <a:tc gridSpan="2">
                  <a:txBody>
                    <a:bodyPr/>
                    <a:lstStyle/>
                    <a:p>
                      <a:pPr indent="0" lvl="0" marL="0" marR="0" rtl="0" algn="ctr">
                        <a:spcBef>
                          <a:spcPts val="0"/>
                        </a:spcBef>
                        <a:spcAft>
                          <a:spcPts val="0"/>
                        </a:spcAft>
                        <a:buNone/>
                      </a:pPr>
                      <a:r>
                        <a:rPr lang="es-BO" sz="2000" u="none" cap="none" strike="noStrike">
                          <a:solidFill>
                            <a:srgbClr val="00B050"/>
                          </a:solidFill>
                          <a:latin typeface="Roboto"/>
                          <a:ea typeface="Roboto"/>
                          <a:cs typeface="Roboto"/>
                          <a:sym typeface="Roboto"/>
                        </a:rPr>
                        <a:t>█</a:t>
                      </a:r>
                      <a:r>
                        <a:rPr lang="es-BO" sz="2000" u="none" cap="none" strike="noStrike">
                          <a:latin typeface="Times New Roman"/>
                          <a:ea typeface="Times New Roman"/>
                          <a:cs typeface="Times New Roman"/>
                          <a:sym typeface="Times New Roman"/>
                        </a:rPr>
                        <a:t>Unidad de  Ensamblaje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415425">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6</a:t>
                      </a:r>
                      <a:endParaRPr/>
                    </a:p>
                  </a:txBody>
                  <a:tcPr marT="45725" marB="45725" marR="91450" marL="91450"/>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3</a:t>
                      </a:r>
                      <a:endParaRPr/>
                    </a:p>
                  </a:txBody>
                  <a:tcPr marT="45725" marB="45725" marR="91450" marL="91450"/>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4</a:t>
                      </a:r>
                      <a:endParaRPr/>
                    </a:p>
                  </a:txBody>
                  <a:tcPr marT="45725" marB="45725" marR="91450" marL="91450"/>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5</a:t>
                      </a:r>
                      <a:endParaRPr/>
                    </a:p>
                  </a:txBody>
                  <a:tcPr marT="45725" marB="45725" marR="91450" marL="91450">
                    <a:lnR cap="flat" cmpd="sng" w="9525">
                      <a:solidFill>
                        <a:srgbClr val="000000">
                          <a:alpha val="0"/>
                        </a:srgbClr>
                      </a:solidFill>
                      <a:prstDash val="solid"/>
                      <a:round/>
                      <a:headEnd len="sm" w="sm" type="none"/>
                      <a:tailEnd len="sm" w="sm" type="none"/>
                    </a:lnR>
                  </a:tcPr>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Cantidad</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s-BO" sz="2000" u="none" cap="none" strike="noStrike">
                          <a:latin typeface="Times New Roman"/>
                          <a:ea typeface="Times New Roman"/>
                          <a:cs typeface="Times New Roman"/>
                          <a:sym typeface="Times New Roman"/>
                        </a:rPr>
                        <a:t>9</a:t>
                      </a:r>
                      <a:endParaRPr/>
                    </a:p>
                  </a:txBody>
                  <a:tcPr marT="45725" marB="45725" marR="91450" marL="91450">
                    <a:lnL cap="flat" cmpd="sng" w="9525">
                      <a:solidFill>
                        <a:srgbClr val="000000">
                          <a:alpha val="0"/>
                        </a:srgbClr>
                      </a:solidFill>
                      <a:prstDash val="solid"/>
                      <a:round/>
                      <a:headEnd len="sm" w="sm" type="none"/>
                      <a:tailEnd len="sm" w="sm" type="none"/>
                    </a:lnL>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53675">
                <a:tc gridSpan="2">
                  <a:txBody>
                    <a:bodyPr/>
                    <a:lstStyle/>
                    <a:p>
                      <a:pPr indent="0" lvl="0" marL="0" marR="0" rtl="0" algn="just">
                        <a:spcBef>
                          <a:spcPts val="0"/>
                        </a:spcBef>
                        <a:spcAft>
                          <a:spcPts val="0"/>
                        </a:spcAft>
                        <a:buNone/>
                      </a:pPr>
                      <a:r>
                        <a:rPr lang="es-BO" sz="2000" u="none" cap="none" strike="noStrike">
                          <a:latin typeface="Times New Roman"/>
                          <a:ea typeface="Times New Roman"/>
                          <a:cs typeface="Times New Roman"/>
                          <a:sym typeface="Times New Roman"/>
                        </a:rPr>
                        <a:t>2 Detectar la posición la pinza neumática de estilo angular.</a:t>
                      </a:r>
                      <a:endParaRPr/>
                    </a:p>
                    <a:p>
                      <a:pPr indent="0" lvl="0" marL="0" marR="0" rtl="0" algn="just">
                        <a:spcBef>
                          <a:spcPts val="0"/>
                        </a:spcBef>
                        <a:spcAft>
                          <a:spcPts val="0"/>
                        </a:spcAft>
                        <a:buNone/>
                      </a:pPr>
                      <a:r>
                        <a:rPr lang="es-BO" sz="2000" u="none" cap="none" strike="noStrike">
                          <a:latin typeface="Times New Roman"/>
                          <a:ea typeface="Times New Roman"/>
                          <a:cs typeface="Times New Roman"/>
                          <a:sym typeface="Times New Roman"/>
                        </a:rPr>
                        <a:t>2 Detecta la posición de los vástagos de cilindro doble. </a:t>
                      </a:r>
                      <a:endParaRPr/>
                    </a:p>
                    <a:p>
                      <a:pPr indent="0" lvl="0" marL="0" marR="0" rtl="0" algn="just">
                        <a:spcBef>
                          <a:spcPts val="0"/>
                        </a:spcBef>
                        <a:spcAft>
                          <a:spcPts val="0"/>
                        </a:spcAft>
                        <a:buNone/>
                      </a:pPr>
                      <a:r>
                        <a:rPr lang="es-BO" sz="2000" u="none" cap="none" strike="noStrike">
                          <a:latin typeface="Times New Roman"/>
                          <a:ea typeface="Times New Roman"/>
                          <a:cs typeface="Times New Roman"/>
                          <a:sym typeface="Times New Roman"/>
                        </a:rPr>
                        <a:t>2 Detecta la posición  del cilindro rotatoria.</a:t>
                      </a:r>
                      <a:endParaRPr/>
                    </a:p>
                  </a:txBody>
                  <a:tcPr marT="45725" marB="45725" marR="91450" marL="91450"/>
                </a:tc>
                <a:tc hMerge="1"/>
                <a:tc gridSpan="2">
                  <a:txBody>
                    <a:bodyPr/>
                    <a:lstStyle/>
                    <a:p>
                      <a:pPr indent="0" lvl="0" marL="0" marR="0" rtl="0" algn="just">
                        <a:spcBef>
                          <a:spcPts val="0"/>
                        </a:spcBef>
                        <a:spcAft>
                          <a:spcPts val="0"/>
                        </a:spcAft>
                        <a:buNone/>
                      </a:pPr>
                      <a:r>
                        <a:rPr lang="es-BO" sz="2000" u="none" cap="none" strike="noStrike">
                          <a:latin typeface="Times New Roman"/>
                          <a:ea typeface="Times New Roman"/>
                          <a:cs typeface="Times New Roman"/>
                          <a:sym typeface="Times New Roman"/>
                        </a:rPr>
                        <a:t>Detectan si los vástagos de los tres cilindros están extendidos.</a:t>
                      </a:r>
                      <a:endParaRPr/>
                    </a:p>
                  </a:txBody>
                  <a:tcPr marT="45725" marB="45725" marR="91450" marL="91450"/>
                </a:tc>
                <a:tc hMerge="1"/>
                <a:tc gridSpan="2">
                  <a:txBody>
                    <a:bodyPr/>
                    <a:lstStyle/>
                    <a:p>
                      <a:pPr indent="0" lvl="0" marL="0" marR="0" rtl="0" algn="just">
                        <a:lnSpc>
                          <a:spcPct val="100000"/>
                        </a:lnSpc>
                        <a:spcBef>
                          <a:spcPts val="0"/>
                        </a:spcBef>
                        <a:spcAft>
                          <a:spcPts val="0"/>
                        </a:spcAft>
                        <a:buClr>
                          <a:schemeClr val="dk1"/>
                        </a:buClr>
                        <a:buSzPts val="2000"/>
                        <a:buFont typeface="Times New Roman"/>
                        <a:buNone/>
                      </a:pPr>
                      <a:r>
                        <a:rPr lang="es-BO" sz="2000" u="none" cap="none" strike="noStrike">
                          <a:latin typeface="Times New Roman"/>
                          <a:ea typeface="Times New Roman"/>
                          <a:cs typeface="Times New Roman"/>
                          <a:sym typeface="Times New Roman"/>
                        </a:rPr>
                        <a:t>Detectan la posición de los vástagos, 2 en el cilindro pequeño y 2 en el cilindro largo.</a:t>
                      </a:r>
                      <a:endParaRPr/>
                    </a:p>
                    <a:p>
                      <a:pPr indent="0" lvl="0" marL="0" marR="0" rtl="0" algn="just">
                        <a:spcBef>
                          <a:spcPts val="0"/>
                        </a:spcBef>
                        <a:spcAft>
                          <a:spcPts val="0"/>
                        </a:spcAft>
                        <a:buNone/>
                      </a:pPr>
                      <a:r>
                        <a:t/>
                      </a:r>
                      <a:endParaRPr sz="2000" u="none" cap="none" strike="noStrike">
                        <a:latin typeface="Times New Roman"/>
                        <a:ea typeface="Times New Roman"/>
                        <a:cs typeface="Times New Roman"/>
                        <a:sym typeface="Times New Roman"/>
                      </a:endParaRPr>
                    </a:p>
                  </a:txBody>
                  <a:tcPr marT="45725" marB="45725" marR="91450" marL="91450"/>
                </a:tc>
                <a:tc hMerge="1"/>
                <a:tc gridSpan="2">
                  <a:txBody>
                    <a:bodyPr/>
                    <a:lstStyle/>
                    <a:p>
                      <a:pPr indent="0" lvl="0" marL="0" marR="0" rtl="0" algn="just">
                        <a:lnSpc>
                          <a:spcPct val="100000"/>
                        </a:lnSpc>
                        <a:spcBef>
                          <a:spcPts val="0"/>
                        </a:spcBef>
                        <a:spcAft>
                          <a:spcPts val="0"/>
                        </a:spcAft>
                        <a:buClr>
                          <a:schemeClr val="dk1"/>
                        </a:buClr>
                        <a:buSzPts val="2000"/>
                        <a:buFont typeface="Times New Roman"/>
                        <a:buNone/>
                      </a:pPr>
                      <a:r>
                        <a:rPr lang="es-BO" sz="2000" u="none" cap="none" strike="noStrike">
                          <a:latin typeface="Times New Roman"/>
                          <a:ea typeface="Times New Roman"/>
                          <a:cs typeface="Times New Roman"/>
                          <a:sym typeface="Times New Roman"/>
                        </a:rPr>
                        <a:t>2 Detectan la posición de los vástago del cilindro largo.</a:t>
                      </a:r>
                      <a:endParaRPr/>
                    </a:p>
                    <a:p>
                      <a:pPr indent="0" lvl="0" marL="0" marR="0" rtl="0" algn="just">
                        <a:lnSpc>
                          <a:spcPct val="100000"/>
                        </a:lnSpc>
                        <a:spcBef>
                          <a:spcPts val="0"/>
                        </a:spcBef>
                        <a:spcAft>
                          <a:spcPts val="0"/>
                        </a:spcAft>
                        <a:buClr>
                          <a:schemeClr val="dk1"/>
                        </a:buClr>
                        <a:buSzPts val="2000"/>
                        <a:buFont typeface="Times New Roman"/>
                        <a:buNone/>
                      </a:pPr>
                      <a:r>
                        <a:rPr lang="es-BO" sz="2000" u="none" cap="none" strike="noStrike">
                          <a:latin typeface="Times New Roman"/>
                          <a:ea typeface="Times New Roman"/>
                          <a:cs typeface="Times New Roman"/>
                          <a:sym typeface="Times New Roman"/>
                        </a:rPr>
                        <a:t>2 Detectan la posición de los vástago del cilindro delgado.</a:t>
                      </a:r>
                      <a:endParaRPr/>
                    </a:p>
                    <a:p>
                      <a:pPr indent="0" lvl="0" marL="0" marR="0" rtl="0" algn="just">
                        <a:lnSpc>
                          <a:spcPct val="100000"/>
                        </a:lnSpc>
                        <a:spcBef>
                          <a:spcPts val="0"/>
                        </a:spcBef>
                        <a:spcAft>
                          <a:spcPts val="0"/>
                        </a:spcAft>
                        <a:buClr>
                          <a:schemeClr val="dk1"/>
                        </a:buClr>
                        <a:buSzPts val="2000"/>
                        <a:buFont typeface="Times New Roman"/>
                        <a:buNone/>
                      </a:pPr>
                      <a:r>
                        <a:rPr lang="es-BO" sz="2000" u="none" cap="none" strike="noStrike">
                          <a:latin typeface="Times New Roman"/>
                          <a:ea typeface="Times New Roman"/>
                          <a:cs typeface="Times New Roman"/>
                          <a:sym typeface="Times New Roman"/>
                        </a:rPr>
                        <a:t>1 Detecta si la pinza paralela se encuentra accionada. </a:t>
                      </a:r>
                      <a:endParaRPr/>
                    </a:p>
                  </a:txBody>
                  <a:tcPr marT="45725" marB="45725" marR="91450" marL="91450">
                    <a:lnR cap="flat" cmpd="sng" w="9525">
                      <a:solidFill>
                        <a:srgbClr val="000000">
                          <a:alpha val="0"/>
                        </a:srgbClr>
                      </a:solidFill>
                      <a:prstDash val="solid"/>
                      <a:round/>
                      <a:headEnd len="sm" w="sm" type="none"/>
                      <a:tailEnd len="sm" w="sm" type="none"/>
                    </a:lnR>
                  </a:tcPr>
                </a:tc>
                <a:tc hMerge="1"/>
                <a:tc gridSpan="2">
                  <a:txBody>
                    <a:bodyPr/>
                    <a:lstStyle/>
                    <a:p>
                      <a:pPr indent="0" lvl="0" marL="0" marR="0" rtl="0" algn="just">
                        <a:spcBef>
                          <a:spcPts val="0"/>
                        </a:spcBef>
                        <a:spcAft>
                          <a:spcPts val="0"/>
                        </a:spcAft>
                        <a:buNone/>
                      </a:pPr>
                      <a:r>
                        <a:rPr lang="es-BO" sz="2000" u="none" cap="none" strike="noStrike">
                          <a:latin typeface="Times New Roman"/>
                          <a:ea typeface="Times New Roman"/>
                          <a:cs typeface="Times New Roman"/>
                          <a:sym typeface="Times New Roman"/>
                        </a:rPr>
                        <a:t>4 Detectan la posición de los vástagos del 2 cilindros pequeños.</a:t>
                      </a:r>
                      <a:endParaRPr/>
                    </a:p>
                    <a:p>
                      <a:pPr indent="0" lvl="0" marL="0" marR="0" rtl="0" algn="just">
                        <a:lnSpc>
                          <a:spcPct val="100000"/>
                        </a:lnSpc>
                        <a:spcBef>
                          <a:spcPts val="0"/>
                        </a:spcBef>
                        <a:spcAft>
                          <a:spcPts val="0"/>
                        </a:spcAft>
                        <a:buClr>
                          <a:schemeClr val="dk1"/>
                        </a:buClr>
                        <a:buSzPts val="2000"/>
                        <a:buFont typeface="Times New Roman"/>
                        <a:buNone/>
                      </a:pPr>
                      <a:r>
                        <a:rPr lang="es-BO" sz="2000" u="none" cap="none" strike="noStrike">
                          <a:latin typeface="Times New Roman"/>
                          <a:ea typeface="Times New Roman"/>
                          <a:cs typeface="Times New Roman"/>
                          <a:sym typeface="Times New Roman"/>
                        </a:rPr>
                        <a:t>4 Detectan la posición de los vástagos del 2 cilindros largos, uno vertical y el otro horizontal.</a:t>
                      </a:r>
                      <a:endParaRPr/>
                    </a:p>
                    <a:p>
                      <a:pPr indent="0" lvl="0" marL="0" marR="0" rtl="0" algn="just">
                        <a:spcBef>
                          <a:spcPts val="0"/>
                        </a:spcBef>
                        <a:spcAft>
                          <a:spcPts val="0"/>
                        </a:spcAft>
                        <a:buNone/>
                      </a:pPr>
                      <a:r>
                        <a:rPr lang="es-BO" sz="2000" u="none" cap="none" strike="noStrike">
                          <a:latin typeface="Times New Roman"/>
                          <a:ea typeface="Times New Roman"/>
                          <a:cs typeface="Times New Roman"/>
                          <a:sym typeface="Times New Roman"/>
                        </a:rPr>
                        <a:t>1 Detecta si la pinza paralela se encuentra accionada. </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1000"/>
                                        <p:tgtEl>
                                          <p:spTgt spid="1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gtEl>
                                        <p:attrNameLst>
                                          <p:attrName>style.visibility</p:attrName>
                                        </p:attrNameLst>
                                      </p:cBhvr>
                                      <p:to>
                                        <p:strVal val="visible"/>
                                      </p:to>
                                    </p:set>
                                    <p:animEffect filter="fade" transition="in">
                                      <p:cBhvr>
                                        <p:cTn dur="1000"/>
                                        <p:tgtEl>
                                          <p:spTgt spid="1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4"/>
                                        </p:tgtEl>
                                        <p:attrNameLst>
                                          <p:attrName>style.visibility</p:attrName>
                                        </p:attrNameLst>
                                      </p:cBhvr>
                                      <p:to>
                                        <p:strVal val="visible"/>
                                      </p:to>
                                    </p:set>
                                    <p:animEffect filter="fade" transition="in">
                                      <p:cBhvr>
                                        <p:cTn dur="1000"/>
                                        <p:tgtEl>
                                          <p:spTgt spid="1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50"/>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SENSORES</a:t>
            </a:r>
            <a:endParaRPr>
              <a:solidFill>
                <a:srgbClr val="002060"/>
              </a:solidFill>
            </a:endParaRPr>
          </a:p>
        </p:txBody>
      </p:sp>
      <p:sp>
        <p:nvSpPr>
          <p:cNvPr id="1130" name="Google Shape;1130;p50"/>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131" name="Google Shape;1131;p50"/>
          <p:cNvSpPr txBox="1"/>
          <p:nvPr/>
        </p:nvSpPr>
        <p:spPr>
          <a:xfrm>
            <a:off x="836610" y="3974415"/>
            <a:ext cx="267086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OMROM E3Z-LS61</a:t>
            </a:r>
            <a:endParaRPr/>
          </a:p>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(reflex)</a:t>
            </a:r>
            <a:endParaRPr/>
          </a:p>
        </p:txBody>
      </p:sp>
      <p:sp>
        <p:nvSpPr>
          <p:cNvPr id="1132" name="Google Shape;1132;p50"/>
          <p:cNvSpPr txBox="1"/>
          <p:nvPr/>
        </p:nvSpPr>
        <p:spPr>
          <a:xfrm>
            <a:off x="836611" y="1113912"/>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Sensores Fotoeléctrico</a:t>
            </a:r>
            <a:endParaRPr/>
          </a:p>
        </p:txBody>
      </p:sp>
      <p:sp>
        <p:nvSpPr>
          <p:cNvPr id="1133" name="Google Shape;1133;p50"/>
          <p:cNvSpPr txBox="1"/>
          <p:nvPr/>
        </p:nvSpPr>
        <p:spPr>
          <a:xfrm>
            <a:off x="836611" y="1383347"/>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Descripción y funcionamiento</a:t>
            </a:r>
            <a:endParaRPr/>
          </a:p>
        </p:txBody>
      </p:sp>
      <p:sp>
        <p:nvSpPr>
          <p:cNvPr id="1134" name="Google Shape;1134;p50"/>
          <p:cNvSpPr txBox="1"/>
          <p:nvPr/>
        </p:nvSpPr>
        <p:spPr>
          <a:xfrm>
            <a:off x="848310" y="1800498"/>
            <a:ext cx="9917824" cy="1154026"/>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rgbClr val="000000"/>
              </a:buClr>
              <a:buSzPts val="2000"/>
              <a:buFont typeface="Arial"/>
              <a:buNone/>
            </a:pPr>
            <a:r>
              <a:rPr b="0" i="0" lang="es-BO" sz="2000" u="none" cap="none" strike="noStrike">
                <a:solidFill>
                  <a:srgbClr val="000000"/>
                </a:solidFill>
                <a:latin typeface="Times New Roman"/>
                <a:ea typeface="Times New Roman"/>
                <a:cs typeface="Times New Roman"/>
                <a:sym typeface="Times New Roman"/>
              </a:rPr>
              <a:t>Un sensor fotoeléctrico es un dispositivo electrónico que responde al cambio en la intensidad de la luz. Estos sensores requiere de un componente emisor que genera la luz, y componente receptor que “ve” la luz generada por el emisor.</a:t>
            </a:r>
            <a:endParaRPr b="0" i="0" sz="2000" u="none" cap="none" strike="noStrike">
              <a:solidFill>
                <a:srgbClr val="000000"/>
              </a:solidFill>
              <a:latin typeface="Times New Roman"/>
              <a:ea typeface="Times New Roman"/>
              <a:cs typeface="Times New Roman"/>
              <a:sym typeface="Times New Roman"/>
            </a:endParaRPr>
          </a:p>
        </p:txBody>
      </p:sp>
      <p:sp>
        <p:nvSpPr>
          <p:cNvPr id="1135" name="Google Shape;1135;p50"/>
          <p:cNvSpPr txBox="1"/>
          <p:nvPr/>
        </p:nvSpPr>
        <p:spPr>
          <a:xfrm>
            <a:off x="7954141" y="3956138"/>
            <a:ext cx="2800293"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OMROM E3X-NA11 (fibra óptica)</a:t>
            </a:r>
            <a:endParaRPr/>
          </a:p>
        </p:txBody>
      </p:sp>
      <p:pic>
        <p:nvPicPr>
          <p:cNvPr id="1136" name="Google Shape;1136;p50"/>
          <p:cNvPicPr preferRelativeResize="0"/>
          <p:nvPr/>
        </p:nvPicPr>
        <p:blipFill rotWithShape="1">
          <a:blip r:embed="rId3">
            <a:alphaModFix/>
          </a:blip>
          <a:srcRect b="0" l="0" r="0" t="0"/>
          <a:stretch/>
        </p:blipFill>
        <p:spPr>
          <a:xfrm>
            <a:off x="8106970" y="4663153"/>
            <a:ext cx="2119195" cy="1797635"/>
          </a:xfrm>
          <a:prstGeom prst="rect">
            <a:avLst/>
          </a:prstGeom>
          <a:noFill/>
          <a:ln>
            <a:noFill/>
          </a:ln>
        </p:spPr>
      </p:pic>
      <p:pic>
        <p:nvPicPr>
          <p:cNvPr id="1137" name="Google Shape;1137;p50"/>
          <p:cNvPicPr preferRelativeResize="0"/>
          <p:nvPr/>
        </p:nvPicPr>
        <p:blipFill rotWithShape="1">
          <a:blip r:embed="rId4">
            <a:alphaModFix/>
          </a:blip>
          <a:srcRect b="0" l="0" r="0" t="0"/>
          <a:stretch/>
        </p:blipFill>
        <p:spPr>
          <a:xfrm>
            <a:off x="1110627" y="4684132"/>
            <a:ext cx="2396848" cy="1797636"/>
          </a:xfrm>
          <a:prstGeom prst="rect">
            <a:avLst/>
          </a:prstGeom>
          <a:noFill/>
          <a:ln>
            <a:noFill/>
          </a:ln>
        </p:spPr>
      </p:pic>
      <p:sp>
        <p:nvSpPr>
          <p:cNvPr id="1138" name="Google Shape;1138;p50"/>
          <p:cNvSpPr txBox="1"/>
          <p:nvPr/>
        </p:nvSpPr>
        <p:spPr>
          <a:xfrm>
            <a:off x="4519520" y="3956138"/>
            <a:ext cx="2670865"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SICK MHT15</a:t>
            </a:r>
            <a:endParaRPr/>
          </a:p>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(reflex)</a:t>
            </a:r>
            <a:endParaRPr/>
          </a:p>
        </p:txBody>
      </p:sp>
      <p:pic>
        <p:nvPicPr>
          <p:cNvPr id="1139" name="Google Shape;1139;p50"/>
          <p:cNvPicPr preferRelativeResize="0"/>
          <p:nvPr/>
        </p:nvPicPr>
        <p:blipFill rotWithShape="1">
          <a:blip r:embed="rId5">
            <a:alphaModFix/>
          </a:blip>
          <a:srcRect b="13954" l="0" r="0" t="0"/>
          <a:stretch/>
        </p:blipFill>
        <p:spPr>
          <a:xfrm>
            <a:off x="5023787" y="4684133"/>
            <a:ext cx="1566871" cy="1797635"/>
          </a:xfrm>
          <a:prstGeom prst="rect">
            <a:avLst/>
          </a:prstGeom>
          <a:noFill/>
          <a:ln>
            <a:noFill/>
          </a:ln>
        </p:spPr>
      </p:pic>
      <p:pic>
        <p:nvPicPr>
          <p:cNvPr id="1140" name="Google Shape;1140;p50"/>
          <p:cNvPicPr preferRelativeResize="0"/>
          <p:nvPr/>
        </p:nvPicPr>
        <p:blipFill rotWithShape="1">
          <a:blip r:embed="rId6">
            <a:alphaModFix/>
          </a:blip>
          <a:srcRect b="0" l="0" r="0" t="0"/>
          <a:stretch/>
        </p:blipFill>
        <p:spPr>
          <a:xfrm>
            <a:off x="3400734" y="2761476"/>
            <a:ext cx="4812975" cy="1194662"/>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gtEl>
                                        <p:attrNameLst>
                                          <p:attrName>style.visibility</p:attrName>
                                        </p:attrNameLst>
                                      </p:cBhvr>
                                      <p:to>
                                        <p:strVal val="visible"/>
                                      </p:to>
                                    </p:set>
                                    <p:animEffect filter="fade" transition="in">
                                      <p:cBhvr>
                                        <p:cTn dur="1000"/>
                                        <p:tgtEl>
                                          <p:spTgt spid="1129"/>
                                        </p:tgtEl>
                                      </p:cBhvr>
                                    </p:animEffect>
                                  </p:childTnLst>
                                </p:cTn>
                              </p:par>
                              <p:par>
                                <p:cTn fill="hold" nodeType="withEffect" presetClass="entr" presetID="10" presetSubtype="0">
                                  <p:stCondLst>
                                    <p:cond delay="0"/>
                                  </p:stCondLst>
                                  <p:childTnLst>
                                    <p:set>
                                      <p:cBhvr>
                                        <p:cTn dur="1" fill="hold">
                                          <p:stCondLst>
                                            <p:cond delay="0"/>
                                          </p:stCondLst>
                                        </p:cTn>
                                        <p:tgtEl>
                                          <p:spTgt spid="1133"/>
                                        </p:tgtEl>
                                        <p:attrNameLst>
                                          <p:attrName>style.visibility</p:attrName>
                                        </p:attrNameLst>
                                      </p:cBhvr>
                                      <p:to>
                                        <p:strVal val="visible"/>
                                      </p:to>
                                    </p:set>
                                    <p:animEffect filter="fade" transition="in">
                                      <p:cBhvr>
                                        <p:cTn dur="1000"/>
                                        <p:tgtEl>
                                          <p:spTgt spid="1133"/>
                                        </p:tgtEl>
                                      </p:cBhvr>
                                    </p:animEffect>
                                  </p:childTnLst>
                                </p:cTn>
                              </p:par>
                              <p:par>
                                <p:cTn fill="hold" nodeType="withEffect" presetClass="entr" presetID="10" presetSubtype="0">
                                  <p:stCondLst>
                                    <p:cond delay="0"/>
                                  </p:stCondLst>
                                  <p:childTnLst>
                                    <p:set>
                                      <p:cBhvr>
                                        <p:cTn dur="1" fill="hold">
                                          <p:stCondLst>
                                            <p:cond delay="0"/>
                                          </p:stCondLst>
                                        </p:cTn>
                                        <p:tgtEl>
                                          <p:spTgt spid="1132"/>
                                        </p:tgtEl>
                                        <p:attrNameLst>
                                          <p:attrName>style.visibility</p:attrName>
                                        </p:attrNameLst>
                                      </p:cBhvr>
                                      <p:to>
                                        <p:strVal val="visible"/>
                                      </p:to>
                                    </p:set>
                                    <p:animEffect filter="fade" transition="in">
                                      <p:cBhvr>
                                        <p:cTn dur="1000"/>
                                        <p:tgtEl>
                                          <p:spTgt spid="1132"/>
                                        </p:tgtEl>
                                      </p:cBhvr>
                                    </p:animEffect>
                                  </p:childTnLst>
                                </p:cTn>
                              </p:par>
                              <p:par>
                                <p:cTn fill="hold" nodeType="withEffect" presetClass="entr" presetID="10" presetSubtype="0">
                                  <p:stCondLst>
                                    <p:cond delay="0"/>
                                  </p:stCondLst>
                                  <p:childTnLst>
                                    <p:set>
                                      <p:cBhvr>
                                        <p:cTn dur="1" fill="hold">
                                          <p:stCondLst>
                                            <p:cond delay="0"/>
                                          </p:stCondLst>
                                        </p:cTn>
                                        <p:tgtEl>
                                          <p:spTgt spid="1134"/>
                                        </p:tgtEl>
                                        <p:attrNameLst>
                                          <p:attrName>style.visibility</p:attrName>
                                        </p:attrNameLst>
                                      </p:cBhvr>
                                      <p:to>
                                        <p:strVal val="visible"/>
                                      </p:to>
                                    </p:set>
                                    <p:animEffect filter="fade" transition="in">
                                      <p:cBhvr>
                                        <p:cTn dur="1000"/>
                                        <p:tgtEl>
                                          <p:spTgt spid="1134"/>
                                        </p:tgtEl>
                                      </p:cBhvr>
                                    </p:animEffect>
                                  </p:childTnLst>
                                </p:cTn>
                              </p:par>
                              <p:par>
                                <p:cTn fill="hold" nodeType="withEffect" presetClass="entr" presetID="10" presetSubtype="0">
                                  <p:stCondLst>
                                    <p:cond delay="0"/>
                                  </p:stCondLst>
                                  <p:childTnLst>
                                    <p:set>
                                      <p:cBhvr>
                                        <p:cTn dur="1" fill="hold">
                                          <p:stCondLst>
                                            <p:cond delay="0"/>
                                          </p:stCondLst>
                                        </p:cTn>
                                        <p:tgtEl>
                                          <p:spTgt spid="1140"/>
                                        </p:tgtEl>
                                        <p:attrNameLst>
                                          <p:attrName>style.visibility</p:attrName>
                                        </p:attrNameLst>
                                      </p:cBhvr>
                                      <p:to>
                                        <p:strVal val="visible"/>
                                      </p:to>
                                    </p:set>
                                    <p:animEffect filter="fade" transition="in">
                                      <p:cBhvr>
                                        <p:cTn dur="1000"/>
                                        <p:tgtEl>
                                          <p:spTgt spid="1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gtEl>
                                        <p:attrNameLst>
                                          <p:attrName>style.visibility</p:attrName>
                                        </p:attrNameLst>
                                      </p:cBhvr>
                                      <p:to>
                                        <p:strVal val="visible"/>
                                      </p:to>
                                    </p:set>
                                    <p:animEffect filter="fade" transition="in">
                                      <p:cBhvr>
                                        <p:cTn dur="1000"/>
                                        <p:tgtEl>
                                          <p:spTgt spid="1131"/>
                                        </p:tgtEl>
                                      </p:cBhvr>
                                    </p:animEffect>
                                  </p:childTnLst>
                                </p:cTn>
                              </p:par>
                              <p:par>
                                <p:cTn fill="hold" nodeType="withEffect" presetClass="entr" presetID="10" presetSubtype="0">
                                  <p:stCondLst>
                                    <p:cond delay="0"/>
                                  </p:stCondLst>
                                  <p:childTnLst>
                                    <p:set>
                                      <p:cBhvr>
                                        <p:cTn dur="1" fill="hold">
                                          <p:stCondLst>
                                            <p:cond delay="0"/>
                                          </p:stCondLst>
                                        </p:cTn>
                                        <p:tgtEl>
                                          <p:spTgt spid="1137"/>
                                        </p:tgtEl>
                                        <p:attrNameLst>
                                          <p:attrName>style.visibility</p:attrName>
                                        </p:attrNameLst>
                                      </p:cBhvr>
                                      <p:to>
                                        <p:strVal val="visible"/>
                                      </p:to>
                                    </p:set>
                                    <p:animEffect filter="fade" transition="in">
                                      <p:cBhvr>
                                        <p:cTn dur="1000"/>
                                        <p:tgtEl>
                                          <p:spTgt spid="1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gtEl>
                                        <p:attrNameLst>
                                          <p:attrName>style.visibility</p:attrName>
                                        </p:attrNameLst>
                                      </p:cBhvr>
                                      <p:to>
                                        <p:strVal val="visible"/>
                                      </p:to>
                                    </p:set>
                                    <p:animEffect filter="fade" transition="in">
                                      <p:cBhvr>
                                        <p:cTn dur="1000"/>
                                        <p:tgtEl>
                                          <p:spTgt spid="1138"/>
                                        </p:tgtEl>
                                      </p:cBhvr>
                                    </p:animEffect>
                                  </p:childTnLst>
                                </p:cTn>
                              </p:par>
                              <p:par>
                                <p:cTn fill="hold" nodeType="with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1000"/>
                                        <p:tgtEl>
                                          <p:spTgt spid="1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6"/>
                                        </p:tgtEl>
                                        <p:attrNameLst>
                                          <p:attrName>style.visibility</p:attrName>
                                        </p:attrNameLst>
                                      </p:cBhvr>
                                      <p:to>
                                        <p:strVal val="visible"/>
                                      </p:to>
                                    </p:set>
                                    <p:animEffect filter="fade" transition="in">
                                      <p:cBhvr>
                                        <p:cTn dur="1000"/>
                                        <p:tgtEl>
                                          <p:spTgt spid="1136"/>
                                        </p:tgtEl>
                                      </p:cBhvr>
                                    </p:animEffect>
                                  </p:childTnLst>
                                </p:cTn>
                              </p:par>
                              <p:par>
                                <p:cTn fill="hold" nodeType="withEffect" presetClass="entr" presetID="10" presetSubtype="0">
                                  <p:stCondLst>
                                    <p:cond delay="0"/>
                                  </p:stCondLst>
                                  <p:childTnLst>
                                    <p:set>
                                      <p:cBhvr>
                                        <p:cTn dur="1" fill="hold">
                                          <p:stCondLst>
                                            <p:cond delay="0"/>
                                          </p:stCondLst>
                                        </p:cTn>
                                        <p:tgtEl>
                                          <p:spTgt spid="1135"/>
                                        </p:tgtEl>
                                        <p:attrNameLst>
                                          <p:attrName>style.visibility</p:attrName>
                                        </p:attrNameLst>
                                      </p:cBhvr>
                                      <p:to>
                                        <p:strVal val="visible"/>
                                      </p:to>
                                    </p:set>
                                    <p:animEffect filter="fade" transition="in">
                                      <p:cBhvr>
                                        <p:cTn dur="1000"/>
                                        <p:tgtEl>
                                          <p:spTgt spid="1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51"/>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146" name="Google Shape;1146;p51"/>
          <p:cNvSpPr txBox="1"/>
          <p:nvPr/>
        </p:nvSpPr>
        <p:spPr>
          <a:xfrm>
            <a:off x="836611" y="1113912"/>
            <a:ext cx="3932237"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Sensores Fotoeléctrico (reflex</a:t>
            </a:r>
            <a:r>
              <a:rPr b="1" i="0" lang="es-BO" sz="2200" u="none" cap="none" strike="noStrike">
                <a:solidFill>
                  <a:srgbClr val="2F5496"/>
                </a:solidFill>
                <a:latin typeface="Times New Roman"/>
                <a:ea typeface="Times New Roman"/>
                <a:cs typeface="Times New Roman"/>
                <a:sym typeface="Times New Roman"/>
              </a:rPr>
              <a:t>)</a:t>
            </a:r>
            <a:endParaRPr/>
          </a:p>
        </p:txBody>
      </p:sp>
      <p:sp>
        <p:nvSpPr>
          <p:cNvPr id="1147" name="Google Shape;1147;p51"/>
          <p:cNvSpPr txBox="1"/>
          <p:nvPr>
            <p:ph idx="2" type="body"/>
          </p:nvPr>
        </p:nvSpPr>
        <p:spPr>
          <a:xfrm>
            <a:off x="5828357" y="2804643"/>
            <a:ext cx="5527032" cy="1422841"/>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2F5496"/>
              </a:buClr>
              <a:buSzPts val="2000"/>
              <a:buNone/>
            </a:pPr>
            <a:r>
              <a:rPr b="1" lang="es-BO" sz="2000">
                <a:solidFill>
                  <a:srgbClr val="2F5496"/>
                </a:solidFill>
                <a:latin typeface="Times New Roman"/>
                <a:ea typeface="Times New Roman"/>
                <a:cs typeface="Times New Roman"/>
                <a:sym typeface="Times New Roman"/>
              </a:rPr>
              <a:t>Fibra óptica </a:t>
            </a:r>
            <a:r>
              <a:rPr lang="es-BO" sz="2000">
                <a:latin typeface="Times New Roman"/>
                <a:ea typeface="Times New Roman"/>
                <a:cs typeface="Times New Roman"/>
                <a:sym typeface="Times New Roman"/>
              </a:rPr>
              <a:t>El emisor y receptor están inter-constituidos en una caja que puede estar a varios metros del objeto a censar. La mayor ventaja de estos sensores es el pequeño volumen o espacio ocupado en el área de detección</a:t>
            </a:r>
            <a:endParaRPr/>
          </a:p>
        </p:txBody>
      </p:sp>
      <p:graphicFrame>
        <p:nvGraphicFramePr>
          <p:cNvPr id="1148" name="Google Shape;1148;p51"/>
          <p:cNvGraphicFramePr/>
          <p:nvPr/>
        </p:nvGraphicFramePr>
        <p:xfrm>
          <a:off x="1482751" y="4333562"/>
          <a:ext cx="3000000" cy="3000000"/>
        </p:xfrm>
        <a:graphic>
          <a:graphicData uri="http://schemas.openxmlformats.org/drawingml/2006/table">
            <a:tbl>
              <a:tblPr bandRow="1" firstRow="1">
                <a:noFill/>
                <a:tableStyleId>{71875DB0-3CC1-41E8-98A1-462444128FE6}</a:tableStyleId>
              </a:tblPr>
              <a:tblGrid>
                <a:gridCol w="4429450"/>
                <a:gridCol w="4429450"/>
              </a:tblGrid>
              <a:tr h="472950">
                <a:tc>
                  <a:txBody>
                    <a:bodyPr/>
                    <a:lstStyle/>
                    <a:p>
                      <a:pPr indent="0" lvl="0" marL="0" marR="0" rtl="0" algn="l">
                        <a:spcBef>
                          <a:spcPts val="0"/>
                        </a:spcBef>
                        <a:spcAft>
                          <a:spcPts val="0"/>
                        </a:spcAft>
                        <a:buNone/>
                      </a:pPr>
                      <a:r>
                        <a:rPr lang="es-BO" sz="2000" u="none" cap="none" strike="noStrike">
                          <a:latin typeface="Times New Roman"/>
                          <a:ea typeface="Times New Roman"/>
                          <a:cs typeface="Times New Roman"/>
                          <a:sym typeface="Times New Roman"/>
                        </a:rPr>
                        <a:t>VENTAJAS</a:t>
                      </a:r>
                      <a:endParaRPr/>
                    </a:p>
                  </a:txBody>
                  <a:tcPr marT="45725" marB="45725" marR="91450" marL="91450"/>
                </a:tc>
                <a:tc>
                  <a:txBody>
                    <a:bodyPr/>
                    <a:lstStyle/>
                    <a:p>
                      <a:pPr indent="0" lvl="0" marL="0" marR="0" rtl="0" algn="l">
                        <a:spcBef>
                          <a:spcPts val="0"/>
                        </a:spcBef>
                        <a:spcAft>
                          <a:spcPts val="0"/>
                        </a:spcAft>
                        <a:buNone/>
                      </a:pPr>
                      <a:r>
                        <a:rPr lang="es-BO" sz="2000">
                          <a:latin typeface="Times New Roman"/>
                          <a:ea typeface="Times New Roman"/>
                          <a:cs typeface="Times New Roman"/>
                          <a:sym typeface="Times New Roman"/>
                        </a:rPr>
                        <a:t>DESVENTAJAS</a:t>
                      </a:r>
                      <a:endParaRPr/>
                    </a:p>
                  </a:txBody>
                  <a:tcPr marT="45725" marB="45725" marR="91450" marL="91450"/>
                </a:tc>
              </a:tr>
              <a:tr h="1441325">
                <a:tc>
                  <a:txBody>
                    <a:bodyPr/>
                    <a:lstStyle/>
                    <a:p>
                      <a:pPr indent="-285750" lvl="0" marL="285750" marR="0" rtl="0" algn="l">
                        <a:spcBef>
                          <a:spcPts val="0"/>
                        </a:spcBef>
                        <a:spcAft>
                          <a:spcPts val="0"/>
                        </a:spcAft>
                        <a:buClr>
                          <a:schemeClr val="dk1"/>
                        </a:buClr>
                        <a:buSzPts val="2000"/>
                        <a:buFont typeface="Arial"/>
                        <a:buChar char="•"/>
                      </a:pPr>
                      <a:r>
                        <a:rPr lang="es-BO" sz="2000">
                          <a:latin typeface="Times New Roman"/>
                          <a:ea typeface="Times New Roman"/>
                          <a:cs typeface="Times New Roman"/>
                          <a:sym typeface="Times New Roman"/>
                        </a:rPr>
                        <a:t>Distancia  de detección moderada.</a:t>
                      </a:r>
                      <a:endParaRPr/>
                    </a:p>
                    <a:p>
                      <a:pPr indent="-285750" lvl="0" marL="285750" marR="0" rtl="0" algn="l">
                        <a:spcBef>
                          <a:spcPts val="0"/>
                        </a:spcBef>
                        <a:spcAft>
                          <a:spcPts val="0"/>
                        </a:spcAft>
                        <a:buClr>
                          <a:schemeClr val="dk1"/>
                        </a:buClr>
                        <a:buSzPts val="2000"/>
                        <a:buFont typeface="Arial"/>
                        <a:buChar char="•"/>
                      </a:pPr>
                      <a:r>
                        <a:rPr lang="es-BO" sz="2000">
                          <a:latin typeface="Times New Roman"/>
                          <a:ea typeface="Times New Roman"/>
                          <a:cs typeface="Times New Roman"/>
                          <a:sym typeface="Times New Roman"/>
                        </a:rPr>
                        <a:t>Más económico que el Sistema Barrera, ya que le cableado es más sencillo.</a:t>
                      </a:r>
                      <a:endParaRPr/>
                    </a:p>
                    <a:p>
                      <a:pPr indent="-285750" lvl="0" marL="285750" marR="0" rtl="0" algn="l">
                        <a:spcBef>
                          <a:spcPts val="0"/>
                        </a:spcBef>
                        <a:spcAft>
                          <a:spcPts val="0"/>
                        </a:spcAft>
                        <a:buClr>
                          <a:schemeClr val="dk1"/>
                        </a:buClr>
                        <a:buSzPts val="2000"/>
                        <a:buFont typeface="Arial"/>
                        <a:buChar char="•"/>
                      </a:pPr>
                      <a:r>
                        <a:rPr lang="es-BO" sz="2000">
                          <a:latin typeface="Times New Roman"/>
                          <a:ea typeface="Times New Roman"/>
                          <a:cs typeface="Times New Roman"/>
                          <a:sym typeface="Times New Roman"/>
                        </a:rPr>
                        <a:t>Fácil instalación.</a:t>
                      </a:r>
                      <a:endParaRPr/>
                    </a:p>
                  </a:txBody>
                  <a:tcPr marT="45725" marB="45725" marR="91450" marL="91450"/>
                </a:tc>
                <a:tc>
                  <a:txBody>
                    <a:bodyPr/>
                    <a:lstStyle/>
                    <a:p>
                      <a:pPr indent="-285750" lvl="0" marL="285750" marR="0" rtl="0" algn="l">
                        <a:spcBef>
                          <a:spcPts val="0"/>
                        </a:spcBef>
                        <a:spcAft>
                          <a:spcPts val="0"/>
                        </a:spcAft>
                        <a:buClr>
                          <a:schemeClr val="dk1"/>
                        </a:buClr>
                        <a:buSzPts val="2000"/>
                        <a:buFont typeface="Arial"/>
                        <a:buChar char="•"/>
                      </a:pPr>
                      <a:r>
                        <a:rPr lang="es-BO" sz="2000">
                          <a:latin typeface="Times New Roman"/>
                          <a:ea typeface="Times New Roman"/>
                          <a:cs typeface="Times New Roman"/>
                          <a:sym typeface="Times New Roman"/>
                        </a:rPr>
                        <a:t>Menor alcance de detección que el sistema barrera</a:t>
                      </a:r>
                      <a:endParaRPr/>
                    </a:p>
                    <a:p>
                      <a:pPr indent="-285750" lvl="0" marL="285750" marR="0" rtl="0" algn="l">
                        <a:spcBef>
                          <a:spcPts val="0"/>
                        </a:spcBef>
                        <a:spcAft>
                          <a:spcPts val="0"/>
                        </a:spcAft>
                        <a:buClr>
                          <a:schemeClr val="dk1"/>
                        </a:buClr>
                        <a:buSzPts val="2000"/>
                        <a:buFont typeface="Arial"/>
                        <a:buChar char="•"/>
                      </a:pPr>
                      <a:r>
                        <a:rPr lang="es-BO" sz="2000">
                          <a:latin typeface="Times New Roman"/>
                          <a:ea typeface="Times New Roman"/>
                          <a:cs typeface="Times New Roman"/>
                          <a:sym typeface="Times New Roman"/>
                        </a:rPr>
                        <a:t>Es capaz de detectar reflejos indeseables de objetos brillantes.</a:t>
                      </a:r>
                      <a:endParaRPr/>
                    </a:p>
                  </a:txBody>
                  <a:tcPr marT="45725" marB="45725" marR="91450" marL="91450"/>
                </a:tc>
              </a:tr>
            </a:tbl>
          </a:graphicData>
        </a:graphic>
      </p:graphicFrame>
      <p:pic>
        <p:nvPicPr>
          <p:cNvPr id="1149" name="Google Shape;1149;p51"/>
          <p:cNvPicPr preferRelativeResize="0"/>
          <p:nvPr/>
        </p:nvPicPr>
        <p:blipFill rotWithShape="1">
          <a:blip r:embed="rId3">
            <a:alphaModFix/>
          </a:blip>
          <a:srcRect b="0" l="0" r="0" t="0"/>
          <a:stretch/>
        </p:blipFill>
        <p:spPr>
          <a:xfrm>
            <a:off x="3444012" y="1474289"/>
            <a:ext cx="4936391" cy="1422842"/>
          </a:xfrm>
          <a:prstGeom prst="rect">
            <a:avLst/>
          </a:prstGeom>
          <a:noFill/>
          <a:ln>
            <a:noFill/>
          </a:ln>
        </p:spPr>
      </p:pic>
      <p:sp>
        <p:nvSpPr>
          <p:cNvPr id="1150" name="Google Shape;1150;p51"/>
          <p:cNvSpPr txBox="1"/>
          <p:nvPr/>
        </p:nvSpPr>
        <p:spPr>
          <a:xfrm>
            <a:off x="836611" y="2869440"/>
            <a:ext cx="4936391" cy="1154026"/>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rgbClr val="000000"/>
              </a:buClr>
              <a:buSzPts val="2000"/>
              <a:buFont typeface="Arial"/>
              <a:buNone/>
            </a:pPr>
            <a:r>
              <a:rPr b="0" i="0" lang="es-BO" sz="2000" u="none" cap="none" strike="noStrike">
                <a:solidFill>
                  <a:srgbClr val="000000"/>
                </a:solidFill>
                <a:latin typeface="Times New Roman"/>
                <a:ea typeface="Times New Roman"/>
                <a:cs typeface="Times New Roman"/>
                <a:sym typeface="Times New Roman"/>
              </a:rPr>
              <a:t>Cuando la luz es reflejada por un reflector especial cuya particularidad es que devuelve la luz en el mismo ángulo que la recibe</a:t>
            </a:r>
            <a:endParaRPr/>
          </a:p>
        </p:txBody>
      </p:sp>
      <p:sp>
        <p:nvSpPr>
          <p:cNvPr id="1151" name="Google Shape;1151;p51"/>
          <p:cNvSpPr txBox="1"/>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SENSORES</a:t>
            </a:r>
            <a:endParaRPr b="0" i="0" sz="3200" u="none" cap="none" strike="noStrike">
              <a:solidFill>
                <a:srgbClr val="002060"/>
              </a:solidFill>
              <a:latin typeface="Times New Roman"/>
              <a:ea typeface="Times New Roman"/>
              <a:cs typeface="Times New Roman"/>
              <a:sym typeface="Times New Roman"/>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1"/>
                                        </p:tgtEl>
                                        <p:attrNameLst>
                                          <p:attrName>style.visibility</p:attrName>
                                        </p:attrNameLst>
                                      </p:cBhvr>
                                      <p:to>
                                        <p:strVal val="visible"/>
                                      </p:to>
                                    </p:set>
                                    <p:animEffect filter="fade" transition="in">
                                      <p:cBhvr>
                                        <p:cTn dur="1000"/>
                                        <p:tgtEl>
                                          <p:spTgt spid="1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0"/>
                                        </p:tgtEl>
                                        <p:attrNameLst>
                                          <p:attrName>style.visibility</p:attrName>
                                        </p:attrNameLst>
                                      </p:cBhvr>
                                      <p:to>
                                        <p:strVal val="visible"/>
                                      </p:to>
                                    </p:set>
                                    <p:animEffect filter="fade" transition="in">
                                      <p:cBhvr>
                                        <p:cTn dur="1000"/>
                                        <p:tgtEl>
                                          <p:spTgt spid="1150"/>
                                        </p:tgtEl>
                                      </p:cBhvr>
                                    </p:animEffect>
                                  </p:childTnLst>
                                </p:cTn>
                              </p:par>
                              <p:par>
                                <p:cTn fill="hold" nodeType="withEffect" presetClass="entr" presetID="10" presetSubtype="0">
                                  <p:stCondLst>
                                    <p:cond delay="0"/>
                                  </p:stCondLst>
                                  <p:childTnLst>
                                    <p:set>
                                      <p:cBhvr>
                                        <p:cTn dur="1" fill="hold">
                                          <p:stCondLst>
                                            <p:cond delay="0"/>
                                          </p:stCondLst>
                                        </p:cTn>
                                        <p:tgtEl>
                                          <p:spTgt spid="1147">
                                            <p:txEl>
                                              <p:pRg end="0" st="0"/>
                                            </p:txEl>
                                          </p:spTgt>
                                        </p:tgtEl>
                                        <p:attrNameLst>
                                          <p:attrName>style.visibility</p:attrName>
                                        </p:attrNameLst>
                                      </p:cBhvr>
                                      <p:to>
                                        <p:strVal val="visible"/>
                                      </p:to>
                                    </p:set>
                                    <p:animEffect filter="fade" transition="in">
                                      <p:cBhvr>
                                        <p:cTn dur="1000"/>
                                        <p:tgtEl>
                                          <p:spTgt spid="114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49"/>
                                        </p:tgtEl>
                                        <p:attrNameLst>
                                          <p:attrName>style.visibility</p:attrName>
                                        </p:attrNameLst>
                                      </p:cBhvr>
                                      <p:to>
                                        <p:strVal val="visible"/>
                                      </p:to>
                                    </p:set>
                                    <p:animEffect filter="fade" transition="in">
                                      <p:cBhvr>
                                        <p:cTn dur="1000"/>
                                        <p:tgtEl>
                                          <p:spTgt spid="1149"/>
                                        </p:tgtEl>
                                      </p:cBhvr>
                                    </p:animEffect>
                                  </p:childTnLst>
                                </p:cTn>
                              </p:par>
                              <p:par>
                                <p:cTn fill="hold" nodeType="with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1000"/>
                                        <p:tgtEl>
                                          <p:spTgt spid="1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1000"/>
                                        <p:tgtEl>
                                          <p:spTgt spid="1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52"/>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SENSORES</a:t>
            </a:r>
            <a:endParaRPr>
              <a:solidFill>
                <a:srgbClr val="002060"/>
              </a:solidFill>
            </a:endParaRPr>
          </a:p>
        </p:txBody>
      </p:sp>
      <p:sp>
        <p:nvSpPr>
          <p:cNvPr id="1157" name="Google Shape;1157;p52"/>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158" name="Google Shape;1158;p52"/>
          <p:cNvSpPr txBox="1"/>
          <p:nvPr/>
        </p:nvSpPr>
        <p:spPr>
          <a:xfrm>
            <a:off x="839788" y="987425"/>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Tareas que realiza el sensor</a:t>
            </a:r>
            <a:endParaRPr/>
          </a:p>
        </p:txBody>
      </p:sp>
      <p:sp>
        <p:nvSpPr>
          <p:cNvPr id="1159" name="Google Shape;1159;p52"/>
          <p:cNvSpPr txBox="1"/>
          <p:nvPr/>
        </p:nvSpPr>
        <p:spPr>
          <a:xfrm>
            <a:off x="839788" y="3941972"/>
            <a:ext cx="453610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OMROM E3X-NA11 (fibra óptica)</a:t>
            </a:r>
            <a:endParaRPr/>
          </a:p>
        </p:txBody>
      </p:sp>
      <p:sp>
        <p:nvSpPr>
          <p:cNvPr id="1160" name="Google Shape;1160;p52"/>
          <p:cNvSpPr txBox="1"/>
          <p:nvPr/>
        </p:nvSpPr>
        <p:spPr>
          <a:xfrm>
            <a:off x="839788" y="1452592"/>
            <a:ext cx="280029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SICK MHT15 (reflex)</a:t>
            </a:r>
            <a:endParaRPr/>
          </a:p>
        </p:txBody>
      </p:sp>
      <p:graphicFrame>
        <p:nvGraphicFramePr>
          <p:cNvPr id="1161" name="Google Shape;1161;p52"/>
          <p:cNvGraphicFramePr/>
          <p:nvPr/>
        </p:nvGraphicFramePr>
        <p:xfrm>
          <a:off x="2064000" y="4402898"/>
          <a:ext cx="3000000" cy="3000000"/>
        </p:xfrm>
        <a:graphic>
          <a:graphicData uri="http://schemas.openxmlformats.org/drawingml/2006/table">
            <a:tbl>
              <a:tblPr bandRow="1" firstRow="1">
                <a:noFill/>
                <a:tableStyleId>{71875DB0-3CC1-41E8-98A1-462444128FE6}</a:tableStyleId>
              </a:tblPr>
              <a:tblGrid>
                <a:gridCol w="3219100"/>
                <a:gridCol w="812900"/>
                <a:gridCol w="3307600"/>
                <a:gridCol w="724400"/>
              </a:tblGrid>
              <a:tr h="470850">
                <a:tc gridSpan="2">
                  <a:txBody>
                    <a:bodyPr/>
                    <a:lstStyle/>
                    <a:p>
                      <a:pPr indent="0" lvl="0" marL="0" marR="0" rtl="0" algn="ctr">
                        <a:spcBef>
                          <a:spcPts val="0"/>
                        </a:spcBef>
                        <a:spcAft>
                          <a:spcPts val="0"/>
                        </a:spcAft>
                        <a:buNone/>
                      </a:pPr>
                      <a:r>
                        <a:rPr b="1" lang="es-BO" sz="2000">
                          <a:solidFill>
                            <a:srgbClr val="002060"/>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Selección</a:t>
                      </a:r>
                      <a:endParaRPr/>
                    </a:p>
                  </a:txBody>
                  <a:tcPr marT="45725" marB="45725" marR="91450" marL="91450"/>
                </a:tc>
                <a:tc hMerge="1"/>
                <a:tc gridSpan="2">
                  <a:txBody>
                    <a:bodyPr/>
                    <a:lstStyle/>
                    <a:p>
                      <a:pPr indent="0" lvl="0" marL="0" marR="0" rtl="0" algn="ctr">
                        <a:spcBef>
                          <a:spcPts val="0"/>
                        </a:spcBef>
                        <a:spcAft>
                          <a:spcPts val="0"/>
                        </a:spcAft>
                        <a:buNone/>
                      </a:pPr>
                      <a:r>
                        <a:rPr lang="es-BO" sz="2000">
                          <a:solidFill>
                            <a:srgbClr val="00B050"/>
                          </a:solidFill>
                          <a:latin typeface="Roboto"/>
                          <a:ea typeface="Roboto"/>
                          <a:cs typeface="Roboto"/>
                          <a:sym typeface="Roboto"/>
                        </a:rPr>
                        <a:t>█</a:t>
                      </a:r>
                      <a:r>
                        <a:rPr lang="es-BO" sz="2000">
                          <a:latin typeface="Times New Roman"/>
                          <a:ea typeface="Times New Roman"/>
                          <a:cs typeface="Times New Roman"/>
                          <a:sym typeface="Times New Roman"/>
                        </a:rPr>
                        <a:t>Unidad de  Ensamblaje</a:t>
                      </a:r>
                      <a:endParaRPr/>
                    </a:p>
                  </a:txBody>
                  <a:tcPr marT="45725" marB="45725" marR="91450" marL="91450"/>
                </a:tc>
                <a:tc hMerge="1"/>
              </a:tr>
              <a:tr h="351800">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r>
              <a:tr h="1163675">
                <a:tc gridSpan="2">
                  <a:txBody>
                    <a:bodyPr/>
                    <a:lstStyle/>
                    <a:p>
                      <a:pPr indent="0" lvl="0" marL="0" marR="0" rtl="0" algn="just">
                        <a:lnSpc>
                          <a:spcPct val="100000"/>
                        </a:lnSpc>
                        <a:spcBef>
                          <a:spcPts val="0"/>
                        </a:spcBef>
                        <a:spcAft>
                          <a:spcPts val="0"/>
                        </a:spcAft>
                        <a:buClr>
                          <a:schemeClr val="dk1"/>
                        </a:buClr>
                        <a:buSzPts val="2000"/>
                        <a:buFont typeface="Times New Roman"/>
                        <a:buNone/>
                      </a:pPr>
                      <a:r>
                        <a:rPr lang="es-BO" sz="2000">
                          <a:latin typeface="Times New Roman"/>
                          <a:ea typeface="Times New Roman"/>
                          <a:cs typeface="Times New Roman"/>
                          <a:sym typeface="Times New Roman"/>
                        </a:rPr>
                        <a:t>Detecta la presencia de las piezas de cualquier tipo, para su próxima selección</a:t>
                      </a:r>
                      <a:endParaRPr/>
                    </a:p>
                  </a:txBody>
                  <a:tcPr marT="45725" marB="45725" marR="91450" marL="91450"/>
                </a:tc>
                <a:tc hMerge="1"/>
                <a:tc gridSpan="2">
                  <a:txBody>
                    <a:bodyPr/>
                    <a:lstStyle/>
                    <a:p>
                      <a:pPr indent="0" lvl="0" marL="0" marR="0" rtl="0" algn="just">
                        <a:lnSpc>
                          <a:spcPct val="100000"/>
                        </a:lnSpc>
                        <a:spcBef>
                          <a:spcPts val="0"/>
                        </a:spcBef>
                        <a:spcAft>
                          <a:spcPts val="0"/>
                        </a:spcAft>
                        <a:buClr>
                          <a:schemeClr val="dk1"/>
                        </a:buClr>
                        <a:buSzPts val="2000"/>
                        <a:buFont typeface="Times New Roman"/>
                        <a:buNone/>
                      </a:pPr>
                      <a:r>
                        <a:rPr lang="es-BO" sz="2000">
                          <a:latin typeface="Times New Roman"/>
                          <a:ea typeface="Times New Roman"/>
                          <a:cs typeface="Times New Roman"/>
                          <a:sym typeface="Times New Roman"/>
                        </a:rPr>
                        <a:t>Detecta la presencia de las piezas de cualquier tipo, al finalizar el proceso de la unidad de ensamblaje.</a:t>
                      </a:r>
                      <a:endParaRPr/>
                    </a:p>
                  </a:txBody>
                  <a:tcPr marT="45725" marB="45725" marR="91450" marL="91450"/>
                </a:tc>
                <a:tc hMerge="1"/>
              </a:tr>
            </a:tbl>
          </a:graphicData>
        </a:graphic>
      </p:graphicFrame>
      <p:graphicFrame>
        <p:nvGraphicFramePr>
          <p:cNvPr id="1162" name="Google Shape;1162;p52"/>
          <p:cNvGraphicFramePr/>
          <p:nvPr/>
        </p:nvGraphicFramePr>
        <p:xfrm>
          <a:off x="2406000" y="1902052"/>
          <a:ext cx="3000000" cy="3000000"/>
        </p:xfrm>
        <a:graphic>
          <a:graphicData uri="http://schemas.openxmlformats.org/drawingml/2006/table">
            <a:tbl>
              <a:tblPr bandRow="1" firstRow="1">
                <a:noFill/>
                <a:tableStyleId>{71875DB0-3CC1-41E8-98A1-462444128FE6}</a:tableStyleId>
              </a:tblPr>
              <a:tblGrid>
                <a:gridCol w="2946050"/>
                <a:gridCol w="743950"/>
                <a:gridCol w="2929875"/>
                <a:gridCol w="760125"/>
              </a:tblGrid>
              <a:tr h="584250">
                <a:tc gridSpan="2">
                  <a:txBody>
                    <a:bodyPr/>
                    <a:lstStyle/>
                    <a:p>
                      <a:pPr indent="0" lvl="0" marL="0" marR="0" rtl="0" algn="ctr">
                        <a:spcBef>
                          <a:spcPts val="0"/>
                        </a:spcBef>
                        <a:spcAft>
                          <a:spcPts val="0"/>
                        </a:spcAft>
                        <a:buNone/>
                      </a:pPr>
                      <a:r>
                        <a:rPr b="1" lang="es-BO" sz="2000">
                          <a:solidFill>
                            <a:srgbClr val="002060"/>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Selección</a:t>
                      </a:r>
                      <a:endParaRPr/>
                    </a:p>
                  </a:txBody>
                  <a:tcPr marT="45725" marB="45725" marR="91450" marL="91450"/>
                </a:tc>
                <a:tc hMerge="1"/>
                <a:tc gridSpan="2">
                  <a:txBody>
                    <a:bodyPr/>
                    <a:lstStyle/>
                    <a:p>
                      <a:pPr indent="0" lvl="0" marL="0" marR="0" rtl="0" algn="ctr">
                        <a:spcBef>
                          <a:spcPts val="0"/>
                        </a:spcBef>
                        <a:spcAft>
                          <a:spcPts val="0"/>
                        </a:spcAft>
                        <a:buNone/>
                      </a:pPr>
                      <a:r>
                        <a:rPr b="1" lang="es-BO" sz="2000">
                          <a:solidFill>
                            <a:srgbClr val="C55A11"/>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Alimentación</a:t>
                      </a:r>
                      <a:endParaRPr/>
                    </a:p>
                  </a:txBody>
                  <a:tcPr marT="45725" marB="45725" marR="91450" marL="91450"/>
                </a:tc>
                <a:tc hMerge="1"/>
              </a:tr>
              <a:tr h="330225">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r>
              <a:tr h="926925">
                <a:tc gridSpan="2">
                  <a:txBody>
                    <a:bodyPr/>
                    <a:lstStyle/>
                    <a:p>
                      <a:pPr indent="0" lvl="0" marL="0" marR="0" rtl="0" algn="just">
                        <a:spcBef>
                          <a:spcPts val="0"/>
                        </a:spcBef>
                        <a:spcAft>
                          <a:spcPts val="0"/>
                        </a:spcAft>
                        <a:buNone/>
                      </a:pPr>
                      <a:r>
                        <a:rPr lang="es-BO" sz="2000">
                          <a:latin typeface="Times New Roman"/>
                          <a:ea typeface="Times New Roman"/>
                          <a:cs typeface="Times New Roman"/>
                          <a:sym typeface="Times New Roman"/>
                        </a:rPr>
                        <a:t>Detecta la presencia de las piezas de cualquier tipo, en el inicio de la unidad de selección.</a:t>
                      </a:r>
                      <a:endParaRPr/>
                    </a:p>
                  </a:txBody>
                  <a:tcPr marT="45725" marB="45725" marR="91450" marL="91450"/>
                </a:tc>
                <a:tc hMerge="1"/>
                <a:tc gridSpan="2">
                  <a:txBody>
                    <a:bodyPr/>
                    <a:lstStyle/>
                    <a:p>
                      <a:pPr indent="0" lvl="0" marL="0" marR="0" rtl="0" algn="just">
                        <a:lnSpc>
                          <a:spcPct val="100000"/>
                        </a:lnSpc>
                        <a:spcBef>
                          <a:spcPts val="0"/>
                        </a:spcBef>
                        <a:spcAft>
                          <a:spcPts val="0"/>
                        </a:spcAft>
                        <a:buClr>
                          <a:schemeClr val="dk1"/>
                        </a:buClr>
                        <a:buSzPts val="2000"/>
                        <a:buFont typeface="Times New Roman"/>
                        <a:buNone/>
                      </a:pPr>
                      <a:r>
                        <a:rPr lang="es-BO" sz="2000">
                          <a:latin typeface="Times New Roman"/>
                          <a:ea typeface="Times New Roman"/>
                          <a:cs typeface="Times New Roman"/>
                          <a:sym typeface="Times New Roman"/>
                        </a:rPr>
                        <a:t>Detecta la presencia de las pieza de cualquier tipo, al finalizar el proceso de la unidad de selección.</a:t>
                      </a:r>
                      <a:endParaRPr/>
                    </a:p>
                  </a:txBody>
                  <a:tcPr marT="45725" marB="45725" marR="91450" marL="91450"/>
                </a:tc>
                <a:tc hMerge="1"/>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6"/>
                                        </p:tgtEl>
                                        <p:attrNameLst>
                                          <p:attrName>style.visibility</p:attrName>
                                        </p:attrNameLst>
                                      </p:cBhvr>
                                      <p:to>
                                        <p:strVal val="visible"/>
                                      </p:to>
                                    </p:set>
                                    <p:animEffect filter="fade" transition="in">
                                      <p:cBhvr>
                                        <p:cTn dur="1000"/>
                                        <p:tgtEl>
                                          <p:spTgt spid="1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1000"/>
                                        <p:tgtEl>
                                          <p:spTgt spid="1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0"/>
                                        </p:tgtEl>
                                        <p:attrNameLst>
                                          <p:attrName>style.visibility</p:attrName>
                                        </p:attrNameLst>
                                      </p:cBhvr>
                                      <p:to>
                                        <p:strVal val="visible"/>
                                      </p:to>
                                    </p:set>
                                    <p:animEffect filter="fade" transition="in">
                                      <p:cBhvr>
                                        <p:cTn dur="1000"/>
                                        <p:tgtEl>
                                          <p:spTgt spid="1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1000"/>
                                        <p:tgtEl>
                                          <p:spTgt spid="1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gtEl>
                                        <p:attrNameLst>
                                          <p:attrName>style.visibility</p:attrName>
                                        </p:attrNameLst>
                                      </p:cBhvr>
                                      <p:to>
                                        <p:strVal val="visible"/>
                                      </p:to>
                                    </p:set>
                                    <p:animEffect filter="fade" transition="in">
                                      <p:cBhvr>
                                        <p:cTn dur="1000"/>
                                        <p:tgtEl>
                                          <p:spTgt spid="1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1"/>
                                        </p:tgtEl>
                                        <p:attrNameLst>
                                          <p:attrName>style.visibility</p:attrName>
                                        </p:attrNameLst>
                                      </p:cBhvr>
                                      <p:to>
                                        <p:strVal val="visible"/>
                                      </p:to>
                                    </p:set>
                                    <p:animEffect filter="fade" transition="in">
                                      <p:cBhvr>
                                        <p:cTn dur="1000"/>
                                        <p:tgtEl>
                                          <p:spTgt spid="1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53"/>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SENSORES</a:t>
            </a:r>
            <a:endParaRPr>
              <a:solidFill>
                <a:srgbClr val="002060"/>
              </a:solidFill>
            </a:endParaRPr>
          </a:p>
        </p:txBody>
      </p:sp>
      <p:sp>
        <p:nvSpPr>
          <p:cNvPr id="1168" name="Google Shape;1168;p53"/>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169" name="Google Shape;1169;p53"/>
          <p:cNvSpPr txBox="1"/>
          <p:nvPr/>
        </p:nvSpPr>
        <p:spPr>
          <a:xfrm>
            <a:off x="839788" y="987425"/>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Tareas que realiza el sensor</a:t>
            </a:r>
            <a:endParaRPr/>
          </a:p>
        </p:txBody>
      </p:sp>
      <p:sp>
        <p:nvSpPr>
          <p:cNvPr id="1170" name="Google Shape;1170;p53"/>
          <p:cNvSpPr txBox="1"/>
          <p:nvPr/>
        </p:nvSpPr>
        <p:spPr>
          <a:xfrm>
            <a:off x="874948" y="1387535"/>
            <a:ext cx="339134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OMROM E3Z-LS61 (reflex)</a:t>
            </a:r>
            <a:endParaRPr/>
          </a:p>
        </p:txBody>
      </p:sp>
      <p:graphicFrame>
        <p:nvGraphicFramePr>
          <p:cNvPr id="1171" name="Google Shape;1171;p53"/>
          <p:cNvGraphicFramePr/>
          <p:nvPr/>
        </p:nvGraphicFramePr>
        <p:xfrm>
          <a:off x="2805906" y="2078835"/>
          <a:ext cx="3000000" cy="3000000"/>
        </p:xfrm>
        <a:graphic>
          <a:graphicData uri="http://schemas.openxmlformats.org/drawingml/2006/table">
            <a:tbl>
              <a:tblPr bandRow="1" firstRow="1">
                <a:noFill/>
                <a:tableStyleId>{71875DB0-3CC1-41E8-98A1-462444128FE6}</a:tableStyleId>
              </a:tblPr>
              <a:tblGrid>
                <a:gridCol w="1743650"/>
                <a:gridCol w="452350"/>
                <a:gridCol w="1841850"/>
                <a:gridCol w="354150"/>
                <a:gridCol w="1801475"/>
                <a:gridCol w="394525"/>
              </a:tblGrid>
              <a:tr h="732900">
                <a:tc gridSpan="2">
                  <a:txBody>
                    <a:bodyPr/>
                    <a:lstStyle/>
                    <a:p>
                      <a:pPr indent="0" lvl="0" marL="0" marR="0" rtl="0" algn="ctr">
                        <a:spcBef>
                          <a:spcPts val="0"/>
                        </a:spcBef>
                        <a:spcAft>
                          <a:spcPts val="0"/>
                        </a:spcAft>
                        <a:buNone/>
                      </a:pPr>
                      <a:r>
                        <a:rPr b="1" lang="es-BO" sz="2000">
                          <a:solidFill>
                            <a:srgbClr val="C55A11"/>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Alimentación</a:t>
                      </a:r>
                      <a:endParaRPr/>
                    </a:p>
                  </a:txBody>
                  <a:tcPr marT="45725" marB="45725" marR="91450" marL="91450"/>
                </a:tc>
                <a:tc hMerge="1"/>
                <a:tc gridSpan="2">
                  <a:txBody>
                    <a:bodyPr/>
                    <a:lstStyle/>
                    <a:p>
                      <a:pPr indent="0" lvl="0" marL="0" marR="0" rtl="0" algn="ctr">
                        <a:spcBef>
                          <a:spcPts val="0"/>
                        </a:spcBef>
                        <a:spcAft>
                          <a:spcPts val="0"/>
                        </a:spcAft>
                        <a:buNone/>
                      </a:pPr>
                      <a:r>
                        <a:rPr b="1" lang="es-BO" sz="2000">
                          <a:solidFill>
                            <a:srgbClr val="FFC000"/>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Procesamiento</a:t>
                      </a:r>
                      <a:endParaRPr/>
                    </a:p>
                  </a:txBody>
                  <a:tcPr marT="45725" marB="45725" marR="91450" marL="91450"/>
                </a:tc>
                <a:tc hMerge="1"/>
                <a:tc gridSpan="2">
                  <a:txBody>
                    <a:bodyPr/>
                    <a:lstStyle/>
                    <a:p>
                      <a:pPr indent="0" lvl="0" marL="0" marR="0" rtl="0" algn="ctr">
                        <a:spcBef>
                          <a:spcPts val="0"/>
                        </a:spcBef>
                        <a:spcAft>
                          <a:spcPts val="0"/>
                        </a:spcAft>
                        <a:buNone/>
                      </a:pPr>
                      <a:r>
                        <a:rPr lang="es-BO" sz="2000">
                          <a:solidFill>
                            <a:srgbClr val="00B050"/>
                          </a:solidFill>
                          <a:latin typeface="Roboto"/>
                          <a:ea typeface="Roboto"/>
                          <a:cs typeface="Roboto"/>
                          <a:sym typeface="Roboto"/>
                        </a:rPr>
                        <a:t>█</a:t>
                      </a:r>
                      <a:r>
                        <a:rPr lang="es-BO" sz="2000">
                          <a:latin typeface="Times New Roman"/>
                          <a:ea typeface="Times New Roman"/>
                          <a:cs typeface="Times New Roman"/>
                          <a:sym typeface="Times New Roman"/>
                        </a:rPr>
                        <a:t>Unidad de  Ensamblaje</a:t>
                      </a:r>
                      <a:endParaRPr/>
                    </a:p>
                  </a:txBody>
                  <a:tcPr marT="45725" marB="45725" marR="91450" marL="91450"/>
                </a:tc>
                <a:tc hMerge="1"/>
              </a:tr>
              <a:tr h="378650">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2</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4</a:t>
                      </a:r>
                      <a:endParaRPr/>
                    </a:p>
                  </a:txBody>
                  <a:tcPr marT="45725" marB="45725" marR="91450" marL="91450"/>
                </a:tc>
              </a:tr>
              <a:tr h="2627575">
                <a:tc gridSpan="2">
                  <a:txBody>
                    <a:bodyPr/>
                    <a:lstStyle/>
                    <a:p>
                      <a:pPr indent="0" lvl="0" marL="0" marR="0" rtl="0" algn="just">
                        <a:spcBef>
                          <a:spcPts val="0"/>
                        </a:spcBef>
                        <a:spcAft>
                          <a:spcPts val="0"/>
                        </a:spcAft>
                        <a:buNone/>
                      </a:pPr>
                      <a:r>
                        <a:rPr lang="es-BO" sz="2000">
                          <a:latin typeface="Times New Roman"/>
                          <a:ea typeface="Times New Roman"/>
                          <a:cs typeface="Times New Roman"/>
                          <a:sym typeface="Times New Roman"/>
                        </a:rPr>
                        <a:t>Detectan la posición horizontal de las piezas que ingresan a la unidad de alimentación. </a:t>
                      </a:r>
                      <a:endParaRPr/>
                    </a:p>
                  </a:txBody>
                  <a:tcPr marT="45725" marB="45725" marR="91450" marL="91450"/>
                </a:tc>
                <a:tc hMerge="1"/>
                <a:tc gridSpan="2">
                  <a:txBody>
                    <a:bodyPr/>
                    <a:lstStyle/>
                    <a:p>
                      <a:pPr indent="0" lvl="0" marL="0" marR="0" rtl="0" algn="just">
                        <a:spcBef>
                          <a:spcPts val="0"/>
                        </a:spcBef>
                        <a:spcAft>
                          <a:spcPts val="0"/>
                        </a:spcAft>
                        <a:buNone/>
                      </a:pPr>
                      <a:r>
                        <a:rPr lang="es-BO" sz="2000">
                          <a:latin typeface="Times New Roman"/>
                          <a:ea typeface="Times New Roman"/>
                          <a:cs typeface="Times New Roman"/>
                          <a:sym typeface="Times New Roman"/>
                        </a:rPr>
                        <a:t>Detecta la presencia de las piezas de cualquier tipo, en el inicio y final de la una de procesamiento.</a:t>
                      </a:r>
                      <a:endParaRPr/>
                    </a:p>
                  </a:txBody>
                  <a:tcPr marT="45725" marB="45725" marR="91450" marL="91450"/>
                </a:tc>
                <a:tc hMerge="1"/>
                <a:tc gridSpan="2">
                  <a:txBody>
                    <a:bodyPr/>
                    <a:lstStyle/>
                    <a:p>
                      <a:pPr indent="0" lvl="0" marL="0" marR="0" rtl="0" algn="just">
                        <a:spcBef>
                          <a:spcPts val="0"/>
                        </a:spcBef>
                        <a:spcAft>
                          <a:spcPts val="0"/>
                        </a:spcAft>
                        <a:buNone/>
                      </a:pPr>
                      <a:r>
                        <a:rPr lang="es-BO" sz="2000">
                          <a:latin typeface="Times New Roman"/>
                          <a:ea typeface="Times New Roman"/>
                          <a:cs typeface="Times New Roman"/>
                          <a:sym typeface="Times New Roman"/>
                        </a:rPr>
                        <a:t>Detecta la posición de las piezas en el proceso de la unidad de ensamblaje. Dos posicionados verticalmente y dos horizontalmente.</a:t>
                      </a:r>
                      <a:endParaRPr/>
                    </a:p>
                  </a:txBody>
                  <a:tcPr marT="45725" marB="45725" marR="91450" marL="91450"/>
                </a:tc>
                <a:tc hMerge="1"/>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1000"/>
                                        <p:tgtEl>
                                          <p:spTgt spid="1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1000"/>
                                        <p:tgtEl>
                                          <p:spTgt spid="1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1000"/>
                                        <p:tgtEl>
                                          <p:spTgt spid="1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1000"/>
                                        <p:tgtEl>
                                          <p:spTgt spid="1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54"/>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177" name="Google Shape;1177;p54"/>
          <p:cNvSpPr txBox="1"/>
          <p:nvPr/>
        </p:nvSpPr>
        <p:spPr>
          <a:xfrm>
            <a:off x="5916834" y="1193520"/>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Respuesta temporal</a:t>
            </a:r>
            <a:endParaRPr/>
          </a:p>
        </p:txBody>
      </p:sp>
      <p:sp>
        <p:nvSpPr>
          <p:cNvPr id="1178" name="Google Shape;1178;p54"/>
          <p:cNvSpPr txBox="1"/>
          <p:nvPr/>
        </p:nvSpPr>
        <p:spPr>
          <a:xfrm>
            <a:off x="836612" y="3523648"/>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Descripción y funcionamiento</a:t>
            </a:r>
            <a:endParaRPr/>
          </a:p>
        </p:txBody>
      </p:sp>
      <p:sp>
        <p:nvSpPr>
          <p:cNvPr id="1179" name="Google Shape;1179;p54"/>
          <p:cNvSpPr txBox="1"/>
          <p:nvPr/>
        </p:nvSpPr>
        <p:spPr>
          <a:xfrm>
            <a:off x="836612" y="1220018"/>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Final de Carrera V-156-1C25</a:t>
            </a:r>
            <a:endParaRPr/>
          </a:p>
        </p:txBody>
      </p:sp>
      <p:pic>
        <p:nvPicPr>
          <p:cNvPr id="1180" name="Google Shape;1180;p54"/>
          <p:cNvPicPr preferRelativeResize="0"/>
          <p:nvPr/>
        </p:nvPicPr>
        <p:blipFill rotWithShape="1">
          <a:blip r:embed="rId3">
            <a:alphaModFix/>
          </a:blip>
          <a:srcRect b="35716" l="47686" r="32388" t="38401"/>
          <a:stretch/>
        </p:blipFill>
        <p:spPr>
          <a:xfrm>
            <a:off x="1591255" y="1708908"/>
            <a:ext cx="2429302" cy="1774209"/>
          </a:xfrm>
          <a:prstGeom prst="rect">
            <a:avLst/>
          </a:prstGeom>
          <a:noFill/>
          <a:ln>
            <a:noFill/>
          </a:ln>
        </p:spPr>
      </p:pic>
      <p:pic>
        <p:nvPicPr>
          <p:cNvPr id="1181" name="Google Shape;1181;p54"/>
          <p:cNvPicPr preferRelativeResize="0"/>
          <p:nvPr/>
        </p:nvPicPr>
        <p:blipFill rotWithShape="1">
          <a:blip r:embed="rId4">
            <a:alphaModFix/>
          </a:blip>
          <a:srcRect b="0" l="0" r="0" t="0"/>
          <a:stretch/>
        </p:blipFill>
        <p:spPr>
          <a:xfrm>
            <a:off x="6145248" y="1722241"/>
            <a:ext cx="2149004" cy="1560236"/>
          </a:xfrm>
          <a:prstGeom prst="rect">
            <a:avLst/>
          </a:prstGeom>
          <a:noFill/>
          <a:ln>
            <a:noFill/>
          </a:ln>
        </p:spPr>
      </p:pic>
      <p:pic>
        <p:nvPicPr>
          <p:cNvPr id="1182" name="Google Shape;1182;p54"/>
          <p:cNvPicPr preferRelativeResize="0"/>
          <p:nvPr/>
        </p:nvPicPr>
        <p:blipFill rotWithShape="1">
          <a:blip r:embed="rId5">
            <a:alphaModFix/>
          </a:blip>
          <a:srcRect b="0" l="0" r="0" t="0"/>
          <a:stretch/>
        </p:blipFill>
        <p:spPr>
          <a:xfrm>
            <a:off x="8729199" y="1722241"/>
            <a:ext cx="2099756" cy="1560236"/>
          </a:xfrm>
          <a:prstGeom prst="rect">
            <a:avLst/>
          </a:prstGeom>
          <a:noFill/>
          <a:ln>
            <a:noFill/>
          </a:ln>
        </p:spPr>
      </p:pic>
      <p:sp>
        <p:nvSpPr>
          <p:cNvPr id="1183" name="Google Shape;1183;p54"/>
          <p:cNvSpPr txBox="1"/>
          <p:nvPr>
            <p:ph idx="2" type="body"/>
          </p:nvPr>
        </p:nvSpPr>
        <p:spPr>
          <a:xfrm>
            <a:off x="836612" y="3995067"/>
            <a:ext cx="4936391" cy="1154026"/>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000000"/>
              </a:buClr>
              <a:buSzPts val="2000"/>
              <a:buNone/>
            </a:pPr>
            <a:r>
              <a:rPr b="0" i="0" lang="es-BO" sz="2000" u="none" strike="noStrike">
                <a:solidFill>
                  <a:srgbClr val="000000"/>
                </a:solidFill>
                <a:latin typeface="Times New Roman"/>
                <a:ea typeface="Times New Roman"/>
                <a:cs typeface="Times New Roman"/>
                <a:sym typeface="Times New Roman"/>
              </a:rPr>
              <a:t>Los finales de carrera son switch básicos miniatura. Estos finales de </a:t>
            </a:r>
            <a:r>
              <a:rPr b="0" i="0" lang="es-BO" sz="2000" u="none" strike="noStrike">
                <a:latin typeface="Times New Roman"/>
                <a:ea typeface="Times New Roman"/>
                <a:cs typeface="Times New Roman"/>
                <a:sym typeface="Times New Roman"/>
              </a:rPr>
              <a:t>carrera tienen dos configuraciones pos</a:t>
            </a:r>
            <a:r>
              <a:rPr b="0" i="0" lang="es-BO" sz="2000" u="none" strike="noStrike">
                <a:solidFill>
                  <a:srgbClr val="000000"/>
                </a:solidFill>
                <a:latin typeface="Times New Roman"/>
                <a:ea typeface="Times New Roman"/>
                <a:cs typeface="Times New Roman"/>
                <a:sym typeface="Times New Roman"/>
              </a:rPr>
              <a:t>ibles para usar, normalmente abierto y normalmente cerrado. </a:t>
            </a:r>
            <a:endParaRPr sz="2000">
              <a:latin typeface="Times New Roman"/>
              <a:ea typeface="Times New Roman"/>
              <a:cs typeface="Times New Roman"/>
              <a:sym typeface="Times New Roman"/>
            </a:endParaRPr>
          </a:p>
        </p:txBody>
      </p:sp>
      <p:pic>
        <p:nvPicPr>
          <p:cNvPr id="1184" name="Google Shape;1184;p54"/>
          <p:cNvPicPr preferRelativeResize="0"/>
          <p:nvPr/>
        </p:nvPicPr>
        <p:blipFill rotWithShape="1">
          <a:blip r:embed="rId6">
            <a:alphaModFix/>
          </a:blip>
          <a:srcRect b="0" l="0" r="0" t="0"/>
          <a:stretch/>
        </p:blipFill>
        <p:spPr>
          <a:xfrm>
            <a:off x="1172685" y="5357864"/>
            <a:ext cx="1398116" cy="947258"/>
          </a:xfrm>
          <a:prstGeom prst="rect">
            <a:avLst/>
          </a:prstGeom>
          <a:noFill/>
          <a:ln>
            <a:noFill/>
          </a:ln>
        </p:spPr>
      </p:pic>
      <p:pic>
        <p:nvPicPr>
          <p:cNvPr id="1185" name="Google Shape;1185;p54"/>
          <p:cNvPicPr preferRelativeResize="0"/>
          <p:nvPr/>
        </p:nvPicPr>
        <p:blipFill rotWithShape="1">
          <a:blip r:embed="rId7">
            <a:alphaModFix/>
          </a:blip>
          <a:srcRect b="0" l="0" r="0" t="0"/>
          <a:stretch/>
        </p:blipFill>
        <p:spPr>
          <a:xfrm>
            <a:off x="2622441" y="5351440"/>
            <a:ext cx="1398116" cy="953682"/>
          </a:xfrm>
          <a:prstGeom prst="rect">
            <a:avLst/>
          </a:prstGeom>
          <a:noFill/>
          <a:ln>
            <a:noFill/>
          </a:ln>
        </p:spPr>
      </p:pic>
      <p:pic>
        <p:nvPicPr>
          <p:cNvPr id="1186" name="Google Shape;1186;p54"/>
          <p:cNvPicPr preferRelativeResize="0"/>
          <p:nvPr/>
        </p:nvPicPr>
        <p:blipFill rotWithShape="1">
          <a:blip r:embed="rId8">
            <a:alphaModFix/>
          </a:blip>
          <a:srcRect b="0" l="0" r="0" t="0"/>
          <a:stretch/>
        </p:blipFill>
        <p:spPr>
          <a:xfrm>
            <a:off x="4069791" y="5351440"/>
            <a:ext cx="1398116" cy="965804"/>
          </a:xfrm>
          <a:prstGeom prst="rect">
            <a:avLst/>
          </a:prstGeom>
          <a:noFill/>
          <a:ln>
            <a:noFill/>
          </a:ln>
        </p:spPr>
      </p:pic>
      <p:sp>
        <p:nvSpPr>
          <p:cNvPr id="1187" name="Google Shape;1187;p54"/>
          <p:cNvSpPr txBox="1"/>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SENSORES</a:t>
            </a:r>
            <a:endParaRPr b="0" i="0" sz="3200" u="none" cap="none" strike="noStrike">
              <a:solidFill>
                <a:srgbClr val="002060"/>
              </a:solidFill>
              <a:latin typeface="Times New Roman"/>
              <a:ea typeface="Times New Roman"/>
              <a:cs typeface="Times New Roman"/>
              <a:sym typeface="Times New Roman"/>
            </a:endParaRPr>
          </a:p>
        </p:txBody>
      </p:sp>
      <p:sp>
        <p:nvSpPr>
          <p:cNvPr id="1188" name="Google Shape;1188;p54"/>
          <p:cNvSpPr txBox="1"/>
          <p:nvPr/>
        </p:nvSpPr>
        <p:spPr>
          <a:xfrm>
            <a:off x="5916834" y="3282477"/>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Tareas que realiza el sensor</a:t>
            </a:r>
            <a:endParaRPr/>
          </a:p>
        </p:txBody>
      </p:sp>
      <p:graphicFrame>
        <p:nvGraphicFramePr>
          <p:cNvPr id="1189" name="Google Shape;1189;p54"/>
          <p:cNvGraphicFramePr/>
          <p:nvPr/>
        </p:nvGraphicFramePr>
        <p:xfrm>
          <a:off x="6096000" y="3723703"/>
          <a:ext cx="3000000" cy="3000000"/>
        </p:xfrm>
        <a:graphic>
          <a:graphicData uri="http://schemas.openxmlformats.org/drawingml/2006/table">
            <a:tbl>
              <a:tblPr bandRow="1" firstRow="1">
                <a:noFill/>
                <a:tableStyleId>{71875DB0-3CC1-41E8-98A1-462444128FE6}</a:tableStyleId>
              </a:tblPr>
              <a:tblGrid>
                <a:gridCol w="2366475"/>
                <a:gridCol w="2366475"/>
              </a:tblGrid>
              <a:tr h="333575">
                <a:tc gridSpan="2">
                  <a:txBody>
                    <a:bodyPr/>
                    <a:lstStyle/>
                    <a:p>
                      <a:pPr indent="0" lvl="0" marL="0" marR="0" rtl="0" algn="ctr">
                        <a:spcBef>
                          <a:spcPts val="0"/>
                        </a:spcBef>
                        <a:spcAft>
                          <a:spcPts val="0"/>
                        </a:spcAft>
                        <a:buNone/>
                      </a:pPr>
                      <a:r>
                        <a:rPr b="1" lang="es-BO" sz="2000">
                          <a:solidFill>
                            <a:srgbClr val="7030A0"/>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Transporte</a:t>
                      </a:r>
                      <a:endParaRPr/>
                    </a:p>
                  </a:txBody>
                  <a:tcPr marT="45725" marB="45725" marR="91450" marL="91450"/>
                </a:tc>
                <a:tc hMerge="1"/>
              </a:tr>
              <a:tr h="333575">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2</a:t>
                      </a:r>
                      <a:endParaRPr/>
                    </a:p>
                  </a:txBody>
                  <a:tcPr marT="45725" marB="45725" marR="91450" marL="91450"/>
                </a:tc>
              </a:tr>
              <a:tr h="1505375">
                <a:tc gridSpan="2">
                  <a:txBody>
                    <a:bodyPr/>
                    <a:lstStyle/>
                    <a:p>
                      <a:pPr indent="0" lvl="0" marL="0" marR="0" rtl="0" algn="just">
                        <a:spcBef>
                          <a:spcPts val="0"/>
                        </a:spcBef>
                        <a:spcAft>
                          <a:spcPts val="0"/>
                        </a:spcAft>
                        <a:buNone/>
                      </a:pPr>
                      <a:r>
                        <a:rPr lang="es-BO" sz="2000">
                          <a:latin typeface="Times New Roman"/>
                          <a:ea typeface="Times New Roman"/>
                          <a:cs typeface="Times New Roman"/>
                          <a:sym typeface="Times New Roman"/>
                        </a:rPr>
                        <a:t>Los 2 finales de carrera se encuentran al inicio y final de la unidad de transporte. Detecta la posición de la unidad, si se encuentra en la etapa inicial o final.</a:t>
                      </a:r>
                      <a:endParaRPr/>
                    </a:p>
                  </a:txBody>
                  <a:tcPr marT="45725" marB="45725" marR="91450" marL="91450"/>
                </a:tc>
                <a:tc hMerge="1"/>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gtEl>
                                        <p:attrNameLst>
                                          <p:attrName>style.visibility</p:attrName>
                                        </p:attrNameLst>
                                      </p:cBhvr>
                                      <p:to>
                                        <p:strVal val="visible"/>
                                      </p:to>
                                    </p:set>
                                    <p:animEffect filter="fade" transition="in">
                                      <p:cBhvr>
                                        <p:cTn dur="1000"/>
                                        <p:tgtEl>
                                          <p:spTgt spid="1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9"/>
                                        </p:tgtEl>
                                        <p:attrNameLst>
                                          <p:attrName>style.visibility</p:attrName>
                                        </p:attrNameLst>
                                      </p:cBhvr>
                                      <p:to>
                                        <p:strVal val="visible"/>
                                      </p:to>
                                    </p:set>
                                    <p:animEffect filter="fade" transition="in">
                                      <p:cBhvr>
                                        <p:cTn dur="1000"/>
                                        <p:tgtEl>
                                          <p:spTgt spid="1179"/>
                                        </p:tgtEl>
                                      </p:cBhvr>
                                    </p:animEffect>
                                  </p:childTnLst>
                                </p:cTn>
                              </p:par>
                              <p:par>
                                <p:cTn fill="hold" nodeType="withEffect" presetClass="entr" presetID="10" presetSubtype="0">
                                  <p:stCondLst>
                                    <p:cond delay="0"/>
                                  </p:stCondLst>
                                  <p:childTnLst>
                                    <p:set>
                                      <p:cBhvr>
                                        <p:cTn dur="1" fill="hold">
                                          <p:stCondLst>
                                            <p:cond delay="0"/>
                                          </p:stCondLst>
                                        </p:cTn>
                                        <p:tgtEl>
                                          <p:spTgt spid="1180"/>
                                        </p:tgtEl>
                                        <p:attrNameLst>
                                          <p:attrName>style.visibility</p:attrName>
                                        </p:attrNameLst>
                                      </p:cBhvr>
                                      <p:to>
                                        <p:strVal val="visible"/>
                                      </p:to>
                                    </p:set>
                                    <p:animEffect filter="fade" transition="in">
                                      <p:cBhvr>
                                        <p:cTn dur="1000"/>
                                        <p:tgtEl>
                                          <p:spTgt spid="1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1000"/>
                                        <p:tgtEl>
                                          <p:spTgt spid="1178"/>
                                        </p:tgtEl>
                                      </p:cBhvr>
                                    </p:animEffect>
                                  </p:childTnLst>
                                </p:cTn>
                              </p:par>
                              <p:par>
                                <p:cTn fill="hold" nodeType="withEffect" presetClass="entr" presetID="10" presetSubtype="0">
                                  <p:stCondLst>
                                    <p:cond delay="0"/>
                                  </p:stCondLst>
                                  <p:childTnLst>
                                    <p:set>
                                      <p:cBhvr>
                                        <p:cTn dur="1" fill="hold">
                                          <p:stCondLst>
                                            <p:cond delay="0"/>
                                          </p:stCondLst>
                                        </p:cTn>
                                        <p:tgtEl>
                                          <p:spTgt spid="1183">
                                            <p:txEl>
                                              <p:pRg end="0" st="0"/>
                                            </p:txEl>
                                          </p:spTgt>
                                        </p:tgtEl>
                                        <p:attrNameLst>
                                          <p:attrName>style.visibility</p:attrName>
                                        </p:attrNameLst>
                                      </p:cBhvr>
                                      <p:to>
                                        <p:strVal val="visible"/>
                                      </p:to>
                                    </p:set>
                                    <p:animEffect filter="fade" transition="in">
                                      <p:cBhvr>
                                        <p:cTn dur="1000"/>
                                        <p:tgtEl>
                                          <p:spTgt spid="118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5"/>
                                        </p:tgtEl>
                                        <p:attrNameLst>
                                          <p:attrName>style.visibility</p:attrName>
                                        </p:attrNameLst>
                                      </p:cBhvr>
                                      <p:to>
                                        <p:strVal val="visible"/>
                                      </p:to>
                                    </p:set>
                                    <p:animEffect filter="fade" transition="in">
                                      <p:cBhvr>
                                        <p:cTn dur="1000"/>
                                        <p:tgtEl>
                                          <p:spTgt spid="1185"/>
                                        </p:tgtEl>
                                      </p:cBhvr>
                                    </p:animEffect>
                                  </p:childTnLst>
                                </p:cTn>
                              </p:par>
                              <p:par>
                                <p:cTn fill="hold" nodeType="withEffect" presetClass="entr" presetID="10" presetSubtype="0">
                                  <p:stCondLst>
                                    <p:cond delay="0"/>
                                  </p:stCondLst>
                                  <p:childTnLst>
                                    <p:set>
                                      <p:cBhvr>
                                        <p:cTn dur="1" fill="hold">
                                          <p:stCondLst>
                                            <p:cond delay="0"/>
                                          </p:stCondLst>
                                        </p:cTn>
                                        <p:tgtEl>
                                          <p:spTgt spid="1184"/>
                                        </p:tgtEl>
                                        <p:attrNameLst>
                                          <p:attrName>style.visibility</p:attrName>
                                        </p:attrNameLst>
                                      </p:cBhvr>
                                      <p:to>
                                        <p:strVal val="visible"/>
                                      </p:to>
                                    </p:set>
                                    <p:animEffect filter="fade" transition="in">
                                      <p:cBhvr>
                                        <p:cTn dur="1000"/>
                                        <p:tgtEl>
                                          <p:spTgt spid="1184"/>
                                        </p:tgtEl>
                                      </p:cBhvr>
                                    </p:animEffect>
                                  </p:childTnLst>
                                </p:cTn>
                              </p:par>
                              <p:par>
                                <p:cTn fill="hold" nodeType="with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1000"/>
                                        <p:tgtEl>
                                          <p:spTgt spid="1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7"/>
                                        </p:tgtEl>
                                        <p:attrNameLst>
                                          <p:attrName>style.visibility</p:attrName>
                                        </p:attrNameLst>
                                      </p:cBhvr>
                                      <p:to>
                                        <p:strVal val="visible"/>
                                      </p:to>
                                    </p:set>
                                    <p:animEffect filter="fade" transition="in">
                                      <p:cBhvr>
                                        <p:cTn dur="1000"/>
                                        <p:tgtEl>
                                          <p:spTgt spid="1177"/>
                                        </p:tgtEl>
                                      </p:cBhvr>
                                    </p:animEffect>
                                  </p:childTnLst>
                                </p:cTn>
                              </p:par>
                              <p:par>
                                <p:cTn fill="hold" nodeType="withEffect" presetClass="entr" presetID="10" presetSubtype="0">
                                  <p:stCondLst>
                                    <p:cond delay="0"/>
                                  </p:stCondLst>
                                  <p:childTnLst>
                                    <p:set>
                                      <p:cBhvr>
                                        <p:cTn dur="1" fill="hold">
                                          <p:stCondLst>
                                            <p:cond delay="0"/>
                                          </p:stCondLst>
                                        </p:cTn>
                                        <p:tgtEl>
                                          <p:spTgt spid="1181"/>
                                        </p:tgtEl>
                                        <p:attrNameLst>
                                          <p:attrName>style.visibility</p:attrName>
                                        </p:attrNameLst>
                                      </p:cBhvr>
                                      <p:to>
                                        <p:strVal val="visible"/>
                                      </p:to>
                                    </p:set>
                                    <p:animEffect filter="fade" transition="in">
                                      <p:cBhvr>
                                        <p:cTn dur="1000"/>
                                        <p:tgtEl>
                                          <p:spTgt spid="1181"/>
                                        </p:tgtEl>
                                      </p:cBhvr>
                                    </p:animEffect>
                                  </p:childTnLst>
                                </p:cTn>
                              </p:par>
                              <p:par>
                                <p:cTn fill="hold" nodeType="with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1000"/>
                                        <p:tgtEl>
                                          <p:spTgt spid="1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8"/>
                                        </p:tgtEl>
                                        <p:attrNameLst>
                                          <p:attrName>style.visibility</p:attrName>
                                        </p:attrNameLst>
                                      </p:cBhvr>
                                      <p:to>
                                        <p:strVal val="visible"/>
                                      </p:to>
                                    </p:set>
                                    <p:animEffect filter="fade" transition="in">
                                      <p:cBhvr>
                                        <p:cTn dur="1000"/>
                                        <p:tgtEl>
                                          <p:spTgt spid="1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gtEl>
                                        <p:attrNameLst>
                                          <p:attrName>style.visibility</p:attrName>
                                        </p:attrNameLst>
                                      </p:cBhvr>
                                      <p:to>
                                        <p:strVal val="visible"/>
                                      </p:to>
                                    </p:set>
                                    <p:animEffect filter="fade" transition="in">
                                      <p:cBhvr>
                                        <p:cTn dur="1000"/>
                                        <p:tgtEl>
                                          <p:spTgt spid="1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55"/>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195" name="Google Shape;1195;p55"/>
          <p:cNvSpPr txBox="1"/>
          <p:nvPr/>
        </p:nvSpPr>
        <p:spPr>
          <a:xfrm>
            <a:off x="5916834" y="1193520"/>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Respuesta temporal</a:t>
            </a:r>
            <a:endParaRPr/>
          </a:p>
        </p:txBody>
      </p:sp>
      <p:sp>
        <p:nvSpPr>
          <p:cNvPr id="1196" name="Google Shape;1196;p55"/>
          <p:cNvSpPr txBox="1"/>
          <p:nvPr/>
        </p:nvSpPr>
        <p:spPr>
          <a:xfrm>
            <a:off x="836612" y="4833834"/>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Descripción y funcionamiento</a:t>
            </a:r>
            <a:endParaRPr/>
          </a:p>
        </p:txBody>
      </p:sp>
      <p:sp>
        <p:nvSpPr>
          <p:cNvPr id="1197" name="Google Shape;1197;p55"/>
          <p:cNvSpPr txBox="1"/>
          <p:nvPr/>
        </p:nvSpPr>
        <p:spPr>
          <a:xfrm>
            <a:off x="836612" y="1220018"/>
            <a:ext cx="420189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Sensor de Proximidad inductivo</a:t>
            </a:r>
            <a:endParaRPr/>
          </a:p>
        </p:txBody>
      </p:sp>
      <p:sp>
        <p:nvSpPr>
          <p:cNvPr id="1198" name="Google Shape;1198;p55"/>
          <p:cNvSpPr txBox="1"/>
          <p:nvPr>
            <p:ph idx="2" type="body"/>
          </p:nvPr>
        </p:nvSpPr>
        <p:spPr>
          <a:xfrm>
            <a:off x="836612" y="5305253"/>
            <a:ext cx="4936391" cy="1154026"/>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000000"/>
              </a:buClr>
              <a:buSzPts val="2000"/>
              <a:buNone/>
            </a:pPr>
            <a:r>
              <a:rPr b="0" i="0" lang="es-BO" sz="2000" u="none" strike="noStrike">
                <a:solidFill>
                  <a:srgbClr val="000000"/>
                </a:solidFill>
                <a:latin typeface="Times New Roman"/>
                <a:ea typeface="Times New Roman"/>
                <a:cs typeface="Times New Roman"/>
                <a:sym typeface="Times New Roman"/>
              </a:rPr>
              <a:t>Este tipo de sensores incorporan una bobina electromagnética que es usada para detectar la presencia de un objeto de metal conductor. Ignoran los objetos no metálicos.</a:t>
            </a:r>
            <a:endParaRPr sz="2000">
              <a:latin typeface="Times New Roman"/>
              <a:ea typeface="Times New Roman"/>
              <a:cs typeface="Times New Roman"/>
              <a:sym typeface="Times New Roman"/>
            </a:endParaRPr>
          </a:p>
        </p:txBody>
      </p:sp>
      <p:pic>
        <p:nvPicPr>
          <p:cNvPr id="1199" name="Google Shape;1199;p55"/>
          <p:cNvPicPr preferRelativeResize="0"/>
          <p:nvPr/>
        </p:nvPicPr>
        <p:blipFill rotWithShape="1">
          <a:blip r:embed="rId3">
            <a:alphaModFix/>
          </a:blip>
          <a:srcRect b="0" l="0" r="0" t="0"/>
          <a:stretch/>
        </p:blipFill>
        <p:spPr>
          <a:xfrm>
            <a:off x="3664766" y="1655861"/>
            <a:ext cx="1979613" cy="1484710"/>
          </a:xfrm>
          <a:prstGeom prst="rect">
            <a:avLst/>
          </a:prstGeom>
          <a:noFill/>
          <a:ln>
            <a:noFill/>
          </a:ln>
        </p:spPr>
      </p:pic>
      <p:pic>
        <p:nvPicPr>
          <p:cNvPr id="1200" name="Google Shape;1200;p55"/>
          <p:cNvPicPr preferRelativeResize="0"/>
          <p:nvPr/>
        </p:nvPicPr>
        <p:blipFill rotWithShape="1">
          <a:blip r:embed="rId4">
            <a:alphaModFix/>
          </a:blip>
          <a:srcRect b="0" l="0" r="0" t="0"/>
          <a:stretch/>
        </p:blipFill>
        <p:spPr>
          <a:xfrm>
            <a:off x="7153496" y="1748366"/>
            <a:ext cx="2695575" cy="1990725"/>
          </a:xfrm>
          <a:prstGeom prst="rect">
            <a:avLst/>
          </a:prstGeom>
          <a:noFill/>
          <a:ln>
            <a:noFill/>
          </a:ln>
        </p:spPr>
      </p:pic>
      <p:pic>
        <p:nvPicPr>
          <p:cNvPr id="1201" name="Google Shape;1201;p55"/>
          <p:cNvPicPr preferRelativeResize="0"/>
          <p:nvPr/>
        </p:nvPicPr>
        <p:blipFill rotWithShape="1">
          <a:blip r:embed="rId5">
            <a:alphaModFix/>
          </a:blip>
          <a:srcRect b="0" l="0" r="0" t="0"/>
          <a:stretch/>
        </p:blipFill>
        <p:spPr>
          <a:xfrm>
            <a:off x="7096346" y="3995067"/>
            <a:ext cx="2752725" cy="2000250"/>
          </a:xfrm>
          <a:prstGeom prst="rect">
            <a:avLst/>
          </a:prstGeom>
          <a:noFill/>
          <a:ln>
            <a:noFill/>
          </a:ln>
        </p:spPr>
      </p:pic>
      <p:pic>
        <p:nvPicPr>
          <p:cNvPr id="1202" name="Google Shape;1202;p55"/>
          <p:cNvPicPr preferRelativeResize="0"/>
          <p:nvPr/>
        </p:nvPicPr>
        <p:blipFill rotWithShape="1">
          <a:blip r:embed="rId6">
            <a:alphaModFix/>
          </a:blip>
          <a:srcRect b="0" l="0" r="0" t="0"/>
          <a:stretch/>
        </p:blipFill>
        <p:spPr>
          <a:xfrm>
            <a:off x="3664767" y="3279289"/>
            <a:ext cx="1979612" cy="1484709"/>
          </a:xfrm>
          <a:prstGeom prst="rect">
            <a:avLst/>
          </a:prstGeom>
          <a:noFill/>
          <a:ln>
            <a:noFill/>
          </a:ln>
        </p:spPr>
      </p:pic>
      <p:sp>
        <p:nvSpPr>
          <p:cNvPr id="1203" name="Google Shape;1203;p55"/>
          <p:cNvSpPr txBox="1"/>
          <p:nvPr/>
        </p:nvSpPr>
        <p:spPr>
          <a:xfrm>
            <a:off x="1432466" y="3739467"/>
            <a:ext cx="150631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TL-08NK</a:t>
            </a:r>
            <a:endParaRPr/>
          </a:p>
        </p:txBody>
      </p:sp>
      <p:sp>
        <p:nvSpPr>
          <p:cNvPr id="1204" name="Google Shape;1204;p55"/>
          <p:cNvSpPr txBox="1"/>
          <p:nvPr/>
        </p:nvSpPr>
        <p:spPr>
          <a:xfrm>
            <a:off x="1432466" y="2226239"/>
            <a:ext cx="197961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LM18-3008NA</a:t>
            </a:r>
            <a:endParaRPr/>
          </a:p>
        </p:txBody>
      </p:sp>
      <p:sp>
        <p:nvSpPr>
          <p:cNvPr id="1205" name="Google Shape;1205;p55"/>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SENSORES</a:t>
            </a:r>
            <a:endParaRPr>
              <a:solidFill>
                <a:srgbClr val="002060"/>
              </a:solidFil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gtEl>
                                        <p:attrNameLst>
                                          <p:attrName>style.visibility</p:attrName>
                                        </p:attrNameLst>
                                      </p:cBhvr>
                                      <p:to>
                                        <p:strVal val="visible"/>
                                      </p:to>
                                    </p:set>
                                    <p:animEffect filter="fade" transition="in">
                                      <p:cBhvr>
                                        <p:cTn dur="1000"/>
                                        <p:tgtEl>
                                          <p:spTgt spid="1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1000"/>
                                        <p:tgtEl>
                                          <p:spTgt spid="1202"/>
                                        </p:tgtEl>
                                      </p:cBhvr>
                                    </p:animEffect>
                                  </p:childTnLst>
                                </p:cTn>
                              </p:par>
                              <p:par>
                                <p:cTn fill="hold" nodeType="withEffect" presetClass="entr" presetID="10" presetSubtype="0">
                                  <p:stCondLst>
                                    <p:cond delay="0"/>
                                  </p:stCondLst>
                                  <p:childTnLst>
                                    <p:set>
                                      <p:cBhvr>
                                        <p:cTn dur="1" fill="hold">
                                          <p:stCondLst>
                                            <p:cond delay="0"/>
                                          </p:stCondLst>
                                        </p:cTn>
                                        <p:tgtEl>
                                          <p:spTgt spid="1203"/>
                                        </p:tgtEl>
                                        <p:attrNameLst>
                                          <p:attrName>style.visibility</p:attrName>
                                        </p:attrNameLst>
                                      </p:cBhvr>
                                      <p:to>
                                        <p:strVal val="visible"/>
                                      </p:to>
                                    </p:set>
                                    <p:animEffect filter="fade" transition="in">
                                      <p:cBhvr>
                                        <p:cTn dur="1000"/>
                                        <p:tgtEl>
                                          <p:spTgt spid="1203"/>
                                        </p:tgtEl>
                                      </p:cBhvr>
                                    </p:animEffect>
                                  </p:childTnLst>
                                </p:cTn>
                              </p:par>
                              <p:par>
                                <p:cTn fill="hold" nodeType="withEffect" presetClass="entr" presetID="10" presetSubtype="0">
                                  <p:stCondLst>
                                    <p:cond delay="0"/>
                                  </p:stCondLst>
                                  <p:childTnLst>
                                    <p:set>
                                      <p:cBhvr>
                                        <p:cTn dur="1" fill="hold">
                                          <p:stCondLst>
                                            <p:cond delay="0"/>
                                          </p:stCondLst>
                                        </p:cTn>
                                        <p:tgtEl>
                                          <p:spTgt spid="1199"/>
                                        </p:tgtEl>
                                        <p:attrNameLst>
                                          <p:attrName>style.visibility</p:attrName>
                                        </p:attrNameLst>
                                      </p:cBhvr>
                                      <p:to>
                                        <p:strVal val="visible"/>
                                      </p:to>
                                    </p:set>
                                    <p:animEffect filter="fade" transition="in">
                                      <p:cBhvr>
                                        <p:cTn dur="1000"/>
                                        <p:tgtEl>
                                          <p:spTgt spid="1199"/>
                                        </p:tgtEl>
                                      </p:cBhvr>
                                    </p:animEffect>
                                  </p:childTnLst>
                                </p:cTn>
                              </p:par>
                              <p:par>
                                <p:cTn fill="hold" nodeType="withEffect" presetClass="entr" presetID="10" presetSubtype="0">
                                  <p:stCondLst>
                                    <p:cond delay="0"/>
                                  </p:stCondLst>
                                  <p:childTnLst>
                                    <p:set>
                                      <p:cBhvr>
                                        <p:cTn dur="1" fill="hold">
                                          <p:stCondLst>
                                            <p:cond delay="0"/>
                                          </p:stCondLst>
                                        </p:cTn>
                                        <p:tgtEl>
                                          <p:spTgt spid="1204"/>
                                        </p:tgtEl>
                                        <p:attrNameLst>
                                          <p:attrName>style.visibility</p:attrName>
                                        </p:attrNameLst>
                                      </p:cBhvr>
                                      <p:to>
                                        <p:strVal val="visible"/>
                                      </p:to>
                                    </p:set>
                                    <p:animEffect filter="fade" transition="in">
                                      <p:cBhvr>
                                        <p:cTn dur="1000"/>
                                        <p:tgtEl>
                                          <p:spTgt spid="1204"/>
                                        </p:tgtEl>
                                      </p:cBhvr>
                                    </p:animEffect>
                                  </p:childTnLst>
                                </p:cTn>
                              </p:par>
                              <p:par>
                                <p:cTn fill="hold" nodeType="withEffect" presetClass="entr" presetID="10" presetSubtype="0">
                                  <p:stCondLst>
                                    <p:cond delay="0"/>
                                  </p:stCondLst>
                                  <p:childTnLst>
                                    <p:set>
                                      <p:cBhvr>
                                        <p:cTn dur="1" fill="hold">
                                          <p:stCondLst>
                                            <p:cond delay="0"/>
                                          </p:stCondLst>
                                        </p:cTn>
                                        <p:tgtEl>
                                          <p:spTgt spid="1197"/>
                                        </p:tgtEl>
                                        <p:attrNameLst>
                                          <p:attrName>style.visibility</p:attrName>
                                        </p:attrNameLst>
                                      </p:cBhvr>
                                      <p:to>
                                        <p:strVal val="visible"/>
                                      </p:to>
                                    </p:set>
                                    <p:animEffect filter="fade" transition="in">
                                      <p:cBhvr>
                                        <p:cTn dur="1000"/>
                                        <p:tgtEl>
                                          <p:spTgt spid="1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xEl>
                                              <p:pRg end="0" st="0"/>
                                            </p:txEl>
                                          </p:spTgt>
                                        </p:tgtEl>
                                        <p:attrNameLst>
                                          <p:attrName>style.visibility</p:attrName>
                                        </p:attrNameLst>
                                      </p:cBhvr>
                                      <p:to>
                                        <p:strVal val="visible"/>
                                      </p:to>
                                    </p:set>
                                    <p:animEffect filter="fade" transition="in">
                                      <p:cBhvr>
                                        <p:cTn dur="1000"/>
                                        <p:tgtEl>
                                          <p:spTgt spid="119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96"/>
                                        </p:tgtEl>
                                        <p:attrNameLst>
                                          <p:attrName>style.visibility</p:attrName>
                                        </p:attrNameLst>
                                      </p:cBhvr>
                                      <p:to>
                                        <p:strVal val="visible"/>
                                      </p:to>
                                    </p:set>
                                    <p:animEffect filter="fade" transition="in">
                                      <p:cBhvr>
                                        <p:cTn dur="1000"/>
                                        <p:tgtEl>
                                          <p:spTgt spid="1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5"/>
                                        </p:tgtEl>
                                        <p:attrNameLst>
                                          <p:attrName>style.visibility</p:attrName>
                                        </p:attrNameLst>
                                      </p:cBhvr>
                                      <p:to>
                                        <p:strVal val="visible"/>
                                      </p:to>
                                    </p:set>
                                    <p:animEffect filter="fade" transition="in">
                                      <p:cBhvr>
                                        <p:cTn dur="1000"/>
                                        <p:tgtEl>
                                          <p:spTgt spid="1195"/>
                                        </p:tgtEl>
                                      </p:cBhvr>
                                    </p:animEffect>
                                  </p:childTnLst>
                                </p:cTn>
                              </p:par>
                              <p:par>
                                <p:cTn fill="hold" nodeType="with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1000"/>
                                        <p:tgtEl>
                                          <p:spTgt spid="1200"/>
                                        </p:tgtEl>
                                      </p:cBhvr>
                                    </p:animEffect>
                                  </p:childTnLst>
                                </p:cTn>
                              </p:par>
                              <p:par>
                                <p:cTn fill="hold" nodeType="withEffect" presetClass="entr" presetID="10" presetSubtype="0">
                                  <p:stCondLst>
                                    <p:cond delay="0"/>
                                  </p:stCondLst>
                                  <p:childTnLst>
                                    <p:set>
                                      <p:cBhvr>
                                        <p:cTn dur="1" fill="hold">
                                          <p:stCondLst>
                                            <p:cond delay="0"/>
                                          </p:stCondLst>
                                        </p:cTn>
                                        <p:tgtEl>
                                          <p:spTgt spid="1201"/>
                                        </p:tgtEl>
                                        <p:attrNameLst>
                                          <p:attrName>style.visibility</p:attrName>
                                        </p:attrNameLst>
                                      </p:cBhvr>
                                      <p:to>
                                        <p:strVal val="visible"/>
                                      </p:to>
                                    </p:set>
                                    <p:animEffect filter="fade" transition="in">
                                      <p:cBhvr>
                                        <p:cTn dur="1000"/>
                                        <p:tgtEl>
                                          <p:spTgt spid="1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56"/>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SENSORES</a:t>
            </a:r>
            <a:endParaRPr>
              <a:solidFill>
                <a:srgbClr val="002060"/>
              </a:solidFill>
            </a:endParaRPr>
          </a:p>
        </p:txBody>
      </p:sp>
      <p:sp>
        <p:nvSpPr>
          <p:cNvPr id="1212" name="Google Shape;1212;p56"/>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213" name="Google Shape;1213;p56"/>
          <p:cNvSpPr txBox="1"/>
          <p:nvPr/>
        </p:nvSpPr>
        <p:spPr>
          <a:xfrm>
            <a:off x="839788" y="987425"/>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Tareas que realiza el sensor</a:t>
            </a:r>
            <a:endParaRPr/>
          </a:p>
        </p:txBody>
      </p:sp>
      <p:graphicFrame>
        <p:nvGraphicFramePr>
          <p:cNvPr id="1214" name="Google Shape;1214;p56"/>
          <p:cNvGraphicFramePr/>
          <p:nvPr/>
        </p:nvGraphicFramePr>
        <p:xfrm>
          <a:off x="4080000" y="4269524"/>
          <a:ext cx="3000000" cy="3000000"/>
        </p:xfrm>
        <a:graphic>
          <a:graphicData uri="http://schemas.openxmlformats.org/drawingml/2006/table">
            <a:tbl>
              <a:tblPr bandRow="1" firstRow="1">
                <a:noFill/>
                <a:tableStyleId>{71875DB0-3CC1-41E8-98A1-462444128FE6}</a:tableStyleId>
              </a:tblPr>
              <a:tblGrid>
                <a:gridCol w="2016000"/>
                <a:gridCol w="2016000"/>
              </a:tblGrid>
              <a:tr h="496825">
                <a:tc gridSpan="2">
                  <a:txBody>
                    <a:bodyPr/>
                    <a:lstStyle/>
                    <a:p>
                      <a:pPr indent="0" lvl="0" marL="0" marR="0" rtl="0" algn="ctr">
                        <a:spcBef>
                          <a:spcPts val="0"/>
                        </a:spcBef>
                        <a:spcAft>
                          <a:spcPts val="0"/>
                        </a:spcAft>
                        <a:buNone/>
                      </a:pPr>
                      <a:r>
                        <a:rPr b="1" lang="es-BO" sz="2000">
                          <a:solidFill>
                            <a:srgbClr val="7030A0"/>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Transporte</a:t>
                      </a:r>
                      <a:endParaRPr/>
                    </a:p>
                  </a:txBody>
                  <a:tcPr marT="45725" marB="45725" marR="91450" marL="91450"/>
                </a:tc>
                <a:tc hMerge="1"/>
              </a:tr>
              <a:tr h="280825">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r>
              <a:tr h="1022450">
                <a:tc gridSpan="2">
                  <a:txBody>
                    <a:bodyPr/>
                    <a:lstStyle/>
                    <a:p>
                      <a:pPr indent="0" lvl="0" marL="0" marR="0" rtl="0" algn="just">
                        <a:spcBef>
                          <a:spcPts val="0"/>
                        </a:spcBef>
                        <a:spcAft>
                          <a:spcPts val="0"/>
                        </a:spcAft>
                        <a:buNone/>
                      </a:pPr>
                      <a:r>
                        <a:rPr lang="es-BO" sz="2000">
                          <a:latin typeface="Times New Roman"/>
                          <a:ea typeface="Times New Roman"/>
                          <a:cs typeface="Times New Roman"/>
                          <a:sym typeface="Times New Roman"/>
                        </a:rPr>
                        <a:t>Se encuentra en la posición inicial de la unidad de transporte. Detecta si la unidad de transporta se encuentra en la posición inicial.</a:t>
                      </a:r>
                      <a:endParaRPr/>
                    </a:p>
                  </a:txBody>
                  <a:tcPr marT="45725" marB="45725" marR="91450" marL="91450"/>
                </a:tc>
                <a:tc hMerge="1"/>
              </a:tr>
            </a:tbl>
          </a:graphicData>
        </a:graphic>
      </p:graphicFrame>
      <p:sp>
        <p:nvSpPr>
          <p:cNvPr id="1215" name="Google Shape;1215;p56"/>
          <p:cNvSpPr txBox="1"/>
          <p:nvPr/>
        </p:nvSpPr>
        <p:spPr>
          <a:xfrm>
            <a:off x="839788" y="4069469"/>
            <a:ext cx="150631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TL-08NK</a:t>
            </a:r>
            <a:endParaRPr/>
          </a:p>
        </p:txBody>
      </p:sp>
      <p:sp>
        <p:nvSpPr>
          <p:cNvPr id="1216" name="Google Shape;1216;p56"/>
          <p:cNvSpPr txBox="1"/>
          <p:nvPr/>
        </p:nvSpPr>
        <p:spPr>
          <a:xfrm>
            <a:off x="839788" y="1387535"/>
            <a:ext cx="197961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LM18-3008NA</a:t>
            </a:r>
            <a:endParaRPr/>
          </a:p>
        </p:txBody>
      </p:sp>
      <p:graphicFrame>
        <p:nvGraphicFramePr>
          <p:cNvPr id="1217" name="Google Shape;1217;p56"/>
          <p:cNvGraphicFramePr/>
          <p:nvPr/>
        </p:nvGraphicFramePr>
        <p:xfrm>
          <a:off x="3522000" y="1587590"/>
          <a:ext cx="3000000" cy="3000000"/>
        </p:xfrm>
        <a:graphic>
          <a:graphicData uri="http://schemas.openxmlformats.org/drawingml/2006/table">
            <a:tbl>
              <a:tblPr bandRow="1" firstRow="1">
                <a:noFill/>
                <a:tableStyleId>{71875DB0-3CC1-41E8-98A1-462444128FE6}</a:tableStyleId>
              </a:tblPr>
              <a:tblGrid>
                <a:gridCol w="1287000"/>
                <a:gridCol w="1287000"/>
                <a:gridCol w="1287000"/>
                <a:gridCol w="1287000"/>
              </a:tblGrid>
              <a:tr h="625075">
                <a:tc gridSpan="2">
                  <a:txBody>
                    <a:bodyPr/>
                    <a:lstStyle/>
                    <a:p>
                      <a:pPr indent="0" lvl="0" marL="0" marR="0" rtl="0" algn="ctr">
                        <a:spcBef>
                          <a:spcPts val="0"/>
                        </a:spcBef>
                        <a:spcAft>
                          <a:spcPts val="0"/>
                        </a:spcAft>
                        <a:buNone/>
                      </a:pPr>
                      <a:r>
                        <a:rPr b="1" lang="es-BO" sz="2000">
                          <a:solidFill>
                            <a:srgbClr val="002060"/>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Selección</a:t>
                      </a:r>
                      <a:endParaRPr/>
                    </a:p>
                  </a:txBody>
                  <a:tcPr marT="45725" marB="45725" marR="91450" marL="91450"/>
                </a:tc>
                <a:tc hMerge="1"/>
                <a:tc gridSpan="2">
                  <a:txBody>
                    <a:bodyPr/>
                    <a:lstStyle/>
                    <a:p>
                      <a:pPr indent="0" lvl="0" marL="0" marR="0" rtl="0" algn="ctr">
                        <a:spcBef>
                          <a:spcPts val="0"/>
                        </a:spcBef>
                        <a:spcAft>
                          <a:spcPts val="0"/>
                        </a:spcAft>
                        <a:buNone/>
                      </a:pPr>
                      <a:r>
                        <a:rPr b="1" lang="es-BO" sz="2000">
                          <a:solidFill>
                            <a:srgbClr val="C55A11"/>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Alimentación</a:t>
                      </a:r>
                      <a:endParaRPr/>
                    </a:p>
                  </a:txBody>
                  <a:tcPr marT="45725" marB="45725" marR="91450" marL="91450"/>
                </a:tc>
                <a:tc hMerge="1"/>
              </a:tr>
              <a:tr h="353300">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r>
              <a:tr h="1286375">
                <a:tc gridSpan="2">
                  <a:txBody>
                    <a:bodyPr/>
                    <a:lstStyle/>
                    <a:p>
                      <a:pPr indent="0" lvl="0" marL="0" marR="0" rtl="0" algn="just">
                        <a:spcBef>
                          <a:spcPts val="0"/>
                        </a:spcBef>
                        <a:spcAft>
                          <a:spcPts val="0"/>
                        </a:spcAft>
                        <a:buNone/>
                      </a:pPr>
                      <a:r>
                        <a:rPr lang="es-BO" sz="2000">
                          <a:latin typeface="Times New Roman"/>
                          <a:ea typeface="Times New Roman"/>
                          <a:cs typeface="Times New Roman"/>
                          <a:sym typeface="Times New Roman"/>
                        </a:rPr>
                        <a:t>Detecta la presencia de la piezas de tipo metal, para su próxima selección</a:t>
                      </a:r>
                      <a:endParaRPr/>
                    </a:p>
                  </a:txBody>
                  <a:tcPr marT="45725" marB="45725" marR="91450" marL="91450"/>
                </a:tc>
                <a:tc hMerge="1"/>
                <a:tc gridSpan="2">
                  <a:txBody>
                    <a:bodyPr/>
                    <a:lstStyle/>
                    <a:p>
                      <a:pPr indent="0" lvl="0" marL="0" marR="0" rtl="0" algn="just">
                        <a:lnSpc>
                          <a:spcPct val="100000"/>
                        </a:lnSpc>
                        <a:spcBef>
                          <a:spcPts val="0"/>
                        </a:spcBef>
                        <a:spcAft>
                          <a:spcPts val="0"/>
                        </a:spcAft>
                        <a:buClr>
                          <a:schemeClr val="dk1"/>
                        </a:buClr>
                        <a:buSzPts val="2000"/>
                        <a:buFont typeface="Times New Roman"/>
                        <a:buNone/>
                      </a:pPr>
                      <a:r>
                        <a:rPr lang="es-BO" sz="2000">
                          <a:latin typeface="Times New Roman"/>
                          <a:ea typeface="Times New Roman"/>
                          <a:cs typeface="Times New Roman"/>
                          <a:sym typeface="Times New Roman"/>
                        </a:rPr>
                        <a:t>Detecta la presencia de la piezas de tipo metal, para su ingreso a la unidad de alimentación</a:t>
                      </a:r>
                      <a:endParaRPr/>
                    </a:p>
                  </a:txBody>
                  <a:tcPr marT="45725" marB="45725" marR="91450" marL="91450"/>
                </a:tc>
                <a:tc hMerge="1"/>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1000"/>
                                        <p:tgtEl>
                                          <p:spTgt spid="1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gtEl>
                                        <p:attrNameLst>
                                          <p:attrName>style.visibility</p:attrName>
                                        </p:attrNameLst>
                                      </p:cBhvr>
                                      <p:to>
                                        <p:strVal val="visible"/>
                                      </p:to>
                                    </p:set>
                                    <p:animEffect filter="fade" transition="in">
                                      <p:cBhvr>
                                        <p:cTn dur="1000"/>
                                        <p:tgtEl>
                                          <p:spTgt spid="1213"/>
                                        </p:tgtEl>
                                      </p:cBhvr>
                                    </p:animEffect>
                                  </p:childTnLst>
                                </p:cTn>
                              </p:par>
                              <p:par>
                                <p:cTn fill="hold" nodeType="withEffect" presetClass="entr" presetID="10" presetSubtype="0">
                                  <p:stCondLst>
                                    <p:cond delay="0"/>
                                  </p:stCondLst>
                                  <p:childTnLst>
                                    <p:set>
                                      <p:cBhvr>
                                        <p:cTn dur="1" fill="hold">
                                          <p:stCondLst>
                                            <p:cond delay="0"/>
                                          </p:stCondLst>
                                        </p:cTn>
                                        <p:tgtEl>
                                          <p:spTgt spid="1216"/>
                                        </p:tgtEl>
                                        <p:attrNameLst>
                                          <p:attrName>style.visibility</p:attrName>
                                        </p:attrNameLst>
                                      </p:cBhvr>
                                      <p:to>
                                        <p:strVal val="visible"/>
                                      </p:to>
                                    </p:set>
                                    <p:animEffect filter="fade" transition="in">
                                      <p:cBhvr>
                                        <p:cTn dur="1000"/>
                                        <p:tgtEl>
                                          <p:spTgt spid="1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7"/>
                                        </p:tgtEl>
                                        <p:attrNameLst>
                                          <p:attrName>style.visibility</p:attrName>
                                        </p:attrNameLst>
                                      </p:cBhvr>
                                      <p:to>
                                        <p:strVal val="visible"/>
                                      </p:to>
                                    </p:set>
                                    <p:animEffect filter="fade" transition="in">
                                      <p:cBhvr>
                                        <p:cTn dur="1000"/>
                                        <p:tgtEl>
                                          <p:spTgt spid="1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5"/>
                                        </p:tgtEl>
                                        <p:attrNameLst>
                                          <p:attrName>style.visibility</p:attrName>
                                        </p:attrNameLst>
                                      </p:cBhvr>
                                      <p:to>
                                        <p:strVal val="visible"/>
                                      </p:to>
                                    </p:set>
                                    <p:animEffect filter="fade" transition="in">
                                      <p:cBhvr>
                                        <p:cTn dur="1000"/>
                                        <p:tgtEl>
                                          <p:spTgt spid="12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4"/>
                                        </p:tgtEl>
                                        <p:attrNameLst>
                                          <p:attrName>style.visibility</p:attrName>
                                        </p:attrNameLst>
                                      </p:cBhvr>
                                      <p:to>
                                        <p:strVal val="visible"/>
                                      </p:to>
                                    </p:set>
                                    <p:animEffect filter="fade" transition="in">
                                      <p:cBhvr>
                                        <p:cTn dur="1000"/>
                                        <p:tgtEl>
                                          <p:spTgt spid="1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57"/>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
        <p:nvSpPr>
          <p:cNvPr id="1224" name="Google Shape;1224;p57"/>
          <p:cNvSpPr txBox="1"/>
          <p:nvPr/>
        </p:nvSpPr>
        <p:spPr>
          <a:xfrm>
            <a:off x="836611" y="3047334"/>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Descripción y funcionamiento</a:t>
            </a:r>
            <a:endParaRPr/>
          </a:p>
        </p:txBody>
      </p:sp>
      <p:sp>
        <p:nvSpPr>
          <p:cNvPr id="1225" name="Google Shape;1225;p57"/>
          <p:cNvSpPr txBox="1"/>
          <p:nvPr/>
        </p:nvSpPr>
        <p:spPr>
          <a:xfrm>
            <a:off x="836612" y="1096034"/>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Encoder Incremental</a:t>
            </a:r>
            <a:endParaRPr/>
          </a:p>
        </p:txBody>
      </p:sp>
      <p:sp>
        <p:nvSpPr>
          <p:cNvPr id="1226" name="Google Shape;1226;p57"/>
          <p:cNvSpPr txBox="1"/>
          <p:nvPr>
            <p:ph idx="2" type="body"/>
          </p:nvPr>
        </p:nvSpPr>
        <p:spPr>
          <a:xfrm>
            <a:off x="818906" y="3478221"/>
            <a:ext cx="5277094" cy="279859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b="0" i="0" lang="es-BO" sz="2000">
                <a:latin typeface="Times New Roman"/>
                <a:ea typeface="Times New Roman"/>
                <a:cs typeface="Times New Roman"/>
                <a:sym typeface="Times New Roman"/>
              </a:rPr>
              <a:t>El </a:t>
            </a:r>
            <a:r>
              <a:rPr i="0" lang="es-BO" sz="2000">
                <a:latin typeface="Times New Roman"/>
                <a:ea typeface="Times New Roman"/>
                <a:cs typeface="Times New Roman"/>
                <a:sym typeface="Times New Roman"/>
              </a:rPr>
              <a:t>encoder incremental </a:t>
            </a:r>
            <a:r>
              <a:rPr b="0" i="0" lang="es-BO" sz="2000">
                <a:latin typeface="Times New Roman"/>
                <a:ea typeface="Times New Roman"/>
                <a:cs typeface="Times New Roman"/>
                <a:sym typeface="Times New Roman"/>
              </a:rPr>
              <a:t>tiene 2 salidas básicamente nombradas como </a:t>
            </a:r>
            <a:r>
              <a:rPr b="1" i="0" lang="es-BO" sz="2000">
                <a:latin typeface="Times New Roman"/>
                <a:ea typeface="Times New Roman"/>
                <a:cs typeface="Times New Roman"/>
                <a:sym typeface="Times New Roman"/>
              </a:rPr>
              <a:t>A</a:t>
            </a:r>
            <a:r>
              <a:rPr b="0" i="0" lang="es-BO" sz="2000">
                <a:latin typeface="Times New Roman"/>
                <a:ea typeface="Times New Roman"/>
                <a:cs typeface="Times New Roman"/>
                <a:sym typeface="Times New Roman"/>
              </a:rPr>
              <a:t> y</a:t>
            </a:r>
            <a:r>
              <a:rPr b="1" i="0" lang="es-BO" sz="2000">
                <a:latin typeface="Times New Roman"/>
                <a:ea typeface="Times New Roman"/>
                <a:cs typeface="Times New Roman"/>
                <a:sym typeface="Times New Roman"/>
              </a:rPr>
              <a:t> B</a:t>
            </a:r>
            <a:r>
              <a:rPr b="0" i="0" lang="es-BO" sz="2000">
                <a:latin typeface="Times New Roman"/>
                <a:ea typeface="Times New Roman"/>
                <a:cs typeface="Times New Roman"/>
                <a:sym typeface="Times New Roman"/>
              </a:rPr>
              <a:t> que dan las dos ondas, en teoría cuadradas, desfasadas 90 grados cuando hay movimiento.</a:t>
            </a:r>
            <a:endParaRPr/>
          </a:p>
        </p:txBody>
      </p:sp>
      <p:pic>
        <p:nvPicPr>
          <p:cNvPr id="1227" name="Google Shape;1227;p57"/>
          <p:cNvPicPr preferRelativeResize="0"/>
          <p:nvPr/>
        </p:nvPicPr>
        <p:blipFill rotWithShape="1">
          <a:blip r:embed="rId3">
            <a:alphaModFix/>
          </a:blip>
          <a:srcRect b="0" l="0" r="0" t="0"/>
          <a:stretch/>
        </p:blipFill>
        <p:spPr>
          <a:xfrm>
            <a:off x="2291198" y="1526921"/>
            <a:ext cx="2027217" cy="1520413"/>
          </a:xfrm>
          <a:prstGeom prst="rect">
            <a:avLst/>
          </a:prstGeom>
          <a:noFill/>
          <a:ln>
            <a:noFill/>
          </a:ln>
        </p:spPr>
      </p:pic>
      <p:pic>
        <p:nvPicPr>
          <p:cNvPr id="1228" name="Google Shape;1228;p57"/>
          <p:cNvPicPr preferRelativeResize="0"/>
          <p:nvPr/>
        </p:nvPicPr>
        <p:blipFill rotWithShape="1">
          <a:blip r:embed="rId4">
            <a:alphaModFix/>
          </a:blip>
          <a:srcRect b="54173" l="0" r="0" t="0"/>
          <a:stretch/>
        </p:blipFill>
        <p:spPr>
          <a:xfrm>
            <a:off x="1462268" y="4619852"/>
            <a:ext cx="3575659" cy="926518"/>
          </a:xfrm>
          <a:prstGeom prst="rect">
            <a:avLst/>
          </a:prstGeom>
          <a:noFill/>
          <a:ln>
            <a:noFill/>
          </a:ln>
        </p:spPr>
      </p:pic>
      <p:pic>
        <p:nvPicPr>
          <p:cNvPr id="1229" name="Google Shape;1229;p57"/>
          <p:cNvPicPr preferRelativeResize="0"/>
          <p:nvPr/>
        </p:nvPicPr>
        <p:blipFill rotWithShape="1">
          <a:blip r:embed="rId5">
            <a:alphaModFix/>
          </a:blip>
          <a:srcRect b="0" l="0" r="0" t="0"/>
          <a:stretch/>
        </p:blipFill>
        <p:spPr>
          <a:xfrm>
            <a:off x="7359780" y="1803920"/>
            <a:ext cx="2761090" cy="2065494"/>
          </a:xfrm>
          <a:prstGeom prst="rect">
            <a:avLst/>
          </a:prstGeom>
          <a:noFill/>
          <a:ln>
            <a:noFill/>
          </a:ln>
        </p:spPr>
      </p:pic>
      <p:sp>
        <p:nvSpPr>
          <p:cNvPr id="1230" name="Google Shape;1230;p57"/>
          <p:cNvSpPr txBox="1"/>
          <p:nvPr/>
        </p:nvSpPr>
        <p:spPr>
          <a:xfrm>
            <a:off x="6404746" y="1096034"/>
            <a:ext cx="4380876"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Señal de pulsos cuadrados obtenidos del encoder  incremental</a:t>
            </a:r>
            <a:endParaRPr/>
          </a:p>
        </p:txBody>
      </p:sp>
      <p:pic>
        <p:nvPicPr>
          <p:cNvPr id="1231" name="Google Shape;1231;p57"/>
          <p:cNvPicPr preferRelativeResize="0"/>
          <p:nvPr/>
        </p:nvPicPr>
        <p:blipFill rotWithShape="1">
          <a:blip r:embed="rId4">
            <a:alphaModFix/>
          </a:blip>
          <a:srcRect b="-871" l="0" r="0" t="65106"/>
          <a:stretch/>
        </p:blipFill>
        <p:spPr>
          <a:xfrm>
            <a:off x="1462268" y="5500836"/>
            <a:ext cx="3575659" cy="723099"/>
          </a:xfrm>
          <a:prstGeom prst="rect">
            <a:avLst/>
          </a:prstGeom>
          <a:noFill/>
          <a:ln>
            <a:noFill/>
          </a:ln>
        </p:spPr>
      </p:pic>
      <p:sp>
        <p:nvSpPr>
          <p:cNvPr id="1232" name="Google Shape;1232;p57"/>
          <p:cNvSpPr txBox="1"/>
          <p:nvPr>
            <p:ph type="title"/>
          </p:nvPr>
        </p:nvSpPr>
        <p:spPr>
          <a:xfrm>
            <a:off x="839788" y="457200"/>
            <a:ext cx="3932237" cy="5302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SENSORES</a:t>
            </a:r>
            <a:endParaRPr>
              <a:solidFill>
                <a:srgbClr val="002060"/>
              </a:solidFill>
            </a:endParaRPr>
          </a:p>
        </p:txBody>
      </p:sp>
      <p:sp>
        <p:nvSpPr>
          <p:cNvPr id="1233" name="Google Shape;1233;p57"/>
          <p:cNvSpPr txBox="1"/>
          <p:nvPr/>
        </p:nvSpPr>
        <p:spPr>
          <a:xfrm>
            <a:off x="6549887" y="3888356"/>
            <a:ext cx="393223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F5496"/>
              </a:buClr>
              <a:buSzPts val="2000"/>
              <a:buFont typeface="Times New Roman"/>
              <a:buNone/>
            </a:pPr>
            <a:r>
              <a:rPr b="1" i="0" lang="es-BO" sz="2000" u="none" cap="none" strike="noStrike">
                <a:solidFill>
                  <a:srgbClr val="2F5496"/>
                </a:solidFill>
                <a:latin typeface="Times New Roman"/>
                <a:ea typeface="Times New Roman"/>
                <a:cs typeface="Times New Roman"/>
                <a:sym typeface="Times New Roman"/>
              </a:rPr>
              <a:t>Tareas que realiza el sensor</a:t>
            </a:r>
            <a:endParaRPr/>
          </a:p>
        </p:txBody>
      </p:sp>
      <p:graphicFrame>
        <p:nvGraphicFramePr>
          <p:cNvPr id="1234" name="Google Shape;1234;p57"/>
          <p:cNvGraphicFramePr/>
          <p:nvPr/>
        </p:nvGraphicFramePr>
        <p:xfrm>
          <a:off x="6640138" y="4288466"/>
          <a:ext cx="3000000" cy="3000000"/>
        </p:xfrm>
        <a:graphic>
          <a:graphicData uri="http://schemas.openxmlformats.org/drawingml/2006/table">
            <a:tbl>
              <a:tblPr bandRow="1" firstRow="1">
                <a:noFill/>
                <a:tableStyleId>{71875DB0-3CC1-41E8-98A1-462444128FE6}</a:tableStyleId>
              </a:tblPr>
              <a:tblGrid>
                <a:gridCol w="2366475"/>
                <a:gridCol w="2366475"/>
              </a:tblGrid>
              <a:tr h="305775">
                <a:tc gridSpan="2">
                  <a:txBody>
                    <a:bodyPr/>
                    <a:lstStyle/>
                    <a:p>
                      <a:pPr indent="0" lvl="0" marL="0" marR="0" rtl="0" algn="ctr">
                        <a:spcBef>
                          <a:spcPts val="0"/>
                        </a:spcBef>
                        <a:spcAft>
                          <a:spcPts val="0"/>
                        </a:spcAft>
                        <a:buNone/>
                      </a:pPr>
                      <a:r>
                        <a:rPr b="1" lang="es-BO" sz="2000">
                          <a:solidFill>
                            <a:srgbClr val="002060"/>
                          </a:solidFill>
                          <a:latin typeface="Times New Roman"/>
                          <a:ea typeface="Times New Roman"/>
                          <a:cs typeface="Times New Roman"/>
                          <a:sym typeface="Times New Roman"/>
                        </a:rPr>
                        <a:t>█</a:t>
                      </a:r>
                      <a:r>
                        <a:rPr lang="es-BO" sz="2000">
                          <a:latin typeface="Times New Roman"/>
                          <a:ea typeface="Times New Roman"/>
                          <a:cs typeface="Times New Roman"/>
                          <a:sym typeface="Times New Roman"/>
                        </a:rPr>
                        <a:t>Unidad de  Selección</a:t>
                      </a:r>
                      <a:endParaRPr/>
                    </a:p>
                  </a:txBody>
                  <a:tcPr marT="45725" marB="45725" marR="91450" marL="91450"/>
                </a:tc>
                <a:tc hMerge="1"/>
              </a:tr>
              <a:tr h="305775">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Cantidad</a:t>
                      </a:r>
                      <a:endParaRPr/>
                    </a:p>
                  </a:txBody>
                  <a:tcPr marT="45725" marB="45725" marR="91450" marL="91450"/>
                </a:tc>
                <a:tc>
                  <a:txBody>
                    <a:bodyPr/>
                    <a:lstStyle/>
                    <a:p>
                      <a:pPr indent="0" lvl="0" marL="0" marR="0" rtl="0" algn="ctr">
                        <a:spcBef>
                          <a:spcPts val="0"/>
                        </a:spcBef>
                        <a:spcAft>
                          <a:spcPts val="0"/>
                        </a:spcAft>
                        <a:buNone/>
                      </a:pPr>
                      <a:r>
                        <a:rPr lang="es-BO" sz="2000">
                          <a:latin typeface="Times New Roman"/>
                          <a:ea typeface="Times New Roman"/>
                          <a:cs typeface="Times New Roman"/>
                          <a:sym typeface="Times New Roman"/>
                        </a:rPr>
                        <a:t>1</a:t>
                      </a:r>
                      <a:endParaRPr/>
                    </a:p>
                  </a:txBody>
                  <a:tcPr marT="45725" marB="45725" marR="91450" marL="91450"/>
                </a:tc>
              </a:tr>
              <a:tr h="1053825">
                <a:tc gridSpan="2">
                  <a:txBody>
                    <a:bodyPr/>
                    <a:lstStyle/>
                    <a:p>
                      <a:pPr indent="0" lvl="0" marL="0" marR="0" rtl="0" algn="just">
                        <a:spcBef>
                          <a:spcPts val="0"/>
                        </a:spcBef>
                        <a:spcAft>
                          <a:spcPts val="0"/>
                        </a:spcAft>
                        <a:buNone/>
                      </a:pPr>
                      <a:r>
                        <a:rPr lang="es-BO" sz="2000">
                          <a:latin typeface="Times New Roman"/>
                          <a:ea typeface="Times New Roman"/>
                          <a:cs typeface="Times New Roman"/>
                          <a:sym typeface="Times New Roman"/>
                        </a:rPr>
                        <a:t>Realiza la lectura del movimiento del eje del motor (que mueve  la cinta transportadora).</a:t>
                      </a:r>
                      <a:endParaRPr/>
                    </a:p>
                  </a:txBody>
                  <a:tcPr marT="45725" marB="45725" marR="91450" marL="91450"/>
                </a:tc>
                <a:tc hMerge="1"/>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2"/>
                                        </p:tgtEl>
                                        <p:attrNameLst>
                                          <p:attrName>style.visibility</p:attrName>
                                        </p:attrNameLst>
                                      </p:cBhvr>
                                      <p:to>
                                        <p:strVal val="visible"/>
                                      </p:to>
                                    </p:set>
                                    <p:animEffect filter="fade" transition="in">
                                      <p:cBhvr>
                                        <p:cTn dur="1000"/>
                                        <p:tgtEl>
                                          <p:spTgt spid="1232"/>
                                        </p:tgtEl>
                                      </p:cBhvr>
                                    </p:animEffect>
                                  </p:childTnLst>
                                </p:cTn>
                              </p:par>
                              <p:par>
                                <p:cTn fill="hold" nodeType="withEffect" presetClass="entr" presetID="10" presetSubtype="0">
                                  <p:stCondLst>
                                    <p:cond delay="0"/>
                                  </p:stCondLst>
                                  <p:childTnLst>
                                    <p:set>
                                      <p:cBhvr>
                                        <p:cTn dur="1" fill="hold">
                                          <p:stCondLst>
                                            <p:cond delay="0"/>
                                          </p:stCondLst>
                                        </p:cTn>
                                        <p:tgtEl>
                                          <p:spTgt spid="1225"/>
                                        </p:tgtEl>
                                        <p:attrNameLst>
                                          <p:attrName>style.visibility</p:attrName>
                                        </p:attrNameLst>
                                      </p:cBhvr>
                                      <p:to>
                                        <p:strVal val="visible"/>
                                      </p:to>
                                    </p:set>
                                    <p:animEffect filter="fade" transition="in">
                                      <p:cBhvr>
                                        <p:cTn dur="1000"/>
                                        <p:tgtEl>
                                          <p:spTgt spid="1225"/>
                                        </p:tgtEl>
                                      </p:cBhvr>
                                    </p:animEffect>
                                  </p:childTnLst>
                                </p:cTn>
                              </p:par>
                              <p:par>
                                <p:cTn fill="hold" nodeType="withEffect" presetClass="entr" presetID="10" presetSubtype="0">
                                  <p:stCondLst>
                                    <p:cond delay="0"/>
                                  </p:stCondLst>
                                  <p:childTnLst>
                                    <p:set>
                                      <p:cBhvr>
                                        <p:cTn dur="1" fill="hold">
                                          <p:stCondLst>
                                            <p:cond delay="0"/>
                                          </p:stCondLst>
                                        </p:cTn>
                                        <p:tgtEl>
                                          <p:spTgt spid="1227"/>
                                        </p:tgtEl>
                                        <p:attrNameLst>
                                          <p:attrName>style.visibility</p:attrName>
                                        </p:attrNameLst>
                                      </p:cBhvr>
                                      <p:to>
                                        <p:strVal val="visible"/>
                                      </p:to>
                                    </p:set>
                                    <p:animEffect filter="fade" transition="in">
                                      <p:cBhvr>
                                        <p:cTn dur="1000"/>
                                        <p:tgtEl>
                                          <p:spTgt spid="1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4"/>
                                        </p:tgtEl>
                                        <p:attrNameLst>
                                          <p:attrName>style.visibility</p:attrName>
                                        </p:attrNameLst>
                                      </p:cBhvr>
                                      <p:to>
                                        <p:strVal val="visible"/>
                                      </p:to>
                                    </p:set>
                                    <p:animEffect filter="fade" transition="in">
                                      <p:cBhvr>
                                        <p:cTn dur="1000"/>
                                        <p:tgtEl>
                                          <p:spTgt spid="1224"/>
                                        </p:tgtEl>
                                      </p:cBhvr>
                                    </p:animEffect>
                                  </p:childTnLst>
                                </p:cTn>
                              </p:par>
                              <p:par>
                                <p:cTn fill="hold" nodeType="withEffect" presetClass="entr" presetID="10" presetSubtype="0">
                                  <p:stCondLst>
                                    <p:cond delay="0"/>
                                  </p:stCondLst>
                                  <p:childTnLst>
                                    <p:set>
                                      <p:cBhvr>
                                        <p:cTn dur="1" fill="hold">
                                          <p:stCondLst>
                                            <p:cond delay="0"/>
                                          </p:stCondLst>
                                        </p:cTn>
                                        <p:tgtEl>
                                          <p:spTgt spid="1226">
                                            <p:txEl>
                                              <p:pRg end="0" st="0"/>
                                            </p:txEl>
                                          </p:spTgt>
                                        </p:tgtEl>
                                        <p:attrNameLst>
                                          <p:attrName>style.visibility</p:attrName>
                                        </p:attrNameLst>
                                      </p:cBhvr>
                                      <p:to>
                                        <p:strVal val="visible"/>
                                      </p:to>
                                    </p:set>
                                    <p:animEffect filter="fade" transition="in">
                                      <p:cBhvr>
                                        <p:cTn dur="1000"/>
                                        <p:tgtEl>
                                          <p:spTgt spid="122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28"/>
                                        </p:tgtEl>
                                        <p:attrNameLst>
                                          <p:attrName>style.visibility</p:attrName>
                                        </p:attrNameLst>
                                      </p:cBhvr>
                                      <p:to>
                                        <p:strVal val="visible"/>
                                      </p:to>
                                    </p:set>
                                    <p:animEffect filter="fade" transition="in">
                                      <p:cBhvr>
                                        <p:cTn dur="1000"/>
                                        <p:tgtEl>
                                          <p:spTgt spid="1228"/>
                                        </p:tgtEl>
                                      </p:cBhvr>
                                    </p:animEffect>
                                  </p:childTnLst>
                                </p:cTn>
                              </p:par>
                              <p:par>
                                <p:cTn fill="hold" nodeType="withEffect" presetClass="entr" presetID="10" presetSubtype="0">
                                  <p:stCondLst>
                                    <p:cond delay="0"/>
                                  </p:stCondLst>
                                  <p:childTnLst>
                                    <p:set>
                                      <p:cBhvr>
                                        <p:cTn dur="1" fill="hold">
                                          <p:stCondLst>
                                            <p:cond delay="0"/>
                                          </p:stCondLst>
                                        </p:cTn>
                                        <p:tgtEl>
                                          <p:spTgt spid="1231"/>
                                        </p:tgtEl>
                                        <p:attrNameLst>
                                          <p:attrName>style.visibility</p:attrName>
                                        </p:attrNameLst>
                                      </p:cBhvr>
                                      <p:to>
                                        <p:strVal val="visible"/>
                                      </p:to>
                                    </p:set>
                                    <p:animEffect filter="fade" transition="in">
                                      <p:cBhvr>
                                        <p:cTn dur="1000"/>
                                        <p:tgtEl>
                                          <p:spTgt spid="1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1000"/>
                                        <p:tgtEl>
                                          <p:spTgt spid="1230"/>
                                        </p:tgtEl>
                                      </p:cBhvr>
                                    </p:animEffect>
                                  </p:childTnLst>
                                </p:cTn>
                              </p:par>
                              <p:par>
                                <p:cTn fill="hold" nodeType="withEffect" presetClass="entr" presetID="10" presetSubtype="0">
                                  <p:stCondLst>
                                    <p:cond delay="0"/>
                                  </p:stCondLst>
                                  <p:childTnLst>
                                    <p:set>
                                      <p:cBhvr>
                                        <p:cTn dur="1" fill="hold">
                                          <p:stCondLst>
                                            <p:cond delay="0"/>
                                          </p:stCondLst>
                                        </p:cTn>
                                        <p:tgtEl>
                                          <p:spTgt spid="1229"/>
                                        </p:tgtEl>
                                        <p:attrNameLst>
                                          <p:attrName>style.visibility</p:attrName>
                                        </p:attrNameLst>
                                      </p:cBhvr>
                                      <p:to>
                                        <p:strVal val="visible"/>
                                      </p:to>
                                    </p:set>
                                    <p:animEffect filter="fade" transition="in">
                                      <p:cBhvr>
                                        <p:cTn dur="1000"/>
                                        <p:tgtEl>
                                          <p:spTgt spid="1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3"/>
                                        </p:tgtEl>
                                        <p:attrNameLst>
                                          <p:attrName>style.visibility</p:attrName>
                                        </p:attrNameLst>
                                      </p:cBhvr>
                                      <p:to>
                                        <p:strVal val="visible"/>
                                      </p:to>
                                    </p:set>
                                    <p:animEffect filter="fade" transition="in">
                                      <p:cBhvr>
                                        <p:cTn dur="1000"/>
                                        <p:tgtEl>
                                          <p:spTgt spid="1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1000"/>
                                        <p:tgtEl>
                                          <p:spTgt spid="1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grpSp>
        <p:nvGrpSpPr>
          <p:cNvPr id="1239" name="Google Shape;1239;p58"/>
          <p:cNvGrpSpPr/>
          <p:nvPr/>
        </p:nvGrpSpPr>
        <p:grpSpPr>
          <a:xfrm>
            <a:off x="6840093" y="2723182"/>
            <a:ext cx="3962830" cy="1960564"/>
            <a:chOff x="6359041" y="2723182"/>
            <a:chExt cx="1963201" cy="1960564"/>
          </a:xfrm>
        </p:grpSpPr>
        <p:sp>
          <p:nvSpPr>
            <p:cNvPr id="1240" name="Google Shape;1240;p58"/>
            <p:cNvSpPr/>
            <p:nvPr/>
          </p:nvSpPr>
          <p:spPr>
            <a:xfrm>
              <a:off x="6359041" y="2723182"/>
              <a:ext cx="1418582" cy="1412467"/>
            </a:xfrm>
            <a:custGeom>
              <a:rect b="b" l="l" r="r" t="t"/>
              <a:pathLst>
                <a:path extrusionOk="0" h="57746" w="57996">
                  <a:moveTo>
                    <a:pt x="655" y="0"/>
                  </a:moveTo>
                  <a:lnTo>
                    <a:pt x="0" y="655"/>
                  </a:lnTo>
                  <a:lnTo>
                    <a:pt x="57341" y="57746"/>
                  </a:lnTo>
                  <a:lnTo>
                    <a:pt x="57996" y="57091"/>
                  </a:lnTo>
                  <a:lnTo>
                    <a:pt x="655" y="0"/>
                  </a:ln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41" name="Google Shape;1241;p58"/>
            <p:cNvSpPr/>
            <p:nvPr/>
          </p:nvSpPr>
          <p:spPr>
            <a:xfrm>
              <a:off x="7364065" y="3722386"/>
              <a:ext cx="809650" cy="809357"/>
            </a:xfrm>
            <a:custGeom>
              <a:rect b="b" l="l" r="r" t="t"/>
              <a:pathLst>
                <a:path extrusionOk="0" h="33089" w="33101">
                  <a:moveTo>
                    <a:pt x="16550" y="1"/>
                  </a:moveTo>
                  <a:cubicBezTo>
                    <a:pt x="7418" y="1"/>
                    <a:pt x="1" y="7406"/>
                    <a:pt x="1" y="16538"/>
                  </a:cubicBezTo>
                  <a:cubicBezTo>
                    <a:pt x="1" y="25682"/>
                    <a:pt x="7418" y="33088"/>
                    <a:pt x="16550" y="33088"/>
                  </a:cubicBezTo>
                  <a:cubicBezTo>
                    <a:pt x="25694" y="33088"/>
                    <a:pt x="33100" y="25682"/>
                    <a:pt x="33100" y="16538"/>
                  </a:cubicBezTo>
                  <a:cubicBezTo>
                    <a:pt x="33100" y="7406"/>
                    <a:pt x="25694" y="1"/>
                    <a:pt x="1655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Servo- motor</a:t>
              </a:r>
              <a:endParaRPr b="0" i="0" sz="2000" u="none" cap="none" strike="noStrike">
                <a:solidFill>
                  <a:srgbClr val="000000"/>
                </a:solidFill>
                <a:latin typeface="Times New Roman"/>
                <a:ea typeface="Times New Roman"/>
                <a:cs typeface="Times New Roman"/>
                <a:sym typeface="Times New Roman"/>
              </a:endParaRPr>
            </a:p>
          </p:txBody>
        </p:sp>
        <p:sp>
          <p:nvSpPr>
            <p:cNvPr id="1242" name="Google Shape;1242;p58"/>
            <p:cNvSpPr/>
            <p:nvPr/>
          </p:nvSpPr>
          <p:spPr>
            <a:xfrm>
              <a:off x="7565299" y="4114387"/>
              <a:ext cx="659955" cy="468898"/>
            </a:xfrm>
            <a:custGeom>
              <a:rect b="b" l="l" r="r" t="t"/>
              <a:pathLst>
                <a:path extrusionOk="0" h="19170" w="26981">
                  <a:moveTo>
                    <a:pt x="26528" y="0"/>
                  </a:moveTo>
                  <a:cubicBezTo>
                    <a:pt x="26278" y="0"/>
                    <a:pt x="26076" y="203"/>
                    <a:pt x="26076" y="453"/>
                  </a:cubicBezTo>
                  <a:lnTo>
                    <a:pt x="26076" y="512"/>
                  </a:lnTo>
                  <a:cubicBezTo>
                    <a:pt x="26076" y="10299"/>
                    <a:pt x="18110" y="18265"/>
                    <a:pt x="8323" y="18265"/>
                  </a:cubicBezTo>
                  <a:cubicBezTo>
                    <a:pt x="5656" y="18265"/>
                    <a:pt x="3097" y="17693"/>
                    <a:pt x="715" y="16550"/>
                  </a:cubicBezTo>
                  <a:cubicBezTo>
                    <a:pt x="652" y="16520"/>
                    <a:pt x="586" y="16506"/>
                    <a:pt x="520" y="16506"/>
                  </a:cubicBezTo>
                  <a:cubicBezTo>
                    <a:pt x="350" y="16506"/>
                    <a:pt x="185" y="16601"/>
                    <a:pt x="108" y="16764"/>
                  </a:cubicBezTo>
                  <a:cubicBezTo>
                    <a:pt x="1" y="16991"/>
                    <a:pt x="96" y="17264"/>
                    <a:pt x="322" y="17372"/>
                  </a:cubicBezTo>
                  <a:cubicBezTo>
                    <a:pt x="2835" y="18562"/>
                    <a:pt x="5525" y="19169"/>
                    <a:pt x="8323" y="19169"/>
                  </a:cubicBezTo>
                  <a:cubicBezTo>
                    <a:pt x="18610" y="19169"/>
                    <a:pt x="26981" y="10799"/>
                    <a:pt x="26981" y="512"/>
                  </a:cubicBezTo>
                  <a:lnTo>
                    <a:pt x="26981" y="453"/>
                  </a:lnTo>
                  <a:cubicBezTo>
                    <a:pt x="26981" y="203"/>
                    <a:pt x="26778" y="0"/>
                    <a:pt x="26528"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43" name="Google Shape;1243;p58"/>
            <p:cNvSpPr/>
            <p:nvPr/>
          </p:nvSpPr>
          <p:spPr>
            <a:xfrm>
              <a:off x="7233887" y="3665442"/>
              <a:ext cx="347454" cy="798839"/>
            </a:xfrm>
            <a:custGeom>
              <a:rect b="b" l="l" r="r" t="t"/>
              <a:pathLst>
                <a:path extrusionOk="0" h="32659" w="14205">
                  <a:moveTo>
                    <a:pt x="13699" y="1"/>
                  </a:moveTo>
                  <a:cubicBezTo>
                    <a:pt x="13637" y="1"/>
                    <a:pt x="13574" y="14"/>
                    <a:pt x="13514" y="43"/>
                  </a:cubicBezTo>
                  <a:cubicBezTo>
                    <a:pt x="8252" y="2376"/>
                    <a:pt x="4180" y="6841"/>
                    <a:pt x="2346" y="12294"/>
                  </a:cubicBezTo>
                  <a:cubicBezTo>
                    <a:pt x="1" y="19247"/>
                    <a:pt x="1560" y="26986"/>
                    <a:pt x="6418" y="32511"/>
                  </a:cubicBezTo>
                  <a:cubicBezTo>
                    <a:pt x="6478" y="32570"/>
                    <a:pt x="6537" y="32606"/>
                    <a:pt x="6621" y="32630"/>
                  </a:cubicBezTo>
                  <a:cubicBezTo>
                    <a:pt x="6667" y="32649"/>
                    <a:pt x="6716" y="32659"/>
                    <a:pt x="6766" y="32659"/>
                  </a:cubicBezTo>
                  <a:cubicBezTo>
                    <a:pt x="6868" y="32659"/>
                    <a:pt x="6973" y="32619"/>
                    <a:pt x="7061" y="32547"/>
                  </a:cubicBezTo>
                  <a:cubicBezTo>
                    <a:pt x="7240" y="32380"/>
                    <a:pt x="7263" y="32094"/>
                    <a:pt x="7097" y="31904"/>
                  </a:cubicBezTo>
                  <a:cubicBezTo>
                    <a:pt x="2453" y="26641"/>
                    <a:pt x="965" y="19224"/>
                    <a:pt x="3203" y="12580"/>
                  </a:cubicBezTo>
                  <a:cubicBezTo>
                    <a:pt x="4954" y="7365"/>
                    <a:pt x="8847" y="3091"/>
                    <a:pt x="13871" y="864"/>
                  </a:cubicBezTo>
                  <a:cubicBezTo>
                    <a:pt x="14098" y="757"/>
                    <a:pt x="14205" y="495"/>
                    <a:pt x="14110" y="269"/>
                  </a:cubicBezTo>
                  <a:cubicBezTo>
                    <a:pt x="14031" y="103"/>
                    <a:pt x="13869" y="1"/>
                    <a:pt x="13699"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44" name="Google Shape;1244;p58"/>
            <p:cNvSpPr/>
            <p:nvPr/>
          </p:nvSpPr>
          <p:spPr>
            <a:xfrm>
              <a:off x="7839059" y="3576064"/>
              <a:ext cx="483183" cy="491157"/>
            </a:xfrm>
            <a:custGeom>
              <a:rect b="b" l="l" r="r" t="t"/>
              <a:pathLst>
                <a:path extrusionOk="0" h="20080" w="19754">
                  <a:moveTo>
                    <a:pt x="470" y="1"/>
                  </a:moveTo>
                  <a:cubicBezTo>
                    <a:pt x="249" y="1"/>
                    <a:pt x="69" y="159"/>
                    <a:pt x="37" y="387"/>
                  </a:cubicBezTo>
                  <a:cubicBezTo>
                    <a:pt x="1" y="637"/>
                    <a:pt x="179" y="863"/>
                    <a:pt x="429" y="899"/>
                  </a:cubicBezTo>
                  <a:cubicBezTo>
                    <a:pt x="10014" y="2363"/>
                    <a:pt x="17574" y="10090"/>
                    <a:pt x="18825" y="19687"/>
                  </a:cubicBezTo>
                  <a:cubicBezTo>
                    <a:pt x="18848" y="19913"/>
                    <a:pt x="19051" y="20080"/>
                    <a:pt x="19265" y="20080"/>
                  </a:cubicBezTo>
                  <a:lnTo>
                    <a:pt x="19325" y="20080"/>
                  </a:lnTo>
                  <a:cubicBezTo>
                    <a:pt x="19575" y="20044"/>
                    <a:pt x="19753" y="19818"/>
                    <a:pt x="19718" y="19568"/>
                  </a:cubicBezTo>
                  <a:cubicBezTo>
                    <a:pt x="18420" y="9578"/>
                    <a:pt x="10538" y="1530"/>
                    <a:pt x="560" y="6"/>
                  </a:cubicBezTo>
                  <a:lnTo>
                    <a:pt x="537" y="6"/>
                  </a:lnTo>
                  <a:cubicBezTo>
                    <a:pt x="514" y="2"/>
                    <a:pt x="492" y="1"/>
                    <a:pt x="4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45" name="Google Shape;1245;p58"/>
            <p:cNvSpPr/>
            <p:nvPr/>
          </p:nvSpPr>
          <p:spPr>
            <a:xfrm>
              <a:off x="7320379" y="4444332"/>
              <a:ext cx="657045" cy="239414"/>
            </a:xfrm>
            <a:custGeom>
              <a:rect b="b" l="l" r="r" t="t"/>
              <a:pathLst>
                <a:path extrusionOk="0" h="9788" w="26862">
                  <a:moveTo>
                    <a:pt x="507" y="0"/>
                  </a:moveTo>
                  <a:cubicBezTo>
                    <a:pt x="410" y="0"/>
                    <a:pt x="311" y="32"/>
                    <a:pt x="227" y="96"/>
                  </a:cubicBezTo>
                  <a:cubicBezTo>
                    <a:pt x="48" y="227"/>
                    <a:pt x="1" y="477"/>
                    <a:pt x="108" y="680"/>
                  </a:cubicBezTo>
                  <a:cubicBezTo>
                    <a:pt x="120" y="692"/>
                    <a:pt x="132" y="704"/>
                    <a:pt x="144" y="727"/>
                  </a:cubicBezTo>
                  <a:cubicBezTo>
                    <a:pt x="4517" y="6544"/>
                    <a:pt x="11375" y="9787"/>
                    <a:pt x="18403" y="9787"/>
                  </a:cubicBezTo>
                  <a:cubicBezTo>
                    <a:pt x="21115" y="9787"/>
                    <a:pt x="23851" y="9304"/>
                    <a:pt x="26480" y="8300"/>
                  </a:cubicBezTo>
                  <a:lnTo>
                    <a:pt x="26504" y="8288"/>
                  </a:lnTo>
                  <a:cubicBezTo>
                    <a:pt x="26742" y="8193"/>
                    <a:pt x="26861" y="7943"/>
                    <a:pt x="26766" y="7705"/>
                  </a:cubicBezTo>
                  <a:cubicBezTo>
                    <a:pt x="26702" y="7522"/>
                    <a:pt x="26534" y="7410"/>
                    <a:pt x="26357" y="7410"/>
                  </a:cubicBezTo>
                  <a:cubicBezTo>
                    <a:pt x="26303" y="7410"/>
                    <a:pt x="26248" y="7420"/>
                    <a:pt x="26195" y="7443"/>
                  </a:cubicBezTo>
                  <a:lnTo>
                    <a:pt x="26147" y="7454"/>
                  </a:lnTo>
                  <a:cubicBezTo>
                    <a:pt x="23622" y="8420"/>
                    <a:pt x="20994" y="8884"/>
                    <a:pt x="18388" y="8884"/>
                  </a:cubicBezTo>
                  <a:cubicBezTo>
                    <a:pt x="11643" y="8884"/>
                    <a:pt x="5058" y="5771"/>
                    <a:pt x="858" y="180"/>
                  </a:cubicBezTo>
                  <a:cubicBezTo>
                    <a:pt x="775" y="62"/>
                    <a:pt x="643" y="0"/>
                    <a:pt x="507"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1246" name="Google Shape;1246;p58"/>
          <p:cNvGrpSpPr/>
          <p:nvPr/>
        </p:nvGrpSpPr>
        <p:grpSpPr>
          <a:xfrm>
            <a:off x="1389077" y="507471"/>
            <a:ext cx="5451015" cy="2828485"/>
            <a:chOff x="1684230" y="507471"/>
            <a:chExt cx="4674810" cy="2828485"/>
          </a:xfrm>
        </p:grpSpPr>
        <p:sp>
          <p:nvSpPr>
            <p:cNvPr id="1247" name="Google Shape;1247;p58"/>
            <p:cNvSpPr/>
            <p:nvPr/>
          </p:nvSpPr>
          <p:spPr>
            <a:xfrm>
              <a:off x="2193418" y="596621"/>
              <a:ext cx="1059232" cy="1017963"/>
            </a:xfrm>
            <a:custGeom>
              <a:rect b="b" l="l" r="r" t="t"/>
              <a:pathLst>
                <a:path extrusionOk="0" h="16765" w="16754">
                  <a:moveTo>
                    <a:pt x="8371" y="0"/>
                  </a:moveTo>
                  <a:cubicBezTo>
                    <a:pt x="3751" y="0"/>
                    <a:pt x="1" y="3751"/>
                    <a:pt x="1" y="8382"/>
                  </a:cubicBezTo>
                  <a:cubicBezTo>
                    <a:pt x="1" y="13014"/>
                    <a:pt x="3751" y="16764"/>
                    <a:pt x="8371" y="16764"/>
                  </a:cubicBezTo>
                  <a:cubicBezTo>
                    <a:pt x="13003" y="16764"/>
                    <a:pt x="16753" y="13014"/>
                    <a:pt x="16753" y="8382"/>
                  </a:cubicBezTo>
                  <a:cubicBezTo>
                    <a:pt x="16753" y="3751"/>
                    <a:pt x="13003" y="0"/>
                    <a:pt x="8371"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Pinza</a:t>
              </a:r>
              <a:br>
                <a:rPr b="0" i="0" lang="es-BO" sz="2000" u="none" cap="none" strike="noStrike">
                  <a:solidFill>
                    <a:srgbClr val="FFFFFF"/>
                  </a:solidFill>
                  <a:latin typeface="Times New Roman"/>
                  <a:ea typeface="Times New Roman"/>
                  <a:cs typeface="Times New Roman"/>
                  <a:sym typeface="Times New Roman"/>
                </a:rPr>
              </a:br>
              <a:r>
                <a:rPr b="0" i="0" lang="es-BO" sz="2000" u="none" cap="none" strike="noStrike">
                  <a:solidFill>
                    <a:srgbClr val="FFFFFF"/>
                  </a:solidFill>
                  <a:latin typeface="Times New Roman"/>
                  <a:ea typeface="Times New Roman"/>
                  <a:cs typeface="Times New Roman"/>
                  <a:sym typeface="Times New Roman"/>
                </a:rPr>
                <a:t>estilo</a:t>
              </a:r>
              <a:br>
                <a:rPr b="0" i="0" lang="es-BO" sz="2000" u="none" cap="none" strike="noStrike">
                  <a:solidFill>
                    <a:srgbClr val="FFFFFF"/>
                  </a:solidFill>
                  <a:latin typeface="Times New Roman"/>
                  <a:ea typeface="Times New Roman"/>
                  <a:cs typeface="Times New Roman"/>
                  <a:sym typeface="Times New Roman"/>
                </a:rPr>
              </a:br>
              <a:r>
                <a:rPr b="0" i="0" lang="es-BO" sz="2000" u="none" cap="none" strike="noStrike">
                  <a:solidFill>
                    <a:srgbClr val="FFFFFF"/>
                  </a:solidFill>
                  <a:latin typeface="Times New Roman"/>
                  <a:ea typeface="Times New Roman"/>
                  <a:cs typeface="Times New Roman"/>
                  <a:sym typeface="Times New Roman"/>
                </a:rPr>
                <a:t>angular</a:t>
              </a:r>
              <a:endParaRPr b="0" i="0" sz="2000" u="none" cap="none" strike="noStrike">
                <a:solidFill>
                  <a:srgbClr val="000000"/>
                </a:solidFill>
                <a:latin typeface="Times New Roman"/>
                <a:ea typeface="Times New Roman"/>
                <a:cs typeface="Times New Roman"/>
                <a:sym typeface="Times New Roman"/>
              </a:endParaRPr>
            </a:p>
          </p:txBody>
        </p:sp>
        <p:sp>
          <p:nvSpPr>
            <p:cNvPr id="1248" name="Google Shape;1248;p58"/>
            <p:cNvSpPr/>
            <p:nvPr/>
          </p:nvSpPr>
          <p:spPr>
            <a:xfrm>
              <a:off x="2080119" y="507471"/>
              <a:ext cx="1244349" cy="1195083"/>
            </a:xfrm>
            <a:custGeom>
              <a:rect b="b" l="l" r="r" t="t"/>
              <a:pathLst>
                <a:path extrusionOk="0" h="19682" w="19682">
                  <a:moveTo>
                    <a:pt x="9835" y="929"/>
                  </a:moveTo>
                  <a:cubicBezTo>
                    <a:pt x="14752" y="929"/>
                    <a:pt x="18753" y="4918"/>
                    <a:pt x="18753" y="9835"/>
                  </a:cubicBezTo>
                  <a:cubicBezTo>
                    <a:pt x="18753" y="14753"/>
                    <a:pt x="14752" y="18753"/>
                    <a:pt x="9835" y="18753"/>
                  </a:cubicBezTo>
                  <a:cubicBezTo>
                    <a:pt x="4918" y="18753"/>
                    <a:pt x="929" y="14753"/>
                    <a:pt x="929" y="9835"/>
                  </a:cubicBezTo>
                  <a:cubicBezTo>
                    <a:pt x="929" y="4918"/>
                    <a:pt x="4918" y="929"/>
                    <a:pt x="9835" y="929"/>
                  </a:cubicBezTo>
                  <a:close/>
                  <a:moveTo>
                    <a:pt x="9835" y="1"/>
                  </a:moveTo>
                  <a:cubicBezTo>
                    <a:pt x="4418" y="1"/>
                    <a:pt x="1" y="4418"/>
                    <a:pt x="1" y="9835"/>
                  </a:cubicBezTo>
                  <a:cubicBezTo>
                    <a:pt x="1" y="15265"/>
                    <a:pt x="4418" y="19682"/>
                    <a:pt x="9835" y="19682"/>
                  </a:cubicBezTo>
                  <a:cubicBezTo>
                    <a:pt x="15264" y="19682"/>
                    <a:pt x="19682" y="15265"/>
                    <a:pt x="19682" y="9835"/>
                  </a:cubicBezTo>
                  <a:cubicBezTo>
                    <a:pt x="19682" y="4418"/>
                    <a:pt x="15264" y="1"/>
                    <a:pt x="9835"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nvGrpSpPr>
            <p:cNvPr id="1249" name="Google Shape;1249;p58"/>
            <p:cNvGrpSpPr/>
            <p:nvPr/>
          </p:nvGrpSpPr>
          <p:grpSpPr>
            <a:xfrm>
              <a:off x="3525346" y="1725944"/>
              <a:ext cx="2833694" cy="1355834"/>
              <a:chOff x="4285173" y="1725944"/>
              <a:chExt cx="2073867" cy="1355834"/>
            </a:xfrm>
          </p:grpSpPr>
          <p:sp>
            <p:nvSpPr>
              <p:cNvPr id="1250" name="Google Shape;1250;p58"/>
              <p:cNvSpPr/>
              <p:nvPr/>
            </p:nvSpPr>
            <p:spPr>
              <a:xfrm>
                <a:off x="5165265" y="2346718"/>
                <a:ext cx="1193775" cy="735060"/>
              </a:xfrm>
              <a:custGeom>
                <a:rect b="b" l="l" r="r" t="t"/>
                <a:pathLst>
                  <a:path extrusionOk="0" h="18920" w="19004">
                    <a:moveTo>
                      <a:pt x="656" y="0"/>
                    </a:moveTo>
                    <a:lnTo>
                      <a:pt x="1" y="655"/>
                    </a:lnTo>
                    <a:lnTo>
                      <a:pt x="18348" y="18919"/>
                    </a:lnTo>
                    <a:lnTo>
                      <a:pt x="19003" y="18264"/>
                    </a:lnTo>
                    <a:lnTo>
                      <a:pt x="656" y="0"/>
                    </a:ln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51" name="Google Shape;1251;p58"/>
              <p:cNvSpPr/>
              <p:nvPr/>
            </p:nvSpPr>
            <p:spPr>
              <a:xfrm>
                <a:off x="4483791" y="1825155"/>
                <a:ext cx="809357" cy="809626"/>
              </a:xfrm>
              <a:custGeom>
                <a:rect b="b" l="l" r="r" t="t"/>
                <a:pathLst>
                  <a:path extrusionOk="0" h="33100" w="33089">
                    <a:moveTo>
                      <a:pt x="16539" y="0"/>
                    </a:moveTo>
                    <a:cubicBezTo>
                      <a:pt x="7406" y="0"/>
                      <a:pt x="1" y="7418"/>
                      <a:pt x="1" y="16550"/>
                    </a:cubicBezTo>
                    <a:cubicBezTo>
                      <a:pt x="1" y="25682"/>
                      <a:pt x="7406" y="33100"/>
                      <a:pt x="16539" y="33100"/>
                    </a:cubicBezTo>
                    <a:cubicBezTo>
                      <a:pt x="25683" y="33100"/>
                      <a:pt x="33088" y="25682"/>
                      <a:pt x="33088" y="16550"/>
                    </a:cubicBezTo>
                    <a:cubicBezTo>
                      <a:pt x="33088" y="7418"/>
                      <a:pt x="25683" y="0"/>
                      <a:pt x="16539"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Pinza </a:t>
                </a:r>
                <a:br>
                  <a:rPr b="0" i="0" lang="es-BO" sz="2000" u="none" cap="none" strike="noStrike">
                    <a:solidFill>
                      <a:srgbClr val="FFFFFF"/>
                    </a:solidFill>
                    <a:latin typeface="Times New Roman"/>
                    <a:ea typeface="Times New Roman"/>
                    <a:cs typeface="Times New Roman"/>
                    <a:sym typeface="Times New Roman"/>
                  </a:rPr>
                </a:br>
                <a:r>
                  <a:rPr b="0" i="0" lang="es-BO" sz="2000" u="none" cap="none" strike="noStrike">
                    <a:solidFill>
                      <a:srgbClr val="FFFFFF"/>
                    </a:solidFill>
                    <a:latin typeface="Times New Roman"/>
                    <a:ea typeface="Times New Roman"/>
                    <a:cs typeface="Times New Roman"/>
                    <a:sym typeface="Times New Roman"/>
                  </a:rPr>
                  <a:t>neumática</a:t>
                </a:r>
                <a:endParaRPr b="0" i="0" sz="2000" u="none" cap="none" strike="noStrike">
                  <a:solidFill>
                    <a:srgbClr val="000000"/>
                  </a:solidFill>
                  <a:latin typeface="Times New Roman"/>
                  <a:ea typeface="Times New Roman"/>
                  <a:cs typeface="Times New Roman"/>
                  <a:sym typeface="Times New Roman"/>
                </a:endParaRPr>
              </a:p>
            </p:txBody>
          </p:sp>
          <p:sp>
            <p:nvSpPr>
              <p:cNvPr id="1252" name="Google Shape;1252;p58"/>
              <p:cNvSpPr/>
              <p:nvPr/>
            </p:nvSpPr>
            <p:spPr>
              <a:xfrm>
                <a:off x="4420023" y="1773666"/>
                <a:ext cx="651492" cy="491279"/>
              </a:xfrm>
              <a:custGeom>
                <a:rect b="b" l="l" r="r" t="t"/>
                <a:pathLst>
                  <a:path extrusionOk="0" h="20085" w="26635">
                    <a:moveTo>
                      <a:pt x="19136" y="0"/>
                    </a:moveTo>
                    <a:cubicBezTo>
                      <a:pt x="18831" y="0"/>
                      <a:pt x="18524" y="7"/>
                      <a:pt x="18217" y="22"/>
                    </a:cubicBezTo>
                    <a:cubicBezTo>
                      <a:pt x="7942" y="546"/>
                      <a:pt x="0" y="9320"/>
                      <a:pt x="524" y="19595"/>
                    </a:cubicBezTo>
                    <a:lnTo>
                      <a:pt x="524" y="19655"/>
                    </a:lnTo>
                    <a:cubicBezTo>
                      <a:pt x="536" y="19898"/>
                      <a:pt x="738" y="20084"/>
                      <a:pt x="978" y="20084"/>
                    </a:cubicBezTo>
                    <a:cubicBezTo>
                      <a:pt x="986" y="20084"/>
                      <a:pt x="993" y="20084"/>
                      <a:pt x="1000" y="20084"/>
                    </a:cubicBezTo>
                    <a:cubicBezTo>
                      <a:pt x="1250" y="20072"/>
                      <a:pt x="1441" y="19857"/>
                      <a:pt x="1429" y="19607"/>
                    </a:cubicBezTo>
                    <a:lnTo>
                      <a:pt x="1417" y="19548"/>
                    </a:lnTo>
                    <a:cubicBezTo>
                      <a:pt x="929" y="9773"/>
                      <a:pt x="8489" y="1415"/>
                      <a:pt x="18265" y="927"/>
                    </a:cubicBezTo>
                    <a:cubicBezTo>
                      <a:pt x="18568" y="912"/>
                      <a:pt x="18871" y="904"/>
                      <a:pt x="19173" y="904"/>
                    </a:cubicBezTo>
                    <a:cubicBezTo>
                      <a:pt x="21509" y="904"/>
                      <a:pt x="23783" y="1353"/>
                      <a:pt x="25944" y="2260"/>
                    </a:cubicBezTo>
                    <a:cubicBezTo>
                      <a:pt x="26000" y="2283"/>
                      <a:pt x="26058" y="2293"/>
                      <a:pt x="26114" y="2293"/>
                    </a:cubicBezTo>
                    <a:cubicBezTo>
                      <a:pt x="26297" y="2293"/>
                      <a:pt x="26467" y="2183"/>
                      <a:pt x="26539" y="2010"/>
                    </a:cubicBezTo>
                    <a:cubicBezTo>
                      <a:pt x="26635" y="1784"/>
                      <a:pt x="26527" y="1522"/>
                      <a:pt x="26289" y="1427"/>
                    </a:cubicBezTo>
                    <a:cubicBezTo>
                      <a:pt x="24011" y="473"/>
                      <a:pt x="21610" y="0"/>
                      <a:pt x="19136"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53" name="Google Shape;1253;p58"/>
              <p:cNvSpPr/>
              <p:nvPr/>
            </p:nvSpPr>
            <p:spPr>
              <a:xfrm>
                <a:off x="5074702" y="1893595"/>
                <a:ext cx="348628" cy="798423"/>
              </a:xfrm>
              <a:custGeom>
                <a:rect b="b" l="l" r="r" t="t"/>
                <a:pathLst>
                  <a:path extrusionOk="0" h="32642" w="14253">
                    <a:moveTo>
                      <a:pt x="7528" y="1"/>
                    </a:moveTo>
                    <a:cubicBezTo>
                      <a:pt x="7422" y="1"/>
                      <a:pt x="7320" y="35"/>
                      <a:pt x="7240" y="107"/>
                    </a:cubicBezTo>
                    <a:cubicBezTo>
                      <a:pt x="7049" y="274"/>
                      <a:pt x="7025" y="560"/>
                      <a:pt x="7192" y="750"/>
                    </a:cubicBezTo>
                    <a:cubicBezTo>
                      <a:pt x="11823" y="6037"/>
                      <a:pt x="13300" y="13442"/>
                      <a:pt x="11038" y="20086"/>
                    </a:cubicBezTo>
                    <a:cubicBezTo>
                      <a:pt x="9276" y="25301"/>
                      <a:pt x="5370" y="29563"/>
                      <a:pt x="334" y="31778"/>
                    </a:cubicBezTo>
                    <a:cubicBezTo>
                      <a:pt x="108" y="31885"/>
                      <a:pt x="1" y="32147"/>
                      <a:pt x="108" y="32373"/>
                    </a:cubicBezTo>
                    <a:cubicBezTo>
                      <a:pt x="178" y="32539"/>
                      <a:pt x="344" y="32641"/>
                      <a:pt x="517" y="32641"/>
                    </a:cubicBezTo>
                    <a:cubicBezTo>
                      <a:pt x="579" y="32641"/>
                      <a:pt x="643" y="32628"/>
                      <a:pt x="703" y="32599"/>
                    </a:cubicBezTo>
                    <a:cubicBezTo>
                      <a:pt x="5966" y="30278"/>
                      <a:pt x="10049" y="25825"/>
                      <a:pt x="11895" y="20384"/>
                    </a:cubicBezTo>
                    <a:cubicBezTo>
                      <a:pt x="14252" y="13430"/>
                      <a:pt x="12716" y="5679"/>
                      <a:pt x="7871" y="155"/>
                    </a:cubicBezTo>
                    <a:cubicBezTo>
                      <a:pt x="7823" y="95"/>
                      <a:pt x="7752" y="48"/>
                      <a:pt x="7680" y="24"/>
                    </a:cubicBezTo>
                    <a:cubicBezTo>
                      <a:pt x="7630" y="9"/>
                      <a:pt x="7578" y="1"/>
                      <a:pt x="7528"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54" name="Google Shape;1254;p58"/>
              <p:cNvSpPr/>
              <p:nvPr/>
            </p:nvSpPr>
            <p:spPr>
              <a:xfrm>
                <a:off x="4285173" y="1754710"/>
                <a:ext cx="328253" cy="635300"/>
              </a:xfrm>
              <a:custGeom>
                <a:rect b="b" l="l" r="r" t="t"/>
                <a:pathLst>
                  <a:path extrusionOk="0" h="25973" w="13420">
                    <a:moveTo>
                      <a:pt x="12893" y="0"/>
                    </a:moveTo>
                    <a:cubicBezTo>
                      <a:pt x="12833" y="0"/>
                      <a:pt x="12773" y="11"/>
                      <a:pt x="12717" y="35"/>
                    </a:cubicBezTo>
                    <a:cubicBezTo>
                      <a:pt x="12705" y="47"/>
                      <a:pt x="12681" y="58"/>
                      <a:pt x="12669" y="70"/>
                    </a:cubicBezTo>
                    <a:cubicBezTo>
                      <a:pt x="4085" y="5381"/>
                      <a:pt x="1" y="15882"/>
                      <a:pt x="2751" y="25609"/>
                    </a:cubicBezTo>
                    <a:lnTo>
                      <a:pt x="2751" y="25645"/>
                    </a:lnTo>
                    <a:cubicBezTo>
                      <a:pt x="2810" y="25841"/>
                      <a:pt x="2990" y="25973"/>
                      <a:pt x="3185" y="25973"/>
                    </a:cubicBezTo>
                    <a:cubicBezTo>
                      <a:pt x="3227" y="25973"/>
                      <a:pt x="3269" y="25967"/>
                      <a:pt x="3311" y="25955"/>
                    </a:cubicBezTo>
                    <a:cubicBezTo>
                      <a:pt x="3549" y="25895"/>
                      <a:pt x="3692" y="25645"/>
                      <a:pt x="3620" y="25407"/>
                    </a:cubicBezTo>
                    <a:lnTo>
                      <a:pt x="3608" y="25359"/>
                    </a:lnTo>
                    <a:cubicBezTo>
                      <a:pt x="977" y="16025"/>
                      <a:pt x="4894" y="5940"/>
                      <a:pt x="13145" y="832"/>
                    </a:cubicBezTo>
                    <a:cubicBezTo>
                      <a:pt x="13360" y="701"/>
                      <a:pt x="13419" y="428"/>
                      <a:pt x="13288" y="213"/>
                    </a:cubicBezTo>
                    <a:cubicBezTo>
                      <a:pt x="13202" y="76"/>
                      <a:pt x="13048" y="0"/>
                      <a:pt x="12893"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55" name="Google Shape;1255;p58"/>
              <p:cNvSpPr/>
              <p:nvPr/>
            </p:nvSpPr>
            <p:spPr>
              <a:xfrm>
                <a:off x="4411853" y="2507060"/>
                <a:ext cx="637232" cy="279773"/>
              </a:xfrm>
              <a:custGeom>
                <a:rect b="b" l="l" r="r" t="t"/>
                <a:pathLst>
                  <a:path extrusionOk="0" h="11438" w="26052">
                    <a:moveTo>
                      <a:pt x="521" y="1"/>
                    </a:moveTo>
                    <a:cubicBezTo>
                      <a:pt x="458" y="1"/>
                      <a:pt x="394" y="14"/>
                      <a:pt x="334" y="42"/>
                    </a:cubicBezTo>
                    <a:cubicBezTo>
                      <a:pt x="311" y="54"/>
                      <a:pt x="299" y="66"/>
                      <a:pt x="287" y="66"/>
                    </a:cubicBezTo>
                    <a:cubicBezTo>
                      <a:pt x="72" y="197"/>
                      <a:pt x="1" y="483"/>
                      <a:pt x="132" y="697"/>
                    </a:cubicBezTo>
                    <a:cubicBezTo>
                      <a:pt x="4345" y="7473"/>
                      <a:pt x="11795" y="11437"/>
                      <a:pt x="19536" y="11437"/>
                    </a:cubicBezTo>
                    <a:cubicBezTo>
                      <a:pt x="21575" y="11437"/>
                      <a:pt x="23634" y="11162"/>
                      <a:pt x="25659" y="10591"/>
                    </a:cubicBezTo>
                    <a:cubicBezTo>
                      <a:pt x="25659" y="10591"/>
                      <a:pt x="25683" y="10579"/>
                      <a:pt x="25695" y="10579"/>
                    </a:cubicBezTo>
                    <a:cubicBezTo>
                      <a:pt x="25933" y="10520"/>
                      <a:pt x="26052" y="10270"/>
                      <a:pt x="25980" y="10032"/>
                    </a:cubicBezTo>
                    <a:cubicBezTo>
                      <a:pt x="25931" y="9835"/>
                      <a:pt x="25744" y="9704"/>
                      <a:pt x="25547" y="9704"/>
                    </a:cubicBezTo>
                    <a:cubicBezTo>
                      <a:pt x="25505" y="9704"/>
                      <a:pt x="25463" y="9710"/>
                      <a:pt x="25421" y="9722"/>
                    </a:cubicBezTo>
                    <a:cubicBezTo>
                      <a:pt x="23476" y="10270"/>
                      <a:pt x="21498" y="10534"/>
                      <a:pt x="19540" y="10534"/>
                    </a:cubicBezTo>
                    <a:cubicBezTo>
                      <a:pt x="12100" y="10534"/>
                      <a:pt x="4940" y="6724"/>
                      <a:pt x="906" y="221"/>
                    </a:cubicBezTo>
                    <a:cubicBezTo>
                      <a:pt x="822" y="78"/>
                      <a:pt x="673" y="1"/>
                      <a:pt x="521" y="1"/>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56" name="Google Shape;1256;p58"/>
              <p:cNvSpPr/>
              <p:nvPr/>
            </p:nvSpPr>
            <p:spPr>
              <a:xfrm>
                <a:off x="4354494" y="1725944"/>
                <a:ext cx="636351" cy="575788"/>
              </a:xfrm>
              <a:custGeom>
                <a:rect b="b" l="l" r="r" t="t"/>
                <a:pathLst>
                  <a:path extrusionOk="0" h="23540" w="26016">
                    <a:moveTo>
                      <a:pt x="21869" y="0"/>
                    </a:moveTo>
                    <a:cubicBezTo>
                      <a:pt x="21030" y="0"/>
                      <a:pt x="20188" y="51"/>
                      <a:pt x="19348" y="151"/>
                    </a:cubicBezTo>
                    <a:cubicBezTo>
                      <a:pt x="8061" y="1520"/>
                      <a:pt x="0" y="11807"/>
                      <a:pt x="1370" y="23082"/>
                    </a:cubicBezTo>
                    <a:lnTo>
                      <a:pt x="1382" y="23142"/>
                    </a:lnTo>
                    <a:cubicBezTo>
                      <a:pt x="1403" y="23371"/>
                      <a:pt x="1594" y="23539"/>
                      <a:pt x="1818" y="23539"/>
                    </a:cubicBezTo>
                    <a:cubicBezTo>
                      <a:pt x="1839" y="23539"/>
                      <a:pt x="1860" y="23538"/>
                      <a:pt x="1882" y="23535"/>
                    </a:cubicBezTo>
                    <a:cubicBezTo>
                      <a:pt x="2132" y="23511"/>
                      <a:pt x="2310" y="23285"/>
                      <a:pt x="2275" y="23035"/>
                    </a:cubicBezTo>
                    <a:lnTo>
                      <a:pt x="2263" y="22975"/>
                    </a:lnTo>
                    <a:cubicBezTo>
                      <a:pt x="965" y="12188"/>
                      <a:pt x="8668" y="2354"/>
                      <a:pt x="19455" y="1044"/>
                    </a:cubicBezTo>
                    <a:cubicBezTo>
                      <a:pt x="20249" y="949"/>
                      <a:pt x="21045" y="902"/>
                      <a:pt x="21839" y="902"/>
                    </a:cubicBezTo>
                    <a:cubicBezTo>
                      <a:pt x="23047" y="902"/>
                      <a:pt x="24252" y="1012"/>
                      <a:pt x="25444" y="1234"/>
                    </a:cubicBezTo>
                    <a:cubicBezTo>
                      <a:pt x="25467" y="1238"/>
                      <a:pt x="25490" y="1240"/>
                      <a:pt x="25513" y="1240"/>
                    </a:cubicBezTo>
                    <a:cubicBezTo>
                      <a:pt x="25726" y="1240"/>
                      <a:pt x="25925" y="1091"/>
                      <a:pt x="25968" y="865"/>
                    </a:cubicBezTo>
                    <a:cubicBezTo>
                      <a:pt x="26016" y="627"/>
                      <a:pt x="25849" y="389"/>
                      <a:pt x="25599" y="342"/>
                    </a:cubicBezTo>
                    <a:cubicBezTo>
                      <a:pt x="24372" y="113"/>
                      <a:pt x="23123" y="0"/>
                      <a:pt x="21869"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1257" name="Google Shape;1257;p58"/>
            <p:cNvGrpSpPr/>
            <p:nvPr/>
          </p:nvGrpSpPr>
          <p:grpSpPr>
            <a:xfrm>
              <a:off x="1684230" y="1437533"/>
              <a:ext cx="2163244" cy="1898423"/>
              <a:chOff x="2862011" y="1437533"/>
              <a:chExt cx="2045542" cy="1898423"/>
            </a:xfrm>
          </p:grpSpPr>
          <p:sp>
            <p:nvSpPr>
              <p:cNvPr id="1258" name="Google Shape;1258;p58"/>
              <p:cNvSpPr/>
              <p:nvPr/>
            </p:nvSpPr>
            <p:spPr>
              <a:xfrm>
                <a:off x="3844546" y="1437533"/>
                <a:ext cx="1063007" cy="848933"/>
              </a:xfrm>
              <a:custGeom>
                <a:rect b="b" l="l" r="r" t="t"/>
                <a:pathLst>
                  <a:path extrusionOk="0" h="34707" w="43459">
                    <a:moveTo>
                      <a:pt x="16669" y="0"/>
                    </a:moveTo>
                    <a:lnTo>
                      <a:pt x="16515" y="905"/>
                    </a:lnTo>
                    <a:cubicBezTo>
                      <a:pt x="17265" y="1024"/>
                      <a:pt x="18003" y="1191"/>
                      <a:pt x="18729" y="1381"/>
                    </a:cubicBezTo>
                    <a:lnTo>
                      <a:pt x="18967" y="488"/>
                    </a:lnTo>
                    <a:cubicBezTo>
                      <a:pt x="18217" y="286"/>
                      <a:pt x="17443" y="119"/>
                      <a:pt x="16669" y="0"/>
                    </a:cubicBezTo>
                    <a:close/>
                    <a:moveTo>
                      <a:pt x="21206" y="1191"/>
                    </a:moveTo>
                    <a:lnTo>
                      <a:pt x="20884" y="2048"/>
                    </a:lnTo>
                    <a:cubicBezTo>
                      <a:pt x="21587" y="2310"/>
                      <a:pt x="22289" y="2608"/>
                      <a:pt x="22968" y="2929"/>
                    </a:cubicBezTo>
                    <a:lnTo>
                      <a:pt x="23361" y="2107"/>
                    </a:lnTo>
                    <a:cubicBezTo>
                      <a:pt x="22658" y="1762"/>
                      <a:pt x="21932" y="1453"/>
                      <a:pt x="21206" y="1191"/>
                    </a:cubicBezTo>
                    <a:close/>
                    <a:moveTo>
                      <a:pt x="25432" y="3215"/>
                    </a:moveTo>
                    <a:lnTo>
                      <a:pt x="24956" y="4012"/>
                    </a:lnTo>
                    <a:cubicBezTo>
                      <a:pt x="25599" y="4393"/>
                      <a:pt x="26230" y="4810"/>
                      <a:pt x="26849" y="5251"/>
                    </a:cubicBezTo>
                    <a:lnTo>
                      <a:pt x="27385" y="4513"/>
                    </a:lnTo>
                    <a:cubicBezTo>
                      <a:pt x="26754" y="4048"/>
                      <a:pt x="26099" y="3608"/>
                      <a:pt x="25432" y="3215"/>
                    </a:cubicBezTo>
                    <a:close/>
                    <a:moveTo>
                      <a:pt x="29230" y="5965"/>
                    </a:moveTo>
                    <a:lnTo>
                      <a:pt x="28635" y="6668"/>
                    </a:lnTo>
                    <a:cubicBezTo>
                      <a:pt x="29195" y="7144"/>
                      <a:pt x="29754" y="7668"/>
                      <a:pt x="30302" y="8203"/>
                    </a:cubicBezTo>
                    <a:lnTo>
                      <a:pt x="30945" y="7549"/>
                    </a:lnTo>
                    <a:cubicBezTo>
                      <a:pt x="30397" y="7001"/>
                      <a:pt x="29814" y="6465"/>
                      <a:pt x="29230" y="5965"/>
                    </a:cubicBezTo>
                    <a:close/>
                    <a:moveTo>
                      <a:pt x="32552" y="9263"/>
                    </a:moveTo>
                    <a:lnTo>
                      <a:pt x="31850" y="9870"/>
                    </a:lnTo>
                    <a:cubicBezTo>
                      <a:pt x="32350" y="10430"/>
                      <a:pt x="32826" y="11025"/>
                      <a:pt x="33302" y="11632"/>
                    </a:cubicBezTo>
                    <a:lnTo>
                      <a:pt x="34029" y="11073"/>
                    </a:lnTo>
                    <a:cubicBezTo>
                      <a:pt x="33552" y="10442"/>
                      <a:pt x="33052" y="9835"/>
                      <a:pt x="32552" y="9263"/>
                    </a:cubicBezTo>
                    <a:close/>
                    <a:moveTo>
                      <a:pt x="35398" y="12966"/>
                    </a:moveTo>
                    <a:lnTo>
                      <a:pt x="34636" y="13490"/>
                    </a:lnTo>
                    <a:cubicBezTo>
                      <a:pt x="35064" y="14109"/>
                      <a:pt x="35481" y="14752"/>
                      <a:pt x="35874" y="15407"/>
                    </a:cubicBezTo>
                    <a:lnTo>
                      <a:pt x="36672" y="14930"/>
                    </a:lnTo>
                    <a:cubicBezTo>
                      <a:pt x="36255" y="14252"/>
                      <a:pt x="35838" y="13597"/>
                      <a:pt x="35398" y="12966"/>
                    </a:cubicBezTo>
                    <a:close/>
                    <a:moveTo>
                      <a:pt x="37827" y="16955"/>
                    </a:moveTo>
                    <a:lnTo>
                      <a:pt x="37017" y="17395"/>
                    </a:lnTo>
                    <a:cubicBezTo>
                      <a:pt x="37374" y="18050"/>
                      <a:pt x="37731" y="18740"/>
                      <a:pt x="38065" y="19431"/>
                    </a:cubicBezTo>
                    <a:lnTo>
                      <a:pt x="38898" y="19026"/>
                    </a:lnTo>
                    <a:cubicBezTo>
                      <a:pt x="38553" y="18324"/>
                      <a:pt x="38196" y="17621"/>
                      <a:pt x="37827" y="16955"/>
                    </a:cubicBezTo>
                    <a:close/>
                    <a:moveTo>
                      <a:pt x="39875" y="21146"/>
                    </a:moveTo>
                    <a:lnTo>
                      <a:pt x="39029" y="21515"/>
                    </a:lnTo>
                    <a:cubicBezTo>
                      <a:pt x="39339" y="22205"/>
                      <a:pt x="39636" y="22920"/>
                      <a:pt x="39910" y="23634"/>
                    </a:cubicBezTo>
                    <a:lnTo>
                      <a:pt x="40768" y="23301"/>
                    </a:lnTo>
                    <a:cubicBezTo>
                      <a:pt x="40494" y="22574"/>
                      <a:pt x="40184" y="21848"/>
                      <a:pt x="39875" y="21146"/>
                    </a:cubicBezTo>
                    <a:close/>
                    <a:moveTo>
                      <a:pt x="21541" y="23517"/>
                    </a:moveTo>
                    <a:cubicBezTo>
                      <a:pt x="21085" y="23517"/>
                      <a:pt x="20631" y="23530"/>
                      <a:pt x="20182" y="23551"/>
                    </a:cubicBezTo>
                    <a:lnTo>
                      <a:pt x="20229" y="24479"/>
                    </a:lnTo>
                    <a:cubicBezTo>
                      <a:pt x="20706" y="24456"/>
                      <a:pt x="21198" y="24443"/>
                      <a:pt x="21688" y="24443"/>
                    </a:cubicBezTo>
                    <a:cubicBezTo>
                      <a:pt x="21957" y="24443"/>
                      <a:pt x="22226" y="24447"/>
                      <a:pt x="22491" y="24455"/>
                    </a:cubicBezTo>
                    <a:lnTo>
                      <a:pt x="22527" y="23539"/>
                    </a:lnTo>
                    <a:cubicBezTo>
                      <a:pt x="22198" y="23524"/>
                      <a:pt x="21869" y="23517"/>
                      <a:pt x="21541" y="23517"/>
                    </a:cubicBezTo>
                    <a:close/>
                    <a:moveTo>
                      <a:pt x="24861" y="23705"/>
                    </a:moveTo>
                    <a:lnTo>
                      <a:pt x="24754" y="24622"/>
                    </a:lnTo>
                    <a:cubicBezTo>
                      <a:pt x="25504" y="24717"/>
                      <a:pt x="26254" y="24825"/>
                      <a:pt x="27004" y="24967"/>
                    </a:cubicBezTo>
                    <a:lnTo>
                      <a:pt x="27183" y="24063"/>
                    </a:lnTo>
                    <a:cubicBezTo>
                      <a:pt x="26409" y="23920"/>
                      <a:pt x="25623" y="23801"/>
                      <a:pt x="24861" y="23705"/>
                    </a:cubicBezTo>
                    <a:close/>
                    <a:moveTo>
                      <a:pt x="17836" y="23765"/>
                    </a:moveTo>
                    <a:cubicBezTo>
                      <a:pt x="17074" y="23872"/>
                      <a:pt x="16288" y="24015"/>
                      <a:pt x="15526" y="24194"/>
                    </a:cubicBezTo>
                    <a:lnTo>
                      <a:pt x="15741" y="25098"/>
                    </a:lnTo>
                    <a:cubicBezTo>
                      <a:pt x="16467" y="24932"/>
                      <a:pt x="17217" y="24789"/>
                      <a:pt x="17967" y="24682"/>
                    </a:cubicBezTo>
                    <a:lnTo>
                      <a:pt x="17836" y="23765"/>
                    </a:lnTo>
                    <a:close/>
                    <a:moveTo>
                      <a:pt x="29457" y="24586"/>
                    </a:moveTo>
                    <a:lnTo>
                      <a:pt x="29230" y="25479"/>
                    </a:lnTo>
                    <a:cubicBezTo>
                      <a:pt x="29945" y="25670"/>
                      <a:pt x="30683" y="25884"/>
                      <a:pt x="31409" y="26134"/>
                    </a:cubicBezTo>
                    <a:lnTo>
                      <a:pt x="31695" y="25253"/>
                    </a:lnTo>
                    <a:cubicBezTo>
                      <a:pt x="30957" y="25003"/>
                      <a:pt x="30195" y="24777"/>
                      <a:pt x="29457" y="24586"/>
                    </a:cubicBezTo>
                    <a:close/>
                    <a:moveTo>
                      <a:pt x="13264" y="24825"/>
                    </a:moveTo>
                    <a:cubicBezTo>
                      <a:pt x="12526" y="25063"/>
                      <a:pt x="11788" y="25348"/>
                      <a:pt x="11073" y="25646"/>
                    </a:cubicBezTo>
                    <a:lnTo>
                      <a:pt x="11431" y="26503"/>
                    </a:lnTo>
                    <a:cubicBezTo>
                      <a:pt x="12121" y="26206"/>
                      <a:pt x="12836" y="25932"/>
                      <a:pt x="13550" y="25706"/>
                    </a:cubicBezTo>
                    <a:lnTo>
                      <a:pt x="13264" y="24825"/>
                    </a:lnTo>
                    <a:close/>
                    <a:moveTo>
                      <a:pt x="33898" y="26051"/>
                    </a:moveTo>
                    <a:lnTo>
                      <a:pt x="33552" y="26920"/>
                    </a:lnTo>
                    <a:cubicBezTo>
                      <a:pt x="34243" y="27194"/>
                      <a:pt x="34945" y="27492"/>
                      <a:pt x="35648" y="27813"/>
                    </a:cubicBezTo>
                    <a:lnTo>
                      <a:pt x="36041" y="26980"/>
                    </a:lnTo>
                    <a:cubicBezTo>
                      <a:pt x="35326" y="26646"/>
                      <a:pt x="34600" y="26337"/>
                      <a:pt x="33898" y="26051"/>
                    </a:cubicBezTo>
                    <a:close/>
                    <a:moveTo>
                      <a:pt x="41577" y="25479"/>
                    </a:moveTo>
                    <a:lnTo>
                      <a:pt x="40708" y="25789"/>
                    </a:lnTo>
                    <a:cubicBezTo>
                      <a:pt x="40958" y="26515"/>
                      <a:pt x="41208" y="27242"/>
                      <a:pt x="41422" y="27968"/>
                    </a:cubicBezTo>
                    <a:lnTo>
                      <a:pt x="42303" y="27694"/>
                    </a:lnTo>
                    <a:cubicBezTo>
                      <a:pt x="42077" y="26968"/>
                      <a:pt x="41839" y="26218"/>
                      <a:pt x="41577" y="25479"/>
                    </a:cubicBezTo>
                    <a:close/>
                    <a:moveTo>
                      <a:pt x="8954" y="26670"/>
                    </a:moveTo>
                    <a:cubicBezTo>
                      <a:pt x="8264" y="27027"/>
                      <a:pt x="7585" y="27432"/>
                      <a:pt x="6930" y="27849"/>
                    </a:cubicBezTo>
                    <a:lnTo>
                      <a:pt x="7430" y="28635"/>
                    </a:lnTo>
                    <a:cubicBezTo>
                      <a:pt x="8061" y="28218"/>
                      <a:pt x="8728" y="27837"/>
                      <a:pt x="9383" y="27480"/>
                    </a:cubicBezTo>
                    <a:lnTo>
                      <a:pt x="8954" y="26670"/>
                    </a:lnTo>
                    <a:close/>
                    <a:moveTo>
                      <a:pt x="38124" y="28015"/>
                    </a:moveTo>
                    <a:lnTo>
                      <a:pt x="37696" y="28825"/>
                    </a:lnTo>
                    <a:cubicBezTo>
                      <a:pt x="38363" y="29170"/>
                      <a:pt x="39041" y="29551"/>
                      <a:pt x="39708" y="29932"/>
                    </a:cubicBezTo>
                    <a:lnTo>
                      <a:pt x="40160" y="29135"/>
                    </a:lnTo>
                    <a:cubicBezTo>
                      <a:pt x="39482" y="28742"/>
                      <a:pt x="38803" y="28361"/>
                      <a:pt x="38124" y="28015"/>
                    </a:cubicBezTo>
                    <a:close/>
                    <a:moveTo>
                      <a:pt x="5013" y="29206"/>
                    </a:moveTo>
                    <a:cubicBezTo>
                      <a:pt x="4394" y="29682"/>
                      <a:pt x="3787" y="30182"/>
                      <a:pt x="3203" y="30706"/>
                    </a:cubicBezTo>
                    <a:lnTo>
                      <a:pt x="3822" y="31397"/>
                    </a:lnTo>
                    <a:cubicBezTo>
                      <a:pt x="4382" y="30885"/>
                      <a:pt x="4977" y="30397"/>
                      <a:pt x="5573" y="29944"/>
                    </a:cubicBezTo>
                    <a:lnTo>
                      <a:pt x="5013" y="29206"/>
                    </a:lnTo>
                    <a:close/>
                    <a:moveTo>
                      <a:pt x="42946" y="29944"/>
                    </a:moveTo>
                    <a:lnTo>
                      <a:pt x="42042" y="30182"/>
                    </a:lnTo>
                    <a:cubicBezTo>
                      <a:pt x="42065" y="30266"/>
                      <a:pt x="42089" y="30337"/>
                      <a:pt x="42101" y="30420"/>
                    </a:cubicBezTo>
                    <a:lnTo>
                      <a:pt x="41661" y="31123"/>
                    </a:lnTo>
                    <a:cubicBezTo>
                      <a:pt x="41946" y="31302"/>
                      <a:pt x="42244" y="31492"/>
                      <a:pt x="42530" y="31683"/>
                    </a:cubicBezTo>
                    <a:lnTo>
                      <a:pt x="43458" y="32302"/>
                    </a:lnTo>
                    <a:lnTo>
                      <a:pt x="43244" y="31206"/>
                    </a:lnTo>
                    <a:cubicBezTo>
                      <a:pt x="43232" y="31194"/>
                      <a:pt x="43149" y="30742"/>
                      <a:pt x="42946" y="29944"/>
                    </a:cubicBezTo>
                    <a:close/>
                    <a:moveTo>
                      <a:pt x="1525" y="32361"/>
                    </a:moveTo>
                    <a:cubicBezTo>
                      <a:pt x="536" y="33421"/>
                      <a:pt x="24" y="34147"/>
                      <a:pt x="1" y="34183"/>
                    </a:cubicBezTo>
                    <a:lnTo>
                      <a:pt x="763" y="34707"/>
                    </a:lnTo>
                    <a:cubicBezTo>
                      <a:pt x="763" y="34707"/>
                      <a:pt x="1251" y="34004"/>
                      <a:pt x="2203" y="32992"/>
                    </a:cubicBezTo>
                    <a:lnTo>
                      <a:pt x="1525" y="32361"/>
                    </a:ln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59" name="Google Shape;1259;p58"/>
              <p:cNvSpPr/>
              <p:nvPr/>
            </p:nvSpPr>
            <p:spPr>
              <a:xfrm>
                <a:off x="2948425" y="2178772"/>
                <a:ext cx="1001539" cy="1069214"/>
              </a:xfrm>
              <a:custGeom>
                <a:rect b="b" l="l" r="r" t="t"/>
                <a:pathLst>
                  <a:path extrusionOk="0" h="16765" w="16753">
                    <a:moveTo>
                      <a:pt x="8370" y="0"/>
                    </a:moveTo>
                    <a:cubicBezTo>
                      <a:pt x="3751" y="0"/>
                      <a:pt x="0" y="3751"/>
                      <a:pt x="0" y="8382"/>
                    </a:cubicBezTo>
                    <a:cubicBezTo>
                      <a:pt x="0" y="13014"/>
                      <a:pt x="3751" y="16764"/>
                      <a:pt x="8370" y="16764"/>
                    </a:cubicBezTo>
                    <a:cubicBezTo>
                      <a:pt x="13002" y="16764"/>
                      <a:pt x="16752" y="13014"/>
                      <a:pt x="16752" y="8382"/>
                    </a:cubicBezTo>
                    <a:cubicBezTo>
                      <a:pt x="16752" y="3751"/>
                      <a:pt x="13002" y="0"/>
                      <a:pt x="8370"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Pinza</a:t>
                </a:r>
                <a:br>
                  <a:rPr b="0" i="0" lang="es-BO" sz="2000" u="none" cap="none" strike="noStrike">
                    <a:solidFill>
                      <a:srgbClr val="FFFFFF"/>
                    </a:solidFill>
                    <a:latin typeface="Times New Roman"/>
                    <a:ea typeface="Times New Roman"/>
                    <a:cs typeface="Times New Roman"/>
                    <a:sym typeface="Times New Roman"/>
                  </a:rPr>
                </a:br>
                <a:r>
                  <a:rPr b="0" i="0" lang="es-BO" sz="2000" u="none" cap="none" strike="noStrike">
                    <a:solidFill>
                      <a:srgbClr val="FFFFFF"/>
                    </a:solidFill>
                    <a:latin typeface="Times New Roman"/>
                    <a:ea typeface="Times New Roman"/>
                    <a:cs typeface="Times New Roman"/>
                    <a:sym typeface="Times New Roman"/>
                  </a:rPr>
                  <a:t>paralela</a:t>
                </a:r>
                <a:endParaRPr b="0" i="0" sz="2000" u="none" cap="none" strike="noStrike">
                  <a:solidFill>
                    <a:srgbClr val="000000"/>
                  </a:solidFill>
                  <a:latin typeface="Times New Roman"/>
                  <a:ea typeface="Times New Roman"/>
                  <a:cs typeface="Times New Roman"/>
                  <a:sym typeface="Times New Roman"/>
                </a:endParaRPr>
              </a:p>
            </p:txBody>
          </p:sp>
          <p:sp>
            <p:nvSpPr>
              <p:cNvPr id="1260" name="Google Shape;1260;p58"/>
              <p:cNvSpPr/>
              <p:nvPr/>
            </p:nvSpPr>
            <p:spPr>
              <a:xfrm>
                <a:off x="2862011" y="2080771"/>
                <a:ext cx="1176644" cy="1255185"/>
              </a:xfrm>
              <a:custGeom>
                <a:rect b="b" l="l" r="r" t="t"/>
                <a:pathLst>
                  <a:path extrusionOk="0" h="19681" w="19682">
                    <a:moveTo>
                      <a:pt x="9835" y="929"/>
                    </a:moveTo>
                    <a:cubicBezTo>
                      <a:pt x="14753" y="929"/>
                      <a:pt x="18753" y="4929"/>
                      <a:pt x="18753" y="9835"/>
                    </a:cubicBezTo>
                    <a:cubicBezTo>
                      <a:pt x="18753" y="14752"/>
                      <a:pt x="14753" y="18752"/>
                      <a:pt x="9835" y="18752"/>
                    </a:cubicBezTo>
                    <a:cubicBezTo>
                      <a:pt x="4918" y="18752"/>
                      <a:pt x="930" y="14752"/>
                      <a:pt x="930" y="9835"/>
                    </a:cubicBezTo>
                    <a:cubicBezTo>
                      <a:pt x="930" y="4929"/>
                      <a:pt x="4918" y="929"/>
                      <a:pt x="9835" y="929"/>
                    </a:cubicBezTo>
                    <a:close/>
                    <a:moveTo>
                      <a:pt x="9835" y="0"/>
                    </a:moveTo>
                    <a:cubicBezTo>
                      <a:pt x="4418" y="0"/>
                      <a:pt x="1" y="4417"/>
                      <a:pt x="1" y="9835"/>
                    </a:cubicBezTo>
                    <a:cubicBezTo>
                      <a:pt x="1" y="15264"/>
                      <a:pt x="4418" y="19681"/>
                      <a:pt x="9835" y="19681"/>
                    </a:cubicBezTo>
                    <a:cubicBezTo>
                      <a:pt x="15265" y="19681"/>
                      <a:pt x="19682" y="15264"/>
                      <a:pt x="19682" y="9835"/>
                    </a:cubicBezTo>
                    <a:cubicBezTo>
                      <a:pt x="19682" y="4417"/>
                      <a:pt x="15265" y="0"/>
                      <a:pt x="9835" y="0"/>
                    </a:cubicBezTo>
                    <a:close/>
                  </a:path>
                </a:pathLst>
              </a:custGeom>
              <a:solidFill>
                <a:srgbClr val="4949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grpSp>
        <p:nvGrpSpPr>
          <p:cNvPr id="1261" name="Google Shape;1261;p58"/>
          <p:cNvGrpSpPr/>
          <p:nvPr/>
        </p:nvGrpSpPr>
        <p:grpSpPr>
          <a:xfrm>
            <a:off x="7598166" y="1656462"/>
            <a:ext cx="2553828" cy="1222843"/>
            <a:chOff x="7117114" y="1656462"/>
            <a:chExt cx="1467773" cy="1222843"/>
          </a:xfrm>
        </p:grpSpPr>
        <p:sp>
          <p:nvSpPr>
            <p:cNvPr id="1262" name="Google Shape;1262;p58"/>
            <p:cNvSpPr/>
            <p:nvPr/>
          </p:nvSpPr>
          <p:spPr>
            <a:xfrm>
              <a:off x="7117114" y="2305253"/>
              <a:ext cx="613335" cy="574052"/>
            </a:xfrm>
            <a:custGeom>
              <a:rect b="b" l="l" r="r" t="t"/>
              <a:pathLst>
                <a:path extrusionOk="0" h="23469" w="25075">
                  <a:moveTo>
                    <a:pt x="24444" y="1"/>
                  </a:moveTo>
                  <a:lnTo>
                    <a:pt x="0" y="22789"/>
                  </a:lnTo>
                  <a:lnTo>
                    <a:pt x="631" y="23468"/>
                  </a:lnTo>
                  <a:lnTo>
                    <a:pt x="25075" y="680"/>
                  </a:lnTo>
                  <a:lnTo>
                    <a:pt x="24444" y="1"/>
                  </a:ln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63" name="Google Shape;1263;p58"/>
            <p:cNvSpPr/>
            <p:nvPr/>
          </p:nvSpPr>
          <p:spPr>
            <a:xfrm>
              <a:off x="7437176" y="1706269"/>
              <a:ext cx="1070746" cy="979356"/>
            </a:xfrm>
            <a:custGeom>
              <a:rect b="b" l="l" r="r" t="t"/>
              <a:pathLst>
                <a:path extrusionOk="0" h="33088" w="33088">
                  <a:moveTo>
                    <a:pt x="16550" y="0"/>
                  </a:moveTo>
                  <a:cubicBezTo>
                    <a:pt x="7406" y="0"/>
                    <a:pt x="0" y="7406"/>
                    <a:pt x="0" y="16538"/>
                  </a:cubicBezTo>
                  <a:cubicBezTo>
                    <a:pt x="0" y="25682"/>
                    <a:pt x="7406" y="33087"/>
                    <a:pt x="16550" y="33087"/>
                  </a:cubicBezTo>
                  <a:cubicBezTo>
                    <a:pt x="25682" y="33087"/>
                    <a:pt x="33088" y="25682"/>
                    <a:pt x="33088" y="16538"/>
                  </a:cubicBezTo>
                  <a:cubicBezTo>
                    <a:pt x="33088" y="7406"/>
                    <a:pt x="25682" y="0"/>
                    <a:pt x="16550"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Cilindro neumático rotatorio</a:t>
              </a:r>
              <a:endParaRPr b="0" i="0" sz="2000" u="none" cap="none" strike="noStrike">
                <a:solidFill>
                  <a:srgbClr val="000000"/>
                </a:solidFill>
                <a:latin typeface="Times New Roman"/>
                <a:ea typeface="Times New Roman"/>
                <a:cs typeface="Times New Roman"/>
                <a:sym typeface="Times New Roman"/>
              </a:endParaRPr>
            </a:p>
          </p:txBody>
        </p:sp>
        <p:sp>
          <p:nvSpPr>
            <p:cNvPr id="1264" name="Google Shape;1264;p58"/>
            <p:cNvSpPr/>
            <p:nvPr/>
          </p:nvSpPr>
          <p:spPr>
            <a:xfrm>
              <a:off x="7703864" y="1713333"/>
              <a:ext cx="691411" cy="430472"/>
            </a:xfrm>
            <a:custGeom>
              <a:rect b="b" l="l" r="r" t="t"/>
              <a:pathLst>
                <a:path extrusionOk="0" h="17599" w="28267">
                  <a:moveTo>
                    <a:pt x="9657" y="1"/>
                  </a:moveTo>
                  <a:cubicBezTo>
                    <a:pt x="6359" y="1"/>
                    <a:pt x="3120" y="870"/>
                    <a:pt x="287" y="2513"/>
                  </a:cubicBezTo>
                  <a:cubicBezTo>
                    <a:pt x="72" y="2644"/>
                    <a:pt x="1" y="2918"/>
                    <a:pt x="132" y="3132"/>
                  </a:cubicBezTo>
                  <a:cubicBezTo>
                    <a:pt x="212" y="3277"/>
                    <a:pt x="363" y="3356"/>
                    <a:pt x="518" y="3356"/>
                  </a:cubicBezTo>
                  <a:cubicBezTo>
                    <a:pt x="593" y="3356"/>
                    <a:pt x="669" y="3337"/>
                    <a:pt x="739" y="3299"/>
                  </a:cubicBezTo>
                  <a:cubicBezTo>
                    <a:pt x="3442" y="1727"/>
                    <a:pt x="6514" y="894"/>
                    <a:pt x="9657" y="894"/>
                  </a:cubicBezTo>
                  <a:cubicBezTo>
                    <a:pt x="18825" y="894"/>
                    <a:pt x="26599" y="8049"/>
                    <a:pt x="27338" y="17181"/>
                  </a:cubicBezTo>
                  <a:cubicBezTo>
                    <a:pt x="27361" y="17419"/>
                    <a:pt x="27564" y="17598"/>
                    <a:pt x="27790" y="17598"/>
                  </a:cubicBezTo>
                  <a:cubicBezTo>
                    <a:pt x="27802" y="17598"/>
                    <a:pt x="27814" y="17598"/>
                    <a:pt x="27826" y="17586"/>
                  </a:cubicBezTo>
                  <a:cubicBezTo>
                    <a:pt x="28076" y="17574"/>
                    <a:pt x="28266" y="17348"/>
                    <a:pt x="28243" y="17110"/>
                  </a:cubicBezTo>
                  <a:cubicBezTo>
                    <a:pt x="27862" y="12455"/>
                    <a:pt x="25754" y="8145"/>
                    <a:pt x="22325" y="4954"/>
                  </a:cubicBezTo>
                  <a:cubicBezTo>
                    <a:pt x="18860" y="1763"/>
                    <a:pt x="14372" y="1"/>
                    <a:pt x="9657"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65" name="Google Shape;1265;p58"/>
            <p:cNvSpPr/>
            <p:nvPr/>
          </p:nvSpPr>
          <p:spPr>
            <a:xfrm>
              <a:off x="8179267" y="1843136"/>
              <a:ext cx="341633" cy="808109"/>
            </a:xfrm>
            <a:custGeom>
              <a:rect b="b" l="l" r="r" t="t"/>
              <a:pathLst>
                <a:path extrusionOk="0" h="33038" w="13967">
                  <a:moveTo>
                    <a:pt x="5626" y="1"/>
                  </a:moveTo>
                  <a:cubicBezTo>
                    <a:pt x="5512" y="1"/>
                    <a:pt x="5398" y="42"/>
                    <a:pt x="5311" y="130"/>
                  </a:cubicBezTo>
                  <a:cubicBezTo>
                    <a:pt x="5132" y="309"/>
                    <a:pt x="5132" y="594"/>
                    <a:pt x="5311" y="773"/>
                  </a:cubicBezTo>
                  <a:lnTo>
                    <a:pt x="5346" y="809"/>
                  </a:lnTo>
                  <a:cubicBezTo>
                    <a:pt x="12978" y="8548"/>
                    <a:pt x="12895" y="21037"/>
                    <a:pt x="5156" y="28669"/>
                  </a:cubicBezTo>
                  <a:cubicBezTo>
                    <a:pt x="3715" y="30086"/>
                    <a:pt x="2084" y="31277"/>
                    <a:pt x="310" y="32182"/>
                  </a:cubicBezTo>
                  <a:cubicBezTo>
                    <a:pt x="84" y="32301"/>
                    <a:pt x="1" y="32575"/>
                    <a:pt x="108" y="32789"/>
                  </a:cubicBezTo>
                  <a:cubicBezTo>
                    <a:pt x="192" y="32949"/>
                    <a:pt x="354" y="33038"/>
                    <a:pt x="517" y="33038"/>
                  </a:cubicBezTo>
                  <a:cubicBezTo>
                    <a:pt x="585" y="33038"/>
                    <a:pt x="652" y="33023"/>
                    <a:pt x="715" y="32991"/>
                  </a:cubicBezTo>
                  <a:cubicBezTo>
                    <a:pt x="2584" y="32039"/>
                    <a:pt x="4287" y="30801"/>
                    <a:pt x="5787" y="29312"/>
                  </a:cubicBezTo>
                  <a:cubicBezTo>
                    <a:pt x="13883" y="21335"/>
                    <a:pt x="13967" y="8262"/>
                    <a:pt x="5989" y="178"/>
                  </a:cubicBezTo>
                  <a:lnTo>
                    <a:pt x="5954" y="130"/>
                  </a:lnTo>
                  <a:cubicBezTo>
                    <a:pt x="5863" y="45"/>
                    <a:pt x="5744" y="1"/>
                    <a:pt x="5626" y="1"/>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66" name="Google Shape;1266;p58"/>
            <p:cNvSpPr/>
            <p:nvPr/>
          </p:nvSpPr>
          <p:spPr>
            <a:xfrm>
              <a:off x="7304969" y="2237252"/>
              <a:ext cx="438592" cy="531858"/>
            </a:xfrm>
            <a:custGeom>
              <a:rect b="b" l="l" r="r" t="t"/>
              <a:pathLst>
                <a:path extrusionOk="0" h="21744" w="17931">
                  <a:moveTo>
                    <a:pt x="451" y="0"/>
                  </a:moveTo>
                  <a:cubicBezTo>
                    <a:pt x="444" y="0"/>
                    <a:pt x="436" y="0"/>
                    <a:pt x="429" y="1"/>
                  </a:cubicBezTo>
                  <a:cubicBezTo>
                    <a:pt x="203" y="1"/>
                    <a:pt x="24" y="179"/>
                    <a:pt x="0" y="406"/>
                  </a:cubicBezTo>
                  <a:cubicBezTo>
                    <a:pt x="0" y="417"/>
                    <a:pt x="0" y="441"/>
                    <a:pt x="0" y="465"/>
                  </a:cubicBezTo>
                  <a:cubicBezTo>
                    <a:pt x="369" y="10550"/>
                    <a:pt x="7477" y="19289"/>
                    <a:pt x="17300" y="21718"/>
                  </a:cubicBezTo>
                  <a:lnTo>
                    <a:pt x="17324" y="21730"/>
                  </a:lnTo>
                  <a:cubicBezTo>
                    <a:pt x="17360" y="21739"/>
                    <a:pt x="17397" y="21743"/>
                    <a:pt x="17433" y="21743"/>
                  </a:cubicBezTo>
                  <a:cubicBezTo>
                    <a:pt x="17634" y="21743"/>
                    <a:pt x="17821" y="21608"/>
                    <a:pt x="17871" y="21396"/>
                  </a:cubicBezTo>
                  <a:cubicBezTo>
                    <a:pt x="17931" y="21158"/>
                    <a:pt x="17788" y="20908"/>
                    <a:pt x="17550" y="20849"/>
                  </a:cubicBezTo>
                  <a:lnTo>
                    <a:pt x="17502" y="20837"/>
                  </a:lnTo>
                  <a:cubicBezTo>
                    <a:pt x="8084" y="18515"/>
                    <a:pt x="1262" y="10121"/>
                    <a:pt x="905" y="429"/>
                  </a:cubicBezTo>
                  <a:cubicBezTo>
                    <a:pt x="893" y="187"/>
                    <a:pt x="691" y="0"/>
                    <a:pt x="451"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67" name="Google Shape;1267;p58"/>
            <p:cNvSpPr/>
            <p:nvPr/>
          </p:nvSpPr>
          <p:spPr>
            <a:xfrm>
              <a:off x="8101729" y="1656462"/>
              <a:ext cx="483158" cy="491157"/>
            </a:xfrm>
            <a:custGeom>
              <a:rect b="b" l="l" r="r" t="t"/>
              <a:pathLst>
                <a:path extrusionOk="0" h="20080" w="19753">
                  <a:moveTo>
                    <a:pt x="472" y="0"/>
                  </a:moveTo>
                  <a:cubicBezTo>
                    <a:pt x="261" y="0"/>
                    <a:pt x="79" y="159"/>
                    <a:pt x="36" y="386"/>
                  </a:cubicBezTo>
                  <a:cubicBezTo>
                    <a:pt x="0" y="636"/>
                    <a:pt x="191" y="862"/>
                    <a:pt x="429" y="898"/>
                  </a:cubicBezTo>
                  <a:cubicBezTo>
                    <a:pt x="10014" y="2363"/>
                    <a:pt x="17574" y="10090"/>
                    <a:pt x="18824" y="19686"/>
                  </a:cubicBezTo>
                  <a:cubicBezTo>
                    <a:pt x="18860" y="19912"/>
                    <a:pt x="19050" y="20079"/>
                    <a:pt x="19277" y="20079"/>
                  </a:cubicBezTo>
                  <a:lnTo>
                    <a:pt x="19336" y="20079"/>
                  </a:lnTo>
                  <a:cubicBezTo>
                    <a:pt x="19586" y="20043"/>
                    <a:pt x="19753" y="19817"/>
                    <a:pt x="19729" y="19567"/>
                  </a:cubicBezTo>
                  <a:cubicBezTo>
                    <a:pt x="18419" y="9578"/>
                    <a:pt x="10549" y="1529"/>
                    <a:pt x="572" y="5"/>
                  </a:cubicBezTo>
                  <a:lnTo>
                    <a:pt x="536" y="5"/>
                  </a:lnTo>
                  <a:cubicBezTo>
                    <a:pt x="515" y="2"/>
                    <a:pt x="493" y="0"/>
                    <a:pt x="472"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68" name="Google Shape;1268;p58"/>
            <p:cNvSpPr/>
            <p:nvPr/>
          </p:nvSpPr>
          <p:spPr>
            <a:xfrm>
              <a:off x="7360211" y="1835555"/>
              <a:ext cx="270552" cy="812439"/>
            </a:xfrm>
            <a:custGeom>
              <a:rect b="b" l="l" r="r" t="t"/>
              <a:pathLst>
                <a:path extrusionOk="0" h="33215" w="11061">
                  <a:moveTo>
                    <a:pt x="6971" y="0"/>
                  </a:moveTo>
                  <a:cubicBezTo>
                    <a:pt x="6862" y="0"/>
                    <a:pt x="6753" y="42"/>
                    <a:pt x="6668" y="127"/>
                  </a:cubicBezTo>
                  <a:cubicBezTo>
                    <a:pt x="2429" y="4021"/>
                    <a:pt x="0" y="9545"/>
                    <a:pt x="0" y="15296"/>
                  </a:cubicBezTo>
                  <a:cubicBezTo>
                    <a:pt x="0" y="22642"/>
                    <a:pt x="3953" y="29476"/>
                    <a:pt x="10323" y="33155"/>
                  </a:cubicBezTo>
                  <a:cubicBezTo>
                    <a:pt x="10394" y="33191"/>
                    <a:pt x="10466" y="33215"/>
                    <a:pt x="10537" y="33215"/>
                  </a:cubicBezTo>
                  <a:cubicBezTo>
                    <a:pt x="10704" y="33215"/>
                    <a:pt x="10847" y="33131"/>
                    <a:pt x="10930" y="32988"/>
                  </a:cubicBezTo>
                  <a:cubicBezTo>
                    <a:pt x="11061" y="32774"/>
                    <a:pt x="10990" y="32500"/>
                    <a:pt x="10763" y="32369"/>
                  </a:cubicBezTo>
                  <a:cubicBezTo>
                    <a:pt x="4679" y="28857"/>
                    <a:pt x="905" y="22321"/>
                    <a:pt x="905" y="15296"/>
                  </a:cubicBezTo>
                  <a:cubicBezTo>
                    <a:pt x="905" y="9795"/>
                    <a:pt x="3227" y="4509"/>
                    <a:pt x="7275" y="782"/>
                  </a:cubicBezTo>
                  <a:cubicBezTo>
                    <a:pt x="7453" y="615"/>
                    <a:pt x="7477" y="330"/>
                    <a:pt x="7299" y="151"/>
                  </a:cubicBezTo>
                  <a:cubicBezTo>
                    <a:pt x="7211" y="51"/>
                    <a:pt x="7091" y="0"/>
                    <a:pt x="6971" y="0"/>
                  </a:cubicBezTo>
                  <a:close/>
                </a:path>
              </a:pathLst>
            </a:custGeom>
            <a:solidFill>
              <a:srgbClr val="5EB2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1269" name="Google Shape;1269;p58"/>
          <p:cNvGrpSpPr/>
          <p:nvPr/>
        </p:nvGrpSpPr>
        <p:grpSpPr>
          <a:xfrm>
            <a:off x="6312656" y="2338630"/>
            <a:ext cx="1532472" cy="1444059"/>
            <a:chOff x="3957339" y="1906303"/>
            <a:chExt cx="1259005" cy="1259299"/>
          </a:xfrm>
        </p:grpSpPr>
        <p:sp>
          <p:nvSpPr>
            <p:cNvPr id="1270" name="Google Shape;1270;p58"/>
            <p:cNvSpPr/>
            <p:nvPr/>
          </p:nvSpPr>
          <p:spPr>
            <a:xfrm>
              <a:off x="3999288" y="1948546"/>
              <a:ext cx="1175132" cy="1174814"/>
            </a:xfrm>
            <a:custGeom>
              <a:rect b="b" l="l" r="r" t="t"/>
              <a:pathLst>
                <a:path extrusionOk="0" h="48030" w="48043">
                  <a:moveTo>
                    <a:pt x="24027" y="0"/>
                  </a:moveTo>
                  <a:cubicBezTo>
                    <a:pt x="10752" y="0"/>
                    <a:pt x="0" y="10751"/>
                    <a:pt x="0" y="24015"/>
                  </a:cubicBezTo>
                  <a:cubicBezTo>
                    <a:pt x="0" y="37279"/>
                    <a:pt x="10752" y="48030"/>
                    <a:pt x="24027" y="48030"/>
                  </a:cubicBezTo>
                  <a:cubicBezTo>
                    <a:pt x="37291" y="48030"/>
                    <a:pt x="48042" y="37279"/>
                    <a:pt x="48042" y="24015"/>
                  </a:cubicBezTo>
                  <a:cubicBezTo>
                    <a:pt x="48042" y="10751"/>
                    <a:pt x="37291" y="0"/>
                    <a:pt x="24027" y="0"/>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Actuadores</a:t>
              </a:r>
              <a:endParaRPr b="0" i="0" sz="2000" u="none" cap="none" strike="noStrike">
                <a:solidFill>
                  <a:srgbClr val="000000"/>
                </a:solidFill>
                <a:latin typeface="Times New Roman"/>
                <a:ea typeface="Times New Roman"/>
                <a:cs typeface="Times New Roman"/>
                <a:sym typeface="Times New Roman"/>
              </a:endParaRPr>
            </a:p>
          </p:txBody>
        </p:sp>
        <p:sp>
          <p:nvSpPr>
            <p:cNvPr id="1271" name="Google Shape;1271;p58"/>
            <p:cNvSpPr/>
            <p:nvPr/>
          </p:nvSpPr>
          <p:spPr>
            <a:xfrm>
              <a:off x="3957339" y="1906303"/>
              <a:ext cx="1259005" cy="1259299"/>
            </a:xfrm>
            <a:custGeom>
              <a:rect b="b" l="l" r="r" t="t"/>
              <a:pathLst>
                <a:path extrusionOk="0" h="51484" w="51472">
                  <a:moveTo>
                    <a:pt x="25742" y="929"/>
                  </a:moveTo>
                  <a:cubicBezTo>
                    <a:pt x="39423" y="929"/>
                    <a:pt x="50555" y="12062"/>
                    <a:pt x="50555" y="25742"/>
                  </a:cubicBezTo>
                  <a:cubicBezTo>
                    <a:pt x="50555" y="39422"/>
                    <a:pt x="39423" y="50555"/>
                    <a:pt x="25742" y="50555"/>
                  </a:cubicBezTo>
                  <a:cubicBezTo>
                    <a:pt x="12050" y="50555"/>
                    <a:pt x="918" y="39422"/>
                    <a:pt x="918" y="25742"/>
                  </a:cubicBezTo>
                  <a:cubicBezTo>
                    <a:pt x="918" y="12062"/>
                    <a:pt x="12050" y="929"/>
                    <a:pt x="25742" y="929"/>
                  </a:cubicBezTo>
                  <a:close/>
                  <a:moveTo>
                    <a:pt x="25742" y="1"/>
                  </a:moveTo>
                  <a:cubicBezTo>
                    <a:pt x="11550" y="1"/>
                    <a:pt x="1" y="11550"/>
                    <a:pt x="1" y="25742"/>
                  </a:cubicBezTo>
                  <a:cubicBezTo>
                    <a:pt x="1" y="39934"/>
                    <a:pt x="11550" y="51483"/>
                    <a:pt x="25742" y="51483"/>
                  </a:cubicBezTo>
                  <a:cubicBezTo>
                    <a:pt x="39935" y="51483"/>
                    <a:pt x="51472" y="39934"/>
                    <a:pt x="51472" y="25742"/>
                  </a:cubicBezTo>
                  <a:cubicBezTo>
                    <a:pt x="51472" y="11550"/>
                    <a:pt x="39935" y="1"/>
                    <a:pt x="25742" y="1"/>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1272" name="Google Shape;1272;p58"/>
          <p:cNvGrpSpPr/>
          <p:nvPr/>
        </p:nvGrpSpPr>
        <p:grpSpPr>
          <a:xfrm>
            <a:off x="2113153" y="3531709"/>
            <a:ext cx="5508341" cy="2936317"/>
            <a:chOff x="2113153" y="3531709"/>
            <a:chExt cx="5508341" cy="2936317"/>
          </a:xfrm>
        </p:grpSpPr>
        <p:sp>
          <p:nvSpPr>
            <p:cNvPr id="1273" name="Google Shape;1273;p58"/>
            <p:cNvSpPr/>
            <p:nvPr/>
          </p:nvSpPr>
          <p:spPr>
            <a:xfrm>
              <a:off x="5349266" y="3531709"/>
              <a:ext cx="1141080" cy="735061"/>
            </a:xfrm>
            <a:custGeom>
              <a:rect b="b" l="l" r="r" t="t"/>
              <a:pathLst>
                <a:path extrusionOk="0" h="60448" w="64747">
                  <a:moveTo>
                    <a:pt x="64116" y="0"/>
                  </a:moveTo>
                  <a:lnTo>
                    <a:pt x="0" y="59769"/>
                  </a:lnTo>
                  <a:lnTo>
                    <a:pt x="631" y="60448"/>
                  </a:lnTo>
                  <a:lnTo>
                    <a:pt x="64747" y="679"/>
                  </a:lnTo>
                  <a:lnTo>
                    <a:pt x="64116" y="0"/>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nvGrpSpPr>
            <p:cNvPr id="1274" name="Google Shape;1274;p58"/>
            <p:cNvGrpSpPr/>
            <p:nvPr/>
          </p:nvGrpSpPr>
          <p:grpSpPr>
            <a:xfrm>
              <a:off x="2113153" y="3635788"/>
              <a:ext cx="5508341" cy="2832238"/>
              <a:chOff x="1495637" y="4025762"/>
              <a:chExt cx="5508341" cy="2832238"/>
            </a:xfrm>
          </p:grpSpPr>
          <p:grpSp>
            <p:nvGrpSpPr>
              <p:cNvPr id="1275" name="Google Shape;1275;p58"/>
              <p:cNvGrpSpPr/>
              <p:nvPr/>
            </p:nvGrpSpPr>
            <p:grpSpPr>
              <a:xfrm>
                <a:off x="2680112" y="4755879"/>
                <a:ext cx="2425440" cy="1974368"/>
                <a:chOff x="3525346" y="4755879"/>
                <a:chExt cx="1681470" cy="1974368"/>
              </a:xfrm>
            </p:grpSpPr>
            <p:sp>
              <p:nvSpPr>
                <p:cNvPr id="1276" name="Google Shape;1276;p58"/>
                <p:cNvSpPr/>
                <p:nvPr/>
              </p:nvSpPr>
              <p:spPr>
                <a:xfrm rot="-774890">
                  <a:off x="4090150" y="4858094"/>
                  <a:ext cx="1022819" cy="955554"/>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77" name="Google Shape;1277;p58"/>
                <p:cNvSpPr/>
                <p:nvPr/>
              </p:nvSpPr>
              <p:spPr>
                <a:xfrm>
                  <a:off x="3606071" y="5653579"/>
                  <a:ext cx="1020036" cy="992504"/>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Cilindro neumático simple</a:t>
                  </a:r>
                  <a:endParaRPr b="0" i="0" sz="2000" u="none" cap="none" strike="noStrike">
                    <a:solidFill>
                      <a:srgbClr val="000000"/>
                    </a:solidFill>
                    <a:latin typeface="Times New Roman"/>
                    <a:ea typeface="Times New Roman"/>
                    <a:cs typeface="Times New Roman"/>
                    <a:sym typeface="Times New Roman"/>
                  </a:endParaRPr>
                </a:p>
              </p:txBody>
            </p:sp>
            <p:sp>
              <p:nvSpPr>
                <p:cNvPr id="1278" name="Google Shape;1278;p58"/>
                <p:cNvSpPr/>
                <p:nvPr/>
              </p:nvSpPr>
              <p:spPr>
                <a:xfrm>
                  <a:off x="3525346" y="5564218"/>
                  <a:ext cx="1198374" cy="1166029"/>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sp>
            <p:nvSpPr>
              <p:cNvPr id="1279" name="Google Shape;1279;p58"/>
              <p:cNvSpPr/>
              <p:nvPr/>
            </p:nvSpPr>
            <p:spPr>
              <a:xfrm>
                <a:off x="3864840" y="4143694"/>
                <a:ext cx="1662116" cy="1085700"/>
              </a:xfrm>
              <a:custGeom>
                <a:rect b="b" l="l" r="r" t="t"/>
                <a:pathLst>
                  <a:path extrusionOk="0" h="33089" w="33100">
                    <a:moveTo>
                      <a:pt x="16550" y="1"/>
                    </a:moveTo>
                    <a:cubicBezTo>
                      <a:pt x="7406" y="1"/>
                      <a:pt x="0" y="7406"/>
                      <a:pt x="0" y="16550"/>
                    </a:cubicBezTo>
                    <a:cubicBezTo>
                      <a:pt x="0" y="25682"/>
                      <a:pt x="7406" y="33088"/>
                      <a:pt x="16550" y="33088"/>
                    </a:cubicBezTo>
                    <a:cubicBezTo>
                      <a:pt x="25682" y="33088"/>
                      <a:pt x="33100" y="25682"/>
                      <a:pt x="33100" y="16550"/>
                    </a:cubicBezTo>
                    <a:cubicBezTo>
                      <a:pt x="33100" y="7406"/>
                      <a:pt x="25682" y="1"/>
                      <a:pt x="16550"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Cilindros neumáicos</a:t>
                </a:r>
                <a:endParaRPr b="0" i="0" sz="2000" u="none" cap="none" strike="noStrike">
                  <a:solidFill>
                    <a:srgbClr val="000000"/>
                  </a:solidFill>
                  <a:latin typeface="Times New Roman"/>
                  <a:ea typeface="Times New Roman"/>
                  <a:cs typeface="Times New Roman"/>
                  <a:sym typeface="Times New Roman"/>
                </a:endParaRPr>
              </a:p>
            </p:txBody>
          </p:sp>
          <p:sp>
            <p:nvSpPr>
              <p:cNvPr id="1280" name="Google Shape;1280;p58"/>
              <p:cNvSpPr/>
              <p:nvPr/>
            </p:nvSpPr>
            <p:spPr>
              <a:xfrm>
                <a:off x="4710371" y="4588063"/>
                <a:ext cx="808672" cy="629478"/>
              </a:xfrm>
              <a:custGeom>
                <a:rect b="b" l="l" r="r" t="t"/>
                <a:pathLst>
                  <a:path extrusionOk="0" h="25735" w="22920">
                    <a:moveTo>
                      <a:pt x="18772" y="0"/>
                    </a:moveTo>
                    <a:cubicBezTo>
                      <a:pt x="18718" y="0"/>
                      <a:pt x="18663" y="11"/>
                      <a:pt x="18610" y="33"/>
                    </a:cubicBezTo>
                    <a:cubicBezTo>
                      <a:pt x="18372" y="116"/>
                      <a:pt x="18264" y="378"/>
                      <a:pt x="18348" y="616"/>
                    </a:cubicBezTo>
                    <a:lnTo>
                      <a:pt x="18372" y="676"/>
                    </a:lnTo>
                    <a:cubicBezTo>
                      <a:pt x="21908" y="9808"/>
                      <a:pt x="17348" y="20095"/>
                      <a:pt x="8227" y="23631"/>
                    </a:cubicBezTo>
                    <a:cubicBezTo>
                      <a:pt x="6153" y="24435"/>
                      <a:pt x="4004" y="24834"/>
                      <a:pt x="1822" y="24834"/>
                    </a:cubicBezTo>
                    <a:cubicBezTo>
                      <a:pt x="1387" y="24834"/>
                      <a:pt x="950" y="24818"/>
                      <a:pt x="512" y="24786"/>
                    </a:cubicBezTo>
                    <a:cubicBezTo>
                      <a:pt x="498" y="24785"/>
                      <a:pt x="484" y="24784"/>
                      <a:pt x="470" y="24784"/>
                    </a:cubicBezTo>
                    <a:cubicBezTo>
                      <a:pt x="238" y="24784"/>
                      <a:pt x="46" y="24967"/>
                      <a:pt x="24" y="25203"/>
                    </a:cubicBezTo>
                    <a:cubicBezTo>
                      <a:pt x="0" y="25441"/>
                      <a:pt x="191" y="25667"/>
                      <a:pt x="441" y="25679"/>
                    </a:cubicBezTo>
                    <a:cubicBezTo>
                      <a:pt x="922" y="25716"/>
                      <a:pt x="1401" y="25735"/>
                      <a:pt x="1879" y="25735"/>
                    </a:cubicBezTo>
                    <a:cubicBezTo>
                      <a:pt x="4157" y="25735"/>
                      <a:pt x="6393" y="25313"/>
                      <a:pt x="8549" y="24476"/>
                    </a:cubicBezTo>
                    <a:cubicBezTo>
                      <a:pt x="18145" y="20762"/>
                      <a:pt x="22920" y="9939"/>
                      <a:pt x="19217" y="354"/>
                    </a:cubicBezTo>
                    <a:lnTo>
                      <a:pt x="19193" y="295"/>
                    </a:lnTo>
                    <a:cubicBezTo>
                      <a:pt x="19120" y="113"/>
                      <a:pt x="18950" y="0"/>
                      <a:pt x="18772"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81" name="Google Shape;1281;p58"/>
              <p:cNvSpPr/>
              <p:nvPr/>
            </p:nvSpPr>
            <p:spPr>
              <a:xfrm>
                <a:off x="3967696" y="5039624"/>
                <a:ext cx="1166188" cy="298436"/>
              </a:xfrm>
              <a:custGeom>
                <a:rect b="b" l="l" r="r" t="t"/>
                <a:pathLst>
                  <a:path extrusionOk="0" h="12201" w="33053">
                    <a:moveTo>
                      <a:pt x="517" y="1"/>
                    </a:moveTo>
                    <a:cubicBezTo>
                      <a:pt x="452" y="1"/>
                      <a:pt x="385" y="15"/>
                      <a:pt x="322" y="45"/>
                    </a:cubicBezTo>
                    <a:cubicBezTo>
                      <a:pt x="96" y="164"/>
                      <a:pt x="1" y="426"/>
                      <a:pt x="120" y="652"/>
                    </a:cubicBezTo>
                    <a:cubicBezTo>
                      <a:pt x="1036" y="2533"/>
                      <a:pt x="2239" y="4260"/>
                      <a:pt x="3691" y="5796"/>
                    </a:cubicBezTo>
                    <a:cubicBezTo>
                      <a:pt x="7735" y="10054"/>
                      <a:pt x="13180" y="12201"/>
                      <a:pt x="18636" y="12201"/>
                    </a:cubicBezTo>
                    <a:cubicBezTo>
                      <a:pt x="23736" y="12201"/>
                      <a:pt x="28845" y="10325"/>
                      <a:pt x="32826" y="6546"/>
                    </a:cubicBezTo>
                    <a:lnTo>
                      <a:pt x="32862" y="6498"/>
                    </a:lnTo>
                    <a:cubicBezTo>
                      <a:pt x="33040" y="6331"/>
                      <a:pt x="33052" y="6046"/>
                      <a:pt x="32886" y="5867"/>
                    </a:cubicBezTo>
                    <a:cubicBezTo>
                      <a:pt x="32792" y="5773"/>
                      <a:pt x="32668" y="5725"/>
                      <a:pt x="32546" y="5725"/>
                    </a:cubicBezTo>
                    <a:cubicBezTo>
                      <a:pt x="32436" y="5725"/>
                      <a:pt x="32327" y="5764"/>
                      <a:pt x="32243" y="5843"/>
                    </a:cubicBezTo>
                    <a:lnTo>
                      <a:pt x="32207" y="5891"/>
                    </a:lnTo>
                    <a:cubicBezTo>
                      <a:pt x="28399" y="9503"/>
                      <a:pt x="23515" y="11295"/>
                      <a:pt x="18640" y="11295"/>
                    </a:cubicBezTo>
                    <a:cubicBezTo>
                      <a:pt x="13424" y="11295"/>
                      <a:pt x="8217" y="9244"/>
                      <a:pt x="4346" y="5176"/>
                    </a:cubicBezTo>
                    <a:cubicBezTo>
                      <a:pt x="2953" y="3712"/>
                      <a:pt x="1810" y="2057"/>
                      <a:pt x="929" y="259"/>
                    </a:cubicBezTo>
                    <a:cubicBezTo>
                      <a:pt x="852" y="96"/>
                      <a:pt x="688" y="1"/>
                      <a:pt x="517"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82" name="Google Shape;1282;p58"/>
              <p:cNvSpPr/>
              <p:nvPr/>
            </p:nvSpPr>
            <p:spPr>
              <a:xfrm rot="-235674">
                <a:off x="3891387" y="4055416"/>
                <a:ext cx="877155" cy="331115"/>
              </a:xfrm>
              <a:custGeom>
                <a:rect b="b" l="l" r="r" t="t"/>
                <a:pathLst>
                  <a:path extrusionOk="0" h="13537" w="24861">
                    <a:moveTo>
                      <a:pt x="20668" y="0"/>
                    </a:moveTo>
                    <a:cubicBezTo>
                      <a:pt x="12054" y="0"/>
                      <a:pt x="3945" y="4938"/>
                      <a:pt x="119" y="12880"/>
                    </a:cubicBezTo>
                    <a:cubicBezTo>
                      <a:pt x="119" y="12880"/>
                      <a:pt x="107" y="12904"/>
                      <a:pt x="107" y="12904"/>
                    </a:cubicBezTo>
                    <a:cubicBezTo>
                      <a:pt x="0" y="13130"/>
                      <a:pt x="96" y="13380"/>
                      <a:pt x="322" y="13488"/>
                    </a:cubicBezTo>
                    <a:cubicBezTo>
                      <a:pt x="386" y="13521"/>
                      <a:pt x="453" y="13537"/>
                      <a:pt x="520" y="13537"/>
                    </a:cubicBezTo>
                    <a:cubicBezTo>
                      <a:pt x="689" y="13537"/>
                      <a:pt x="852" y="13436"/>
                      <a:pt x="929" y="13273"/>
                    </a:cubicBezTo>
                    <a:cubicBezTo>
                      <a:pt x="4611" y="5649"/>
                      <a:pt x="12410" y="896"/>
                      <a:pt x="20681" y="896"/>
                    </a:cubicBezTo>
                    <a:cubicBezTo>
                      <a:pt x="21877" y="896"/>
                      <a:pt x="23084" y="996"/>
                      <a:pt x="24289" y="1200"/>
                    </a:cubicBezTo>
                    <a:cubicBezTo>
                      <a:pt x="24319" y="1207"/>
                      <a:pt x="24348" y="1209"/>
                      <a:pt x="24377" y="1209"/>
                    </a:cubicBezTo>
                    <a:cubicBezTo>
                      <a:pt x="24569" y="1209"/>
                      <a:pt x="24739" y="1077"/>
                      <a:pt x="24801" y="891"/>
                    </a:cubicBezTo>
                    <a:cubicBezTo>
                      <a:pt x="24801" y="879"/>
                      <a:pt x="24813" y="855"/>
                      <a:pt x="24813" y="831"/>
                    </a:cubicBezTo>
                    <a:cubicBezTo>
                      <a:pt x="24861" y="593"/>
                      <a:pt x="24694" y="355"/>
                      <a:pt x="24444" y="319"/>
                    </a:cubicBezTo>
                    <a:cubicBezTo>
                      <a:pt x="23182" y="105"/>
                      <a:pt x="21920" y="0"/>
                      <a:pt x="20668"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83" name="Google Shape;1283;p58"/>
              <p:cNvSpPr/>
              <p:nvPr/>
            </p:nvSpPr>
            <p:spPr>
              <a:xfrm rot="446123">
                <a:off x="4438743" y="4105844"/>
                <a:ext cx="1086768" cy="407455"/>
              </a:xfrm>
              <a:custGeom>
                <a:rect b="b" l="l" r="r" t="t"/>
                <a:pathLst>
                  <a:path extrusionOk="0" h="16658" w="30802">
                    <a:moveTo>
                      <a:pt x="10633" y="1"/>
                    </a:moveTo>
                    <a:cubicBezTo>
                      <a:pt x="6990" y="1"/>
                      <a:pt x="3418" y="965"/>
                      <a:pt x="298" y="2775"/>
                    </a:cubicBezTo>
                    <a:cubicBezTo>
                      <a:pt x="84" y="2906"/>
                      <a:pt x="1" y="3180"/>
                      <a:pt x="132" y="3394"/>
                    </a:cubicBezTo>
                    <a:cubicBezTo>
                      <a:pt x="220" y="3538"/>
                      <a:pt x="373" y="3618"/>
                      <a:pt x="529" y="3618"/>
                    </a:cubicBezTo>
                    <a:cubicBezTo>
                      <a:pt x="605" y="3618"/>
                      <a:pt x="681" y="3599"/>
                      <a:pt x="751" y="3561"/>
                    </a:cubicBezTo>
                    <a:cubicBezTo>
                      <a:pt x="3739" y="1822"/>
                      <a:pt x="7156" y="906"/>
                      <a:pt x="10633" y="906"/>
                    </a:cubicBezTo>
                    <a:cubicBezTo>
                      <a:pt x="19789" y="906"/>
                      <a:pt x="27873" y="7383"/>
                      <a:pt x="29861" y="16300"/>
                    </a:cubicBezTo>
                    <a:cubicBezTo>
                      <a:pt x="29909" y="16503"/>
                      <a:pt x="30100" y="16658"/>
                      <a:pt x="30302" y="16658"/>
                    </a:cubicBezTo>
                    <a:cubicBezTo>
                      <a:pt x="30338" y="16658"/>
                      <a:pt x="30373" y="16646"/>
                      <a:pt x="30397" y="16646"/>
                    </a:cubicBezTo>
                    <a:cubicBezTo>
                      <a:pt x="30647" y="16586"/>
                      <a:pt x="30802" y="16348"/>
                      <a:pt x="30742" y="16098"/>
                    </a:cubicBezTo>
                    <a:cubicBezTo>
                      <a:pt x="29742" y="11597"/>
                      <a:pt x="27206" y="7514"/>
                      <a:pt x="23599" y="4597"/>
                    </a:cubicBezTo>
                    <a:cubicBezTo>
                      <a:pt x="19955" y="1632"/>
                      <a:pt x="15348" y="1"/>
                      <a:pt x="10633"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nvGrpSpPr>
              <p:cNvPr id="1284" name="Google Shape;1284;p58"/>
              <p:cNvGrpSpPr/>
              <p:nvPr/>
            </p:nvGrpSpPr>
            <p:grpSpPr>
              <a:xfrm>
                <a:off x="1495637" y="4037216"/>
                <a:ext cx="3141333" cy="1404288"/>
                <a:chOff x="2704192" y="4037216"/>
                <a:chExt cx="2177773" cy="1404288"/>
              </a:xfrm>
            </p:grpSpPr>
            <p:sp>
              <p:nvSpPr>
                <p:cNvPr id="1285" name="Google Shape;1285;p58"/>
                <p:cNvSpPr/>
                <p:nvPr/>
              </p:nvSpPr>
              <p:spPr>
                <a:xfrm rot="1190257">
                  <a:off x="3727358" y="4182414"/>
                  <a:ext cx="1022819" cy="955554"/>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86" name="Google Shape;1286;p58"/>
                <p:cNvSpPr/>
                <p:nvPr/>
              </p:nvSpPr>
              <p:spPr>
                <a:xfrm>
                  <a:off x="2772419" y="4464281"/>
                  <a:ext cx="870606" cy="898663"/>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Cilindro</a:t>
                  </a:r>
                  <a:br>
                    <a:rPr b="0" i="0" lang="es-BO" sz="2000" u="none" cap="none" strike="noStrike">
                      <a:solidFill>
                        <a:srgbClr val="FFFFFF"/>
                      </a:solidFill>
                      <a:latin typeface="Times New Roman"/>
                      <a:ea typeface="Times New Roman"/>
                      <a:cs typeface="Times New Roman"/>
                      <a:sym typeface="Times New Roman"/>
                    </a:rPr>
                  </a:br>
                  <a:r>
                    <a:rPr b="0" i="0" lang="es-BO" sz="2000" u="none" cap="none" strike="noStrike">
                      <a:solidFill>
                        <a:srgbClr val="FFFFFF"/>
                      </a:solidFill>
                      <a:latin typeface="Times New Roman"/>
                      <a:ea typeface="Times New Roman"/>
                      <a:cs typeface="Times New Roman"/>
                      <a:sym typeface="Times New Roman"/>
                    </a:rPr>
                    <a:t>doble</a:t>
                  </a:r>
                  <a:endParaRPr b="0" i="0" sz="2000" u="none" cap="none" strike="noStrike">
                    <a:solidFill>
                      <a:srgbClr val="000000"/>
                    </a:solidFill>
                    <a:latin typeface="Times New Roman"/>
                    <a:ea typeface="Times New Roman"/>
                    <a:cs typeface="Times New Roman"/>
                    <a:sym typeface="Times New Roman"/>
                  </a:endParaRPr>
                </a:p>
              </p:txBody>
            </p:sp>
            <p:sp>
              <p:nvSpPr>
                <p:cNvPr id="1287" name="Google Shape;1287;p58"/>
                <p:cNvSpPr/>
                <p:nvPr/>
              </p:nvSpPr>
              <p:spPr>
                <a:xfrm>
                  <a:off x="2704192" y="4385722"/>
                  <a:ext cx="1022819" cy="1055782"/>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nvGrpSpPr>
              <p:cNvPr id="1288" name="Google Shape;1288;p58"/>
              <p:cNvGrpSpPr/>
              <p:nvPr/>
            </p:nvGrpSpPr>
            <p:grpSpPr>
              <a:xfrm>
                <a:off x="4673879" y="4789397"/>
                <a:ext cx="2330099" cy="2068603"/>
                <a:chOff x="4907553" y="4789397"/>
                <a:chExt cx="1615373" cy="2068603"/>
              </a:xfrm>
            </p:grpSpPr>
            <p:sp>
              <p:nvSpPr>
                <p:cNvPr id="1289" name="Google Shape;1289;p58"/>
                <p:cNvSpPr/>
                <p:nvPr/>
              </p:nvSpPr>
              <p:spPr>
                <a:xfrm rot="-4640987">
                  <a:off x="4974320" y="4915248"/>
                  <a:ext cx="1022819" cy="955554"/>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290" name="Google Shape;1290;p58"/>
                <p:cNvSpPr/>
                <p:nvPr/>
              </p:nvSpPr>
              <p:spPr>
                <a:xfrm>
                  <a:off x="5419464" y="5706076"/>
                  <a:ext cx="1012843" cy="1060726"/>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2000" u="none" cap="none" strike="noStrike">
                      <a:solidFill>
                        <a:srgbClr val="FFFFFF"/>
                      </a:solidFill>
                      <a:latin typeface="Times New Roman"/>
                      <a:ea typeface="Times New Roman"/>
                      <a:cs typeface="Times New Roman"/>
                      <a:sym typeface="Times New Roman"/>
                    </a:rPr>
                    <a:t>Cilindro </a:t>
                  </a:r>
                  <a:br>
                    <a:rPr b="0" i="0" lang="es-BO" sz="2000" u="none" cap="none" strike="noStrike">
                      <a:solidFill>
                        <a:srgbClr val="FFFFFF"/>
                      </a:solidFill>
                      <a:latin typeface="Times New Roman"/>
                      <a:ea typeface="Times New Roman"/>
                      <a:cs typeface="Times New Roman"/>
                      <a:sym typeface="Times New Roman"/>
                    </a:rPr>
                  </a:br>
                  <a:r>
                    <a:rPr b="0" i="0" lang="es-BO" sz="2000" u="none" cap="none" strike="noStrike">
                      <a:solidFill>
                        <a:srgbClr val="FFFFFF"/>
                      </a:solidFill>
                      <a:latin typeface="Times New Roman"/>
                      <a:ea typeface="Times New Roman"/>
                      <a:cs typeface="Times New Roman"/>
                      <a:sym typeface="Times New Roman"/>
                    </a:rPr>
                    <a:t>delgado</a:t>
                  </a:r>
                  <a:endParaRPr b="0" i="0" sz="2000" u="none" cap="none" strike="noStrike">
                    <a:solidFill>
                      <a:srgbClr val="000000"/>
                    </a:solidFill>
                    <a:latin typeface="Times New Roman"/>
                    <a:ea typeface="Times New Roman"/>
                    <a:cs typeface="Times New Roman"/>
                    <a:sym typeface="Times New Roman"/>
                  </a:endParaRPr>
                </a:p>
              </p:txBody>
            </p:sp>
            <p:sp>
              <p:nvSpPr>
                <p:cNvPr id="1291" name="Google Shape;1291;p58"/>
                <p:cNvSpPr/>
                <p:nvPr/>
              </p:nvSpPr>
              <p:spPr>
                <a:xfrm>
                  <a:off x="5333002" y="5611822"/>
                  <a:ext cx="1189924" cy="1246178"/>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p:txBody>
            </p:sp>
          </p:grpSp>
        </p:grpSp>
      </p:grpSp>
      <p:sp>
        <p:nvSpPr>
          <p:cNvPr id="1292" name="Google Shape;1292;p58"/>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9"/>
                                        </p:tgtEl>
                                        <p:attrNameLst>
                                          <p:attrName>style.visibility</p:attrName>
                                        </p:attrNameLst>
                                      </p:cBhvr>
                                      <p:to>
                                        <p:strVal val="visible"/>
                                      </p:to>
                                    </p:set>
                                    <p:animEffect filter="fade" transition="in">
                                      <p:cBhvr>
                                        <p:cTn dur="1000"/>
                                        <p:tgtEl>
                                          <p:spTgt spid="1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6"/>
                                        </p:tgtEl>
                                        <p:attrNameLst>
                                          <p:attrName>style.visibility</p:attrName>
                                        </p:attrNameLst>
                                      </p:cBhvr>
                                      <p:to>
                                        <p:strVal val="visible"/>
                                      </p:to>
                                    </p:set>
                                    <p:animEffect filter="fade" transition="in">
                                      <p:cBhvr>
                                        <p:cTn dur="1000"/>
                                        <p:tgtEl>
                                          <p:spTgt spid="1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2"/>
                                        </p:tgtEl>
                                        <p:attrNameLst>
                                          <p:attrName>style.visibility</p:attrName>
                                        </p:attrNameLst>
                                      </p:cBhvr>
                                      <p:to>
                                        <p:strVal val="visible"/>
                                      </p:to>
                                    </p:set>
                                    <p:animEffect filter="fade" transition="in">
                                      <p:cBhvr>
                                        <p:cTn dur="1000"/>
                                        <p:tgtEl>
                                          <p:spTgt spid="1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1"/>
                                        </p:tgtEl>
                                        <p:attrNameLst>
                                          <p:attrName>style.visibility</p:attrName>
                                        </p:attrNameLst>
                                      </p:cBhvr>
                                      <p:to>
                                        <p:strVal val="visible"/>
                                      </p:to>
                                    </p:set>
                                    <p:animEffect filter="fade" transition="in">
                                      <p:cBhvr>
                                        <p:cTn dur="1000"/>
                                        <p:tgtEl>
                                          <p:spTgt spid="1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9"/>
                                        </p:tgtEl>
                                        <p:attrNameLst>
                                          <p:attrName>style.visibility</p:attrName>
                                        </p:attrNameLst>
                                      </p:cBhvr>
                                      <p:to>
                                        <p:strVal val="visible"/>
                                      </p:to>
                                    </p:set>
                                    <p:animEffect filter="fade" transition="in">
                                      <p:cBhvr>
                                        <p:cTn dur="1000"/>
                                        <p:tgtEl>
                                          <p:spTgt spid="1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59"/>
          <p:cNvSpPr txBox="1"/>
          <p:nvPr>
            <p:ph idx="1" type="body"/>
          </p:nvPr>
        </p:nvSpPr>
        <p:spPr>
          <a:xfrm>
            <a:off x="862046" y="1030100"/>
            <a:ext cx="4983866" cy="72077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F5496"/>
              </a:buClr>
              <a:buSzPts val="2000"/>
              <a:buNone/>
            </a:pPr>
            <a:r>
              <a:rPr b="1" lang="es-BO" sz="2000">
                <a:solidFill>
                  <a:srgbClr val="2F5496"/>
                </a:solidFill>
                <a:latin typeface="Times New Roman"/>
                <a:ea typeface="Times New Roman"/>
                <a:cs typeface="Times New Roman"/>
                <a:sym typeface="Times New Roman"/>
              </a:rPr>
              <a:t>Pinza neumática de estilo angular</a:t>
            </a:r>
            <a:br>
              <a:rPr b="1" lang="es-BO" sz="2000">
                <a:solidFill>
                  <a:srgbClr val="2F5496"/>
                </a:solidFill>
                <a:latin typeface="Times New Roman"/>
                <a:ea typeface="Times New Roman"/>
                <a:cs typeface="Times New Roman"/>
                <a:sym typeface="Times New Roman"/>
              </a:rPr>
            </a:br>
            <a:r>
              <a:rPr b="1" lang="es-BO" sz="2000">
                <a:solidFill>
                  <a:srgbClr val="2F5496"/>
                </a:solidFill>
                <a:latin typeface="Times New Roman"/>
                <a:ea typeface="Times New Roman"/>
                <a:cs typeface="Times New Roman"/>
                <a:sym typeface="Times New Roman"/>
              </a:rPr>
              <a:t>SMC MHC2-20D</a:t>
            </a:r>
            <a:endParaRPr/>
          </a:p>
        </p:txBody>
      </p:sp>
      <p:pic>
        <p:nvPicPr>
          <p:cNvPr id="1299" name="Google Shape;1299;p59"/>
          <p:cNvPicPr preferRelativeResize="0"/>
          <p:nvPr/>
        </p:nvPicPr>
        <p:blipFill rotWithShape="1">
          <a:blip r:embed="rId3">
            <a:alphaModFix/>
          </a:blip>
          <a:srcRect b="46961" l="0" r="0" t="0"/>
          <a:stretch/>
        </p:blipFill>
        <p:spPr>
          <a:xfrm>
            <a:off x="7029284" y="1237624"/>
            <a:ext cx="3057525" cy="1768154"/>
          </a:xfrm>
          <a:prstGeom prst="rect">
            <a:avLst/>
          </a:prstGeom>
          <a:noFill/>
          <a:ln cap="flat" cmpd="sng" w="28575">
            <a:solidFill>
              <a:schemeClr val="dk1"/>
            </a:solidFill>
            <a:prstDash val="solid"/>
            <a:round/>
            <a:headEnd len="sm" w="sm" type="none"/>
            <a:tailEnd len="sm" w="sm" type="none"/>
          </a:ln>
        </p:spPr>
      </p:pic>
      <p:pic>
        <p:nvPicPr>
          <p:cNvPr id="1300" name="Google Shape;1300;p59"/>
          <p:cNvPicPr preferRelativeResize="0"/>
          <p:nvPr/>
        </p:nvPicPr>
        <p:blipFill rotWithShape="1">
          <a:blip r:embed="rId3">
            <a:alphaModFix/>
          </a:blip>
          <a:srcRect b="0" l="0" r="0" t="54427"/>
          <a:stretch/>
        </p:blipFill>
        <p:spPr>
          <a:xfrm>
            <a:off x="7029283" y="3221281"/>
            <a:ext cx="3057525" cy="1519298"/>
          </a:xfrm>
          <a:prstGeom prst="rect">
            <a:avLst/>
          </a:prstGeom>
          <a:noFill/>
          <a:ln cap="flat" cmpd="sng" w="28575">
            <a:solidFill>
              <a:schemeClr val="dk1"/>
            </a:solidFill>
            <a:prstDash val="solid"/>
            <a:round/>
            <a:headEnd len="sm" w="sm" type="none"/>
            <a:tailEnd len="sm" w="sm" type="none"/>
          </a:ln>
        </p:spPr>
      </p:pic>
      <p:cxnSp>
        <p:nvCxnSpPr>
          <p:cNvPr id="1301" name="Google Shape;1301;p59"/>
          <p:cNvCxnSpPr/>
          <p:nvPr/>
        </p:nvCxnSpPr>
        <p:spPr>
          <a:xfrm rot="10800000">
            <a:off x="6493487" y="2030298"/>
            <a:ext cx="0" cy="2774254"/>
          </a:xfrm>
          <a:prstGeom prst="straightConnector1">
            <a:avLst/>
          </a:prstGeom>
          <a:noFill/>
          <a:ln cap="flat" cmpd="sng" w="28575">
            <a:solidFill>
              <a:srgbClr val="002060"/>
            </a:solidFill>
            <a:prstDash val="solid"/>
            <a:miter lim="800000"/>
            <a:headEnd len="sm" w="sm" type="none"/>
            <a:tailEnd len="sm" w="sm" type="none"/>
          </a:ln>
        </p:spPr>
      </p:cxnSp>
      <p:cxnSp>
        <p:nvCxnSpPr>
          <p:cNvPr id="1302" name="Google Shape;1302;p59"/>
          <p:cNvCxnSpPr/>
          <p:nvPr/>
        </p:nvCxnSpPr>
        <p:spPr>
          <a:xfrm>
            <a:off x="6493487" y="2030298"/>
            <a:ext cx="535796" cy="0"/>
          </a:xfrm>
          <a:prstGeom prst="straightConnector1">
            <a:avLst/>
          </a:prstGeom>
          <a:noFill/>
          <a:ln cap="flat" cmpd="sng" w="28575">
            <a:solidFill>
              <a:srgbClr val="002060"/>
            </a:solidFill>
            <a:prstDash val="solid"/>
            <a:miter lim="800000"/>
            <a:headEnd len="sm" w="sm" type="none"/>
            <a:tailEnd len="med" w="med" type="triangle"/>
          </a:ln>
        </p:spPr>
      </p:cxnSp>
      <p:cxnSp>
        <p:nvCxnSpPr>
          <p:cNvPr id="1303" name="Google Shape;1303;p59"/>
          <p:cNvCxnSpPr/>
          <p:nvPr/>
        </p:nvCxnSpPr>
        <p:spPr>
          <a:xfrm>
            <a:off x="6493487" y="3889527"/>
            <a:ext cx="535796" cy="0"/>
          </a:xfrm>
          <a:prstGeom prst="straightConnector1">
            <a:avLst/>
          </a:prstGeom>
          <a:noFill/>
          <a:ln cap="flat" cmpd="sng" w="28575">
            <a:solidFill>
              <a:srgbClr val="002060"/>
            </a:solidFill>
            <a:prstDash val="solid"/>
            <a:miter lim="800000"/>
            <a:headEnd len="sm" w="sm" type="none"/>
            <a:tailEnd len="med" w="med" type="triangle"/>
          </a:ln>
        </p:spPr>
      </p:cxnSp>
      <p:cxnSp>
        <p:nvCxnSpPr>
          <p:cNvPr id="1304" name="Google Shape;1304;p59"/>
          <p:cNvCxnSpPr/>
          <p:nvPr/>
        </p:nvCxnSpPr>
        <p:spPr>
          <a:xfrm rot="10800000">
            <a:off x="5696977" y="4804552"/>
            <a:ext cx="798046" cy="0"/>
          </a:xfrm>
          <a:prstGeom prst="straightConnector1">
            <a:avLst/>
          </a:prstGeom>
          <a:noFill/>
          <a:ln cap="flat" cmpd="sng" w="28575">
            <a:solidFill>
              <a:srgbClr val="002060"/>
            </a:solidFill>
            <a:prstDash val="solid"/>
            <a:miter lim="800000"/>
            <a:headEnd len="sm" w="sm" type="none"/>
            <a:tailEnd len="sm" w="sm" type="none"/>
          </a:ln>
        </p:spPr>
      </p:cxnSp>
      <p:grpSp>
        <p:nvGrpSpPr>
          <p:cNvPr id="1305" name="Google Shape;1305;p59"/>
          <p:cNvGrpSpPr/>
          <p:nvPr/>
        </p:nvGrpSpPr>
        <p:grpSpPr>
          <a:xfrm>
            <a:off x="942393" y="1724628"/>
            <a:ext cx="4753048" cy="4423147"/>
            <a:chOff x="942393" y="1724628"/>
            <a:chExt cx="4753048" cy="4423147"/>
          </a:xfrm>
        </p:grpSpPr>
        <p:sp>
          <p:nvSpPr>
            <p:cNvPr id="1306" name="Google Shape;1306;p59"/>
            <p:cNvSpPr txBox="1"/>
            <p:nvPr/>
          </p:nvSpPr>
          <p:spPr>
            <a:xfrm>
              <a:off x="1012517" y="4208783"/>
              <a:ext cx="4682924" cy="1938992"/>
            </a:xfrm>
            <a:prstGeom prst="rect">
              <a:avLst/>
            </a:prstGeom>
            <a:noFill/>
            <a:ln cap="flat" cmpd="sng" w="9525">
              <a:solidFill>
                <a:srgbClr val="00206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Cuando el aire comprimido se conecta al cilindro delantero, éste empuja el pistón hacia atrás, lo que cierra los dedos de la pinza neumática, puede mover sus dedos de forma radial, abriéndose y cerrándose alrededor de un punto de giro central</a:t>
              </a:r>
              <a:endParaRPr/>
            </a:p>
          </p:txBody>
        </p:sp>
        <p:pic>
          <p:nvPicPr>
            <p:cNvPr id="1307" name="Google Shape;1307;p59"/>
            <p:cNvPicPr preferRelativeResize="0"/>
            <p:nvPr/>
          </p:nvPicPr>
          <p:blipFill rotWithShape="1">
            <a:blip r:embed="rId4">
              <a:alphaModFix/>
            </a:blip>
            <a:srcRect b="46862" l="0" r="57458" t="15789"/>
            <a:stretch/>
          </p:blipFill>
          <p:spPr>
            <a:xfrm>
              <a:off x="2705580" y="2048754"/>
              <a:ext cx="2457139" cy="1631510"/>
            </a:xfrm>
            <a:prstGeom prst="rect">
              <a:avLst/>
            </a:prstGeom>
            <a:noFill/>
            <a:ln>
              <a:noFill/>
            </a:ln>
          </p:spPr>
        </p:pic>
        <p:pic>
          <p:nvPicPr>
            <p:cNvPr id="1308" name="Google Shape;1308;p59"/>
            <p:cNvPicPr preferRelativeResize="0"/>
            <p:nvPr/>
          </p:nvPicPr>
          <p:blipFill rotWithShape="1">
            <a:blip r:embed="rId5">
              <a:alphaModFix/>
            </a:blip>
            <a:srcRect b="28450" l="69359" r="16963" t="50000"/>
            <a:stretch/>
          </p:blipFill>
          <p:spPr>
            <a:xfrm>
              <a:off x="1012517" y="2048754"/>
              <a:ext cx="1684263" cy="1631511"/>
            </a:xfrm>
            <a:prstGeom prst="rect">
              <a:avLst/>
            </a:prstGeom>
            <a:noFill/>
            <a:ln>
              <a:noFill/>
            </a:ln>
          </p:spPr>
        </p:pic>
        <p:sp>
          <p:nvSpPr>
            <p:cNvPr id="1309" name="Google Shape;1309;p59"/>
            <p:cNvSpPr/>
            <p:nvPr/>
          </p:nvSpPr>
          <p:spPr>
            <a:xfrm>
              <a:off x="942393" y="1724628"/>
              <a:ext cx="4753047" cy="4358928"/>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310" name="Google Shape;1310;p59"/>
          <p:cNvSpPr txBox="1"/>
          <p:nvPr>
            <p:ph type="title"/>
          </p:nvPr>
        </p:nvSpPr>
        <p:spPr>
          <a:xfrm>
            <a:off x="839788" y="457200"/>
            <a:ext cx="3932237" cy="5302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ACTUADORES</a:t>
            </a:r>
            <a:endParaRPr>
              <a:solidFill>
                <a:srgbClr val="002060"/>
              </a:solidFill>
            </a:endParaRPr>
          </a:p>
        </p:txBody>
      </p:sp>
      <p:sp>
        <p:nvSpPr>
          <p:cNvPr id="1311" name="Google Shape;1311;p59"/>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gtEl>
                                        <p:attrNameLst>
                                          <p:attrName>style.visibility</p:attrName>
                                        </p:attrNameLst>
                                      </p:cBhvr>
                                      <p:to>
                                        <p:strVal val="visible"/>
                                      </p:to>
                                    </p:set>
                                    <p:animEffect filter="fade" transition="in">
                                      <p:cBhvr>
                                        <p:cTn dur="1000"/>
                                        <p:tgtEl>
                                          <p:spTgt spid="1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par>
                                <p:cTn fill="hold" nodeType="with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par>
                                <p:cTn fill="hold" nodeType="withEffect" presetClass="entr" presetID="10" presetSubtype="0">
                                  <p:stCondLst>
                                    <p:cond delay="0"/>
                                  </p:stCondLst>
                                  <p:childTnLst>
                                    <p:set>
                                      <p:cBhvr>
                                        <p:cTn dur="1" fill="hold">
                                          <p:stCondLst>
                                            <p:cond delay="0"/>
                                          </p:stCondLst>
                                        </p:cTn>
                                        <p:tgtEl>
                                          <p:spTgt spid="1302"/>
                                        </p:tgtEl>
                                        <p:attrNameLst>
                                          <p:attrName>style.visibility</p:attrName>
                                        </p:attrNameLst>
                                      </p:cBhvr>
                                      <p:to>
                                        <p:strVal val="visible"/>
                                      </p:to>
                                    </p:set>
                                    <p:animEffect filter="fade" transition="in">
                                      <p:cBhvr>
                                        <p:cTn dur="500"/>
                                        <p:tgtEl>
                                          <p:spTgt spid="1302"/>
                                        </p:tgtEl>
                                      </p:cBhvr>
                                    </p:animEffect>
                                  </p:childTnLst>
                                </p:cTn>
                              </p:par>
                              <p:par>
                                <p:cTn fill="hold" nodeType="with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500"/>
                                        <p:tgtEl>
                                          <p:spTgt spid="1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3"/>
                                        </p:tgtEl>
                                        <p:attrNameLst>
                                          <p:attrName>style.visibility</p:attrName>
                                        </p:attrNameLst>
                                      </p:cBhvr>
                                      <p:to>
                                        <p:strVal val="visible"/>
                                      </p:to>
                                    </p:set>
                                    <p:animEffect filter="fade" transition="in">
                                      <p:cBhvr>
                                        <p:cTn dur="500"/>
                                        <p:tgtEl>
                                          <p:spTgt spid="1303"/>
                                        </p:tgtEl>
                                      </p:cBhvr>
                                    </p:animEffect>
                                  </p:childTnLst>
                                </p:cTn>
                              </p:par>
                              <p:par>
                                <p:cTn fill="hold" nodeType="with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500"/>
                                        <p:tgtEl>
                                          <p:spTgt spid="1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60"/>
          <p:cNvSpPr txBox="1"/>
          <p:nvPr>
            <p:ph idx="1" type="body"/>
          </p:nvPr>
        </p:nvSpPr>
        <p:spPr>
          <a:xfrm>
            <a:off x="1112626" y="915576"/>
            <a:ext cx="3386559" cy="52403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5496"/>
              </a:buClr>
              <a:buSzPts val="2000"/>
              <a:buNone/>
            </a:pPr>
            <a:r>
              <a:rPr b="1" lang="es-BO" sz="2000">
                <a:solidFill>
                  <a:srgbClr val="2F5496"/>
                </a:solidFill>
                <a:latin typeface="Times New Roman"/>
                <a:ea typeface="Times New Roman"/>
                <a:cs typeface="Times New Roman"/>
                <a:sym typeface="Times New Roman"/>
              </a:rPr>
              <a:t>Pinza neumática paralela</a:t>
            </a:r>
            <a:br>
              <a:rPr b="1" lang="es-BO" sz="2000">
                <a:solidFill>
                  <a:srgbClr val="2F5496"/>
                </a:solidFill>
                <a:latin typeface="Times New Roman"/>
                <a:ea typeface="Times New Roman"/>
                <a:cs typeface="Times New Roman"/>
                <a:sym typeface="Times New Roman"/>
              </a:rPr>
            </a:br>
            <a:r>
              <a:rPr b="1" lang="es-BO" sz="2000">
                <a:solidFill>
                  <a:srgbClr val="2F5496"/>
                </a:solidFill>
                <a:latin typeface="Times New Roman"/>
                <a:ea typeface="Times New Roman"/>
                <a:cs typeface="Times New Roman"/>
                <a:sym typeface="Times New Roman"/>
              </a:rPr>
              <a:t>MHZ2-20D</a:t>
            </a:r>
            <a:endParaRPr/>
          </a:p>
        </p:txBody>
      </p:sp>
      <p:sp>
        <p:nvSpPr>
          <p:cNvPr id="1317" name="Google Shape;1317;p60"/>
          <p:cNvSpPr txBox="1"/>
          <p:nvPr/>
        </p:nvSpPr>
        <p:spPr>
          <a:xfrm>
            <a:off x="5982184" y="4315964"/>
            <a:ext cx="3970117" cy="1015663"/>
          </a:xfrm>
          <a:prstGeom prst="rect">
            <a:avLst/>
          </a:prstGeom>
          <a:no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pinza paralela mueve sus dedos de forma paralela con respecto al cuerpo de la pinza</a:t>
            </a:r>
            <a:endParaRPr/>
          </a:p>
        </p:txBody>
      </p:sp>
      <p:grpSp>
        <p:nvGrpSpPr>
          <p:cNvPr id="1318" name="Google Shape;1318;p60"/>
          <p:cNvGrpSpPr/>
          <p:nvPr/>
        </p:nvGrpSpPr>
        <p:grpSpPr>
          <a:xfrm>
            <a:off x="5719741" y="872048"/>
            <a:ext cx="4728020" cy="2552018"/>
            <a:chOff x="5833557" y="1581643"/>
            <a:chExt cx="4728020" cy="2552018"/>
          </a:xfrm>
        </p:grpSpPr>
        <p:pic>
          <p:nvPicPr>
            <p:cNvPr id="1319" name="Google Shape;1319;p60"/>
            <p:cNvPicPr preferRelativeResize="0"/>
            <p:nvPr/>
          </p:nvPicPr>
          <p:blipFill rotWithShape="1">
            <a:blip r:embed="rId3">
              <a:alphaModFix/>
            </a:blip>
            <a:srcRect b="0" l="0" r="56413" t="0"/>
            <a:stretch/>
          </p:blipFill>
          <p:spPr>
            <a:xfrm>
              <a:off x="5833557" y="1581644"/>
              <a:ext cx="1892543" cy="2552017"/>
            </a:xfrm>
            <a:prstGeom prst="rect">
              <a:avLst/>
            </a:prstGeom>
            <a:noFill/>
            <a:ln cap="flat" cmpd="sng" w="28575">
              <a:solidFill>
                <a:schemeClr val="dk1"/>
              </a:solidFill>
              <a:prstDash val="solid"/>
              <a:round/>
              <a:headEnd len="sm" w="sm" type="none"/>
              <a:tailEnd len="sm" w="sm" type="none"/>
            </a:ln>
          </p:spPr>
        </p:pic>
        <p:pic>
          <p:nvPicPr>
            <p:cNvPr id="1320" name="Google Shape;1320;p60"/>
            <p:cNvPicPr preferRelativeResize="0"/>
            <p:nvPr/>
          </p:nvPicPr>
          <p:blipFill rotWithShape="1">
            <a:blip r:embed="rId3">
              <a:alphaModFix/>
            </a:blip>
            <a:srcRect b="0" l="52942" r="0" t="0"/>
            <a:stretch/>
          </p:blipFill>
          <p:spPr>
            <a:xfrm>
              <a:off x="8518323" y="1581643"/>
              <a:ext cx="2043254" cy="2552017"/>
            </a:xfrm>
            <a:prstGeom prst="rect">
              <a:avLst/>
            </a:prstGeom>
            <a:noFill/>
            <a:ln cap="flat" cmpd="sng" w="28575">
              <a:solidFill>
                <a:schemeClr val="dk1"/>
              </a:solidFill>
              <a:prstDash val="solid"/>
              <a:round/>
              <a:headEnd len="sm" w="sm" type="none"/>
              <a:tailEnd len="sm" w="sm" type="none"/>
            </a:ln>
          </p:spPr>
        </p:pic>
        <p:cxnSp>
          <p:nvCxnSpPr>
            <p:cNvPr id="1321" name="Google Shape;1321;p60"/>
            <p:cNvCxnSpPr/>
            <p:nvPr/>
          </p:nvCxnSpPr>
          <p:spPr>
            <a:xfrm>
              <a:off x="7726100" y="1952706"/>
              <a:ext cx="792223" cy="0"/>
            </a:xfrm>
            <a:prstGeom prst="straightConnector1">
              <a:avLst/>
            </a:prstGeom>
            <a:noFill/>
            <a:ln cap="flat" cmpd="sng" w="28575">
              <a:solidFill>
                <a:srgbClr val="002060"/>
              </a:solidFill>
              <a:prstDash val="solid"/>
              <a:miter lim="800000"/>
              <a:headEnd len="sm" w="sm" type="none"/>
              <a:tailEnd len="med" w="med" type="triangle"/>
            </a:ln>
          </p:spPr>
        </p:cxnSp>
        <p:cxnSp>
          <p:nvCxnSpPr>
            <p:cNvPr id="1322" name="Google Shape;1322;p60"/>
            <p:cNvCxnSpPr/>
            <p:nvPr/>
          </p:nvCxnSpPr>
          <p:spPr>
            <a:xfrm rot="10800000">
              <a:off x="7726100" y="3518704"/>
              <a:ext cx="792223" cy="0"/>
            </a:xfrm>
            <a:prstGeom prst="straightConnector1">
              <a:avLst/>
            </a:prstGeom>
            <a:noFill/>
            <a:ln cap="flat" cmpd="sng" w="28575">
              <a:solidFill>
                <a:srgbClr val="002060"/>
              </a:solidFill>
              <a:prstDash val="solid"/>
              <a:miter lim="800000"/>
              <a:headEnd len="sm" w="sm" type="none"/>
              <a:tailEnd len="med" w="med" type="triangle"/>
            </a:ln>
          </p:spPr>
        </p:cxnSp>
      </p:grpSp>
      <p:cxnSp>
        <p:nvCxnSpPr>
          <p:cNvPr id="1323" name="Google Shape;1323;p60"/>
          <p:cNvCxnSpPr>
            <a:stCxn id="1317" idx="0"/>
          </p:cNvCxnSpPr>
          <p:nvPr/>
        </p:nvCxnSpPr>
        <p:spPr>
          <a:xfrm rot="10800000">
            <a:off x="7967243" y="3992264"/>
            <a:ext cx="0" cy="323700"/>
          </a:xfrm>
          <a:prstGeom prst="straightConnector1">
            <a:avLst/>
          </a:prstGeom>
          <a:noFill/>
          <a:ln cap="flat" cmpd="sng" w="38100">
            <a:solidFill>
              <a:srgbClr val="002060"/>
            </a:solidFill>
            <a:prstDash val="solid"/>
            <a:miter lim="800000"/>
            <a:headEnd len="sm" w="sm" type="none"/>
            <a:tailEnd len="sm" w="sm" type="none"/>
          </a:ln>
        </p:spPr>
      </p:cxnSp>
      <p:cxnSp>
        <p:nvCxnSpPr>
          <p:cNvPr id="1324" name="Google Shape;1324;p60"/>
          <p:cNvCxnSpPr/>
          <p:nvPr/>
        </p:nvCxnSpPr>
        <p:spPr>
          <a:xfrm rot="10800000">
            <a:off x="6666012" y="3992118"/>
            <a:ext cx="1301230" cy="0"/>
          </a:xfrm>
          <a:prstGeom prst="straightConnector1">
            <a:avLst/>
          </a:prstGeom>
          <a:noFill/>
          <a:ln cap="flat" cmpd="sng" w="38100">
            <a:solidFill>
              <a:srgbClr val="002060"/>
            </a:solidFill>
            <a:prstDash val="solid"/>
            <a:miter lim="800000"/>
            <a:headEnd len="sm" w="sm" type="none"/>
            <a:tailEnd len="sm" w="sm" type="none"/>
          </a:ln>
        </p:spPr>
      </p:cxnSp>
      <p:cxnSp>
        <p:nvCxnSpPr>
          <p:cNvPr id="1325" name="Google Shape;1325;p60"/>
          <p:cNvCxnSpPr/>
          <p:nvPr/>
        </p:nvCxnSpPr>
        <p:spPr>
          <a:xfrm>
            <a:off x="7967242" y="3992118"/>
            <a:ext cx="1458892" cy="0"/>
          </a:xfrm>
          <a:prstGeom prst="straightConnector1">
            <a:avLst/>
          </a:prstGeom>
          <a:noFill/>
          <a:ln cap="flat" cmpd="sng" w="38100">
            <a:solidFill>
              <a:srgbClr val="002060"/>
            </a:solidFill>
            <a:prstDash val="solid"/>
            <a:miter lim="800000"/>
            <a:headEnd len="sm" w="sm" type="none"/>
            <a:tailEnd len="sm" w="sm" type="none"/>
          </a:ln>
        </p:spPr>
      </p:cxnSp>
      <p:cxnSp>
        <p:nvCxnSpPr>
          <p:cNvPr id="1326" name="Google Shape;1326;p60"/>
          <p:cNvCxnSpPr>
            <a:endCxn id="1319" idx="2"/>
          </p:cNvCxnSpPr>
          <p:nvPr/>
        </p:nvCxnSpPr>
        <p:spPr>
          <a:xfrm rot="10800000">
            <a:off x="6666013" y="3424066"/>
            <a:ext cx="0" cy="568200"/>
          </a:xfrm>
          <a:prstGeom prst="straightConnector1">
            <a:avLst/>
          </a:prstGeom>
          <a:noFill/>
          <a:ln cap="flat" cmpd="sng" w="38100">
            <a:solidFill>
              <a:srgbClr val="002060"/>
            </a:solidFill>
            <a:prstDash val="solid"/>
            <a:miter lim="800000"/>
            <a:headEnd len="sm" w="sm" type="none"/>
            <a:tailEnd len="med" w="med" type="triangle"/>
          </a:ln>
        </p:spPr>
      </p:cxnSp>
      <p:cxnSp>
        <p:nvCxnSpPr>
          <p:cNvPr id="1327" name="Google Shape;1327;p60"/>
          <p:cNvCxnSpPr>
            <a:endCxn id="1320" idx="2"/>
          </p:cNvCxnSpPr>
          <p:nvPr/>
        </p:nvCxnSpPr>
        <p:spPr>
          <a:xfrm rot="10800000">
            <a:off x="9426134" y="3424065"/>
            <a:ext cx="0" cy="568200"/>
          </a:xfrm>
          <a:prstGeom prst="straightConnector1">
            <a:avLst/>
          </a:prstGeom>
          <a:noFill/>
          <a:ln cap="flat" cmpd="sng" w="38100">
            <a:solidFill>
              <a:srgbClr val="002060"/>
            </a:solidFill>
            <a:prstDash val="solid"/>
            <a:miter lim="800000"/>
            <a:headEnd len="sm" w="sm" type="none"/>
            <a:tailEnd len="med" w="med" type="triangle"/>
          </a:ln>
        </p:spPr>
      </p:cxnSp>
      <p:grpSp>
        <p:nvGrpSpPr>
          <p:cNvPr id="1328" name="Google Shape;1328;p60"/>
          <p:cNvGrpSpPr/>
          <p:nvPr/>
        </p:nvGrpSpPr>
        <p:grpSpPr>
          <a:xfrm>
            <a:off x="1135141" y="1581643"/>
            <a:ext cx="4229637" cy="4915805"/>
            <a:chOff x="838200" y="1817225"/>
            <a:chExt cx="3580798" cy="4915805"/>
          </a:xfrm>
        </p:grpSpPr>
        <p:pic>
          <p:nvPicPr>
            <p:cNvPr id="1329" name="Google Shape;1329;p60"/>
            <p:cNvPicPr preferRelativeResize="0"/>
            <p:nvPr/>
          </p:nvPicPr>
          <p:blipFill rotWithShape="1">
            <a:blip r:embed="rId4">
              <a:alphaModFix/>
            </a:blip>
            <a:srcRect b="0" l="0" r="0" t="0"/>
            <a:stretch/>
          </p:blipFill>
          <p:spPr>
            <a:xfrm>
              <a:off x="1507319" y="1952706"/>
              <a:ext cx="1949130" cy="2598840"/>
            </a:xfrm>
            <a:prstGeom prst="rect">
              <a:avLst/>
            </a:prstGeom>
            <a:noFill/>
            <a:ln cap="flat" cmpd="sng" w="19050">
              <a:solidFill>
                <a:schemeClr val="dk1"/>
              </a:solidFill>
              <a:prstDash val="solid"/>
              <a:round/>
              <a:headEnd len="sm" w="sm" type="none"/>
              <a:tailEnd len="sm" w="sm" type="none"/>
            </a:ln>
          </p:spPr>
        </p:pic>
        <p:sp>
          <p:nvSpPr>
            <p:cNvPr id="1330" name="Google Shape;1330;p60"/>
            <p:cNvSpPr txBox="1"/>
            <p:nvPr/>
          </p:nvSpPr>
          <p:spPr>
            <a:xfrm>
              <a:off x="838200" y="4701713"/>
              <a:ext cx="3580798" cy="193899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Esta pinza o cilindro tipo dedo transforman la energía del aire comprimido en movimiento mecánico de tal forma que la pinza puede ejercer fuerza sobre un objeto que se encuentre entre sus dos “dedos” y así sujetándolo.</a:t>
              </a:r>
              <a:endParaRPr/>
            </a:p>
          </p:txBody>
        </p:sp>
        <p:sp>
          <p:nvSpPr>
            <p:cNvPr id="1331" name="Google Shape;1331;p60"/>
            <p:cNvSpPr/>
            <p:nvPr/>
          </p:nvSpPr>
          <p:spPr>
            <a:xfrm>
              <a:off x="838200" y="1817225"/>
              <a:ext cx="3580796" cy="4915805"/>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332" name="Google Shape;1332;p60"/>
          <p:cNvSpPr/>
          <p:nvPr/>
        </p:nvSpPr>
        <p:spPr>
          <a:xfrm>
            <a:off x="5704798" y="5621930"/>
            <a:ext cx="4742963" cy="783193"/>
          </a:xfrm>
          <a:prstGeom prst="round2DiagRect">
            <a:avLst>
              <a:gd fmla="val 16667" name="adj1"/>
              <a:gd fmla="val 0" name="adj2"/>
            </a:avLst>
          </a:prstGeom>
          <a:noFill/>
          <a:ln cap="flat" cmpd="sng" w="2857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Esta pinza se encuentra en la unidades de procesamiento y de ensamblaje</a:t>
            </a:r>
            <a:endParaRPr/>
          </a:p>
        </p:txBody>
      </p:sp>
      <p:sp>
        <p:nvSpPr>
          <p:cNvPr id="1333" name="Google Shape;1333;p60"/>
          <p:cNvSpPr txBox="1"/>
          <p:nvPr>
            <p:ph type="title"/>
          </p:nvPr>
        </p:nvSpPr>
        <p:spPr>
          <a:xfrm>
            <a:off x="1110540" y="500296"/>
            <a:ext cx="3932237" cy="5302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ACTUADORES</a:t>
            </a:r>
            <a:endParaRPr>
              <a:solidFill>
                <a:srgbClr val="002060"/>
              </a:solidFill>
            </a:endParaRPr>
          </a:p>
        </p:txBody>
      </p:sp>
      <p:sp>
        <p:nvSpPr>
          <p:cNvPr id="1334" name="Google Shape;1334;p60"/>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1000"/>
                                        <p:tgtEl>
                                          <p:spTgt spid="1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8"/>
                                        </p:tgtEl>
                                        <p:attrNameLst>
                                          <p:attrName>style.visibility</p:attrName>
                                        </p:attrNameLst>
                                      </p:cBhvr>
                                      <p:to>
                                        <p:strVal val="visible"/>
                                      </p:to>
                                    </p:set>
                                    <p:animEffect filter="fade" transition="in">
                                      <p:cBhvr>
                                        <p:cTn dur="500"/>
                                        <p:tgtEl>
                                          <p:spTgt spid="1328"/>
                                        </p:tgtEl>
                                      </p:cBhvr>
                                    </p:animEffect>
                                  </p:childTnLst>
                                </p:cTn>
                              </p:par>
                              <p:par>
                                <p:cTn fill="hold" nodeType="with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500"/>
                                        <p:tgtEl>
                                          <p:spTgt spid="1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7"/>
                                        </p:tgtEl>
                                        <p:attrNameLst>
                                          <p:attrName>style.visibility</p:attrName>
                                        </p:attrNameLst>
                                      </p:cBhvr>
                                      <p:to>
                                        <p:strVal val="visible"/>
                                      </p:to>
                                    </p:set>
                                    <p:animEffect filter="fade" transition="in">
                                      <p:cBhvr>
                                        <p:cTn dur="500"/>
                                        <p:tgtEl>
                                          <p:spTgt spid="1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7"/>
                                        </p:tgtEl>
                                        <p:attrNameLst>
                                          <p:attrName>style.visibility</p:attrName>
                                        </p:attrNameLst>
                                      </p:cBhvr>
                                      <p:to>
                                        <p:strVal val="visible"/>
                                      </p:to>
                                    </p:set>
                                    <p:anim calcmode="lin" valueType="num">
                                      <p:cBhvr additive="base">
                                        <p:cTn dur="500"/>
                                        <p:tgtEl>
                                          <p:spTgt spid="132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26"/>
                                        </p:tgtEl>
                                        <p:attrNameLst>
                                          <p:attrName>style.visibility</p:attrName>
                                        </p:attrNameLst>
                                      </p:cBhvr>
                                      <p:to>
                                        <p:strVal val="visible"/>
                                      </p:to>
                                    </p:set>
                                    <p:anim calcmode="lin" valueType="num">
                                      <p:cBhvr additive="base">
                                        <p:cTn dur="500"/>
                                        <p:tgtEl>
                                          <p:spTgt spid="132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24"/>
                                        </p:tgtEl>
                                        <p:attrNameLst>
                                          <p:attrName>style.visibility</p:attrName>
                                        </p:attrNameLst>
                                      </p:cBhvr>
                                      <p:to>
                                        <p:strVal val="visible"/>
                                      </p:to>
                                    </p:set>
                                    <p:anim calcmode="lin" valueType="num">
                                      <p:cBhvr additive="base">
                                        <p:cTn dur="500"/>
                                        <p:tgtEl>
                                          <p:spTgt spid="132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23"/>
                                        </p:tgtEl>
                                        <p:attrNameLst>
                                          <p:attrName>style.visibility</p:attrName>
                                        </p:attrNameLst>
                                      </p:cBhvr>
                                      <p:to>
                                        <p:strVal val="visible"/>
                                      </p:to>
                                    </p:set>
                                    <p:anim calcmode="lin" valueType="num">
                                      <p:cBhvr additive="base">
                                        <p:cTn dur="500"/>
                                        <p:tgtEl>
                                          <p:spTgt spid="132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25"/>
                                        </p:tgtEl>
                                        <p:attrNameLst>
                                          <p:attrName>style.visibility</p:attrName>
                                        </p:attrNameLst>
                                      </p:cBhvr>
                                      <p:to>
                                        <p:strVal val="visible"/>
                                      </p:to>
                                    </p:set>
                                    <p:anim calcmode="lin" valueType="num">
                                      <p:cBhvr additive="base">
                                        <p:cTn dur="500"/>
                                        <p:tgtEl>
                                          <p:spTgt spid="1325"/>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1318"/>
                                        </p:tgtEl>
                                        <p:attrNameLst>
                                          <p:attrName>style.visibility</p:attrName>
                                        </p:attrNameLst>
                                      </p:cBhvr>
                                      <p:to>
                                        <p:strVal val="visible"/>
                                      </p:to>
                                    </p:set>
                                    <p:anim calcmode="lin" valueType="num">
                                      <p:cBhvr additive="base">
                                        <p:cTn dur="500"/>
                                        <p:tgtEl>
                                          <p:spTgt spid="13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61"/>
          <p:cNvSpPr txBox="1"/>
          <p:nvPr>
            <p:ph idx="1" type="body"/>
          </p:nvPr>
        </p:nvSpPr>
        <p:spPr>
          <a:xfrm>
            <a:off x="1509731" y="957669"/>
            <a:ext cx="4289385" cy="59030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5496"/>
              </a:buClr>
              <a:buSzPts val="2000"/>
              <a:buNone/>
            </a:pPr>
            <a:r>
              <a:rPr b="1" lang="es-BO" sz="2000">
                <a:solidFill>
                  <a:srgbClr val="2F5496"/>
                </a:solidFill>
                <a:latin typeface="Times New Roman"/>
                <a:ea typeface="Times New Roman"/>
                <a:cs typeface="Times New Roman"/>
                <a:sym typeface="Times New Roman"/>
              </a:rPr>
              <a:t>Cilindro neumático doble</a:t>
            </a:r>
            <a:br>
              <a:rPr b="1" lang="es-BO" sz="2000">
                <a:solidFill>
                  <a:srgbClr val="2F5496"/>
                </a:solidFill>
                <a:latin typeface="Times New Roman"/>
                <a:ea typeface="Times New Roman"/>
                <a:cs typeface="Times New Roman"/>
                <a:sym typeface="Times New Roman"/>
              </a:rPr>
            </a:br>
            <a:r>
              <a:rPr b="1" lang="es-BO" sz="2000">
                <a:solidFill>
                  <a:srgbClr val="2F5496"/>
                </a:solidFill>
                <a:latin typeface="Times New Roman"/>
                <a:ea typeface="Times New Roman"/>
                <a:cs typeface="Times New Roman"/>
                <a:sym typeface="Times New Roman"/>
              </a:rPr>
              <a:t>MGPM16-75</a:t>
            </a:r>
            <a:endParaRPr/>
          </a:p>
        </p:txBody>
      </p:sp>
      <p:pic>
        <p:nvPicPr>
          <p:cNvPr id="1340" name="Google Shape;1340;p61"/>
          <p:cNvPicPr preferRelativeResize="0"/>
          <p:nvPr/>
        </p:nvPicPr>
        <p:blipFill rotWithShape="1">
          <a:blip r:embed="rId3">
            <a:alphaModFix/>
          </a:blip>
          <a:srcRect b="0" l="0" r="0" t="0"/>
          <a:stretch/>
        </p:blipFill>
        <p:spPr>
          <a:xfrm>
            <a:off x="7064417" y="248720"/>
            <a:ext cx="3464689" cy="2598517"/>
          </a:xfrm>
          <a:prstGeom prst="rect">
            <a:avLst/>
          </a:prstGeom>
          <a:noFill/>
          <a:ln>
            <a:noFill/>
          </a:ln>
        </p:spPr>
      </p:pic>
      <p:grpSp>
        <p:nvGrpSpPr>
          <p:cNvPr id="1341" name="Google Shape;1341;p61"/>
          <p:cNvGrpSpPr/>
          <p:nvPr/>
        </p:nvGrpSpPr>
        <p:grpSpPr>
          <a:xfrm>
            <a:off x="6466656" y="2841172"/>
            <a:ext cx="4660207" cy="3480475"/>
            <a:chOff x="6564796" y="3429000"/>
            <a:chExt cx="4660207" cy="3480475"/>
          </a:xfrm>
        </p:grpSpPr>
        <p:sp>
          <p:nvSpPr>
            <p:cNvPr id="1342" name="Google Shape;1342;p61"/>
            <p:cNvSpPr/>
            <p:nvPr/>
          </p:nvSpPr>
          <p:spPr>
            <a:xfrm>
              <a:off x="6564796" y="4423688"/>
              <a:ext cx="4660207" cy="2485787"/>
            </a:xfrm>
            <a:prstGeom prst="round2DiagRect">
              <a:avLst>
                <a:gd fmla="val 16667" name="adj1"/>
                <a:gd fmla="val 0" name="adj2"/>
              </a:avLst>
            </a:prstGeom>
            <a:no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Este cilindro es uno de doble vástago y de doble accionamiento:</a:t>
              </a:r>
              <a:br>
                <a:rPr b="0" i="0" lang="es-BO" sz="2000" u="none" cap="none" strike="noStrike">
                  <a:solidFill>
                    <a:srgbClr val="000000"/>
                  </a:solidFill>
                  <a:latin typeface="Times New Roman"/>
                  <a:ea typeface="Times New Roman"/>
                  <a:cs typeface="Times New Roman"/>
                  <a:sym typeface="Times New Roman"/>
                </a:rPr>
              </a:br>
              <a:r>
                <a:rPr b="0" i="0" lang="es-BO" sz="2000" u="none" cap="none" strike="noStrike">
                  <a:solidFill>
                    <a:srgbClr val="000000"/>
                  </a:solidFill>
                  <a:latin typeface="Times New Roman"/>
                  <a:ea typeface="Times New Roman"/>
                  <a:cs typeface="Times New Roman"/>
                  <a:sym typeface="Times New Roman"/>
                </a:rPr>
                <a:t>mediante la alimentación de un aire de presión a través de las conexiones A o B, el pistón puede transmitir fuerzas de tracción o de compresión en ambos campos de aplicación.</a:t>
              </a:r>
              <a:endParaRPr/>
            </a:p>
          </p:txBody>
        </p:sp>
        <p:sp>
          <p:nvSpPr>
            <p:cNvPr id="1343" name="Google Shape;1343;p61"/>
            <p:cNvSpPr/>
            <p:nvPr/>
          </p:nvSpPr>
          <p:spPr>
            <a:xfrm rot="-5400000">
              <a:off x="8397189" y="2194367"/>
              <a:ext cx="995423" cy="3464689"/>
            </a:xfrm>
            <a:prstGeom prst="leftBrace">
              <a:avLst>
                <a:gd fmla="val 26938" name="adj1"/>
                <a:gd fmla="val 50668" name="adj2"/>
              </a:avLst>
            </a:prstGeom>
            <a:noFill/>
            <a:ln cap="flat" cmpd="sng" w="28575">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344" name="Google Shape;1344;p61"/>
          <p:cNvGrpSpPr/>
          <p:nvPr/>
        </p:nvGrpSpPr>
        <p:grpSpPr>
          <a:xfrm>
            <a:off x="1509731" y="1632857"/>
            <a:ext cx="3912147" cy="5005716"/>
            <a:chOff x="827804" y="1632857"/>
            <a:chExt cx="3912147" cy="5005716"/>
          </a:xfrm>
        </p:grpSpPr>
        <p:pic>
          <p:nvPicPr>
            <p:cNvPr id="1345" name="Google Shape;1345;p61"/>
            <p:cNvPicPr preferRelativeResize="0"/>
            <p:nvPr/>
          </p:nvPicPr>
          <p:blipFill rotWithShape="1">
            <a:blip r:embed="rId4">
              <a:alphaModFix/>
            </a:blip>
            <a:srcRect b="0" l="0" r="0" t="0"/>
            <a:stretch/>
          </p:blipFill>
          <p:spPr>
            <a:xfrm>
              <a:off x="1662894" y="1725391"/>
              <a:ext cx="2231572" cy="1600420"/>
            </a:xfrm>
            <a:prstGeom prst="rect">
              <a:avLst/>
            </a:prstGeom>
            <a:noFill/>
            <a:ln>
              <a:noFill/>
            </a:ln>
          </p:spPr>
        </p:pic>
        <p:pic>
          <p:nvPicPr>
            <p:cNvPr id="1346" name="Google Shape;1346;p61"/>
            <p:cNvPicPr preferRelativeResize="0"/>
            <p:nvPr/>
          </p:nvPicPr>
          <p:blipFill rotWithShape="1">
            <a:blip r:embed="rId5">
              <a:alphaModFix/>
            </a:blip>
            <a:srcRect b="0" l="0" r="0" t="0"/>
            <a:stretch/>
          </p:blipFill>
          <p:spPr>
            <a:xfrm>
              <a:off x="1685375" y="3458920"/>
              <a:ext cx="1939146" cy="1038129"/>
            </a:xfrm>
            <a:prstGeom prst="rect">
              <a:avLst/>
            </a:prstGeom>
            <a:noFill/>
            <a:ln>
              <a:noFill/>
            </a:ln>
          </p:spPr>
        </p:pic>
        <p:sp>
          <p:nvSpPr>
            <p:cNvPr id="1347" name="Google Shape;1347;p61"/>
            <p:cNvSpPr txBox="1"/>
            <p:nvPr/>
          </p:nvSpPr>
          <p:spPr>
            <a:xfrm>
              <a:off x="827804" y="5315134"/>
              <a:ext cx="3901751"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Los cilindros neumáticos transforman la energía potencial del aire comprimido en energía cinética o en fuerza prensora.</a:t>
              </a:r>
              <a:endParaRPr/>
            </a:p>
          </p:txBody>
        </p:sp>
        <p:sp>
          <p:nvSpPr>
            <p:cNvPr id="1348" name="Google Shape;1348;p61"/>
            <p:cNvSpPr/>
            <p:nvPr/>
          </p:nvSpPr>
          <p:spPr>
            <a:xfrm>
              <a:off x="1087720" y="4514495"/>
              <a:ext cx="3386559" cy="783193"/>
            </a:xfrm>
            <a:prstGeom prst="round2DiagRect">
              <a:avLst>
                <a:gd fmla="val 16667" name="adj1"/>
                <a:gd fmla="val 0" name="adj2"/>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Esta cilindro se encuentra en la unidad de transporte</a:t>
              </a:r>
              <a:endParaRPr/>
            </a:p>
          </p:txBody>
        </p:sp>
        <p:sp>
          <p:nvSpPr>
            <p:cNvPr id="1349" name="Google Shape;1349;p61"/>
            <p:cNvSpPr/>
            <p:nvPr/>
          </p:nvSpPr>
          <p:spPr>
            <a:xfrm>
              <a:off x="838200" y="1632857"/>
              <a:ext cx="3901751" cy="4984439"/>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350" name="Google Shape;1350;p61"/>
          <p:cNvSpPr txBox="1"/>
          <p:nvPr>
            <p:ph type="title"/>
          </p:nvPr>
        </p:nvSpPr>
        <p:spPr>
          <a:xfrm>
            <a:off x="1520127" y="536707"/>
            <a:ext cx="3932237" cy="5302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ACTUADORES</a:t>
            </a:r>
            <a:endParaRPr>
              <a:solidFill>
                <a:srgbClr val="002060"/>
              </a:solidFill>
            </a:endParaRPr>
          </a:p>
        </p:txBody>
      </p:sp>
      <p:sp>
        <p:nvSpPr>
          <p:cNvPr id="1351" name="Google Shape;1351;p61"/>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1000"/>
                                        <p:tgtEl>
                                          <p:spTgt spid="1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4"/>
                                        </p:tgtEl>
                                        <p:attrNameLst>
                                          <p:attrName>style.visibility</p:attrName>
                                        </p:attrNameLst>
                                      </p:cBhvr>
                                      <p:to>
                                        <p:strVal val="visible"/>
                                      </p:to>
                                    </p:set>
                                    <p:animEffect filter="fade" transition="in">
                                      <p:cBhvr>
                                        <p:cTn dur="500"/>
                                        <p:tgtEl>
                                          <p:spTgt spid="1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500"/>
                                        <p:tgtEl>
                                          <p:spTgt spid="1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1"/>
                                        </p:tgtEl>
                                        <p:attrNameLst>
                                          <p:attrName>style.visibility</p:attrName>
                                        </p:attrNameLst>
                                      </p:cBhvr>
                                      <p:to>
                                        <p:strVal val="visible"/>
                                      </p:to>
                                    </p:set>
                                    <p:animEffect filter="fade" transition="in">
                                      <p:cBhvr>
                                        <p:cTn dur="1000"/>
                                        <p:tgtEl>
                                          <p:spTgt spid="1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62"/>
          <p:cNvSpPr txBox="1"/>
          <p:nvPr>
            <p:ph idx="1" type="body"/>
          </p:nvPr>
        </p:nvSpPr>
        <p:spPr>
          <a:xfrm>
            <a:off x="1170433" y="671409"/>
            <a:ext cx="9851133" cy="52469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F5496"/>
              </a:buClr>
              <a:buSzPts val="2000"/>
              <a:buNone/>
            </a:pPr>
            <a:r>
              <a:rPr b="1" lang="es-BO" sz="2000">
                <a:solidFill>
                  <a:srgbClr val="2F5496"/>
                </a:solidFill>
                <a:latin typeface="Times New Roman"/>
                <a:ea typeface="Times New Roman"/>
                <a:cs typeface="Times New Roman"/>
                <a:sym typeface="Times New Roman"/>
              </a:rPr>
              <a:t>Cilindro neumático simple,CDJ2B16-100,CDJ2B16-75,CDJ2KB16-100,CDJ2KB16-30</a:t>
            </a:r>
            <a:endParaRPr/>
          </a:p>
        </p:txBody>
      </p:sp>
      <p:grpSp>
        <p:nvGrpSpPr>
          <p:cNvPr id="1357" name="Google Shape;1357;p62"/>
          <p:cNvGrpSpPr/>
          <p:nvPr/>
        </p:nvGrpSpPr>
        <p:grpSpPr>
          <a:xfrm>
            <a:off x="5963816" y="1122041"/>
            <a:ext cx="3861319" cy="3439010"/>
            <a:chOff x="5963816" y="905069"/>
            <a:chExt cx="3861319" cy="3439010"/>
          </a:xfrm>
        </p:grpSpPr>
        <p:pic>
          <p:nvPicPr>
            <p:cNvPr id="1358" name="Google Shape;1358;p62"/>
            <p:cNvPicPr preferRelativeResize="0"/>
            <p:nvPr/>
          </p:nvPicPr>
          <p:blipFill rotWithShape="1">
            <a:blip r:embed="rId3">
              <a:alphaModFix/>
            </a:blip>
            <a:srcRect b="0" l="0" r="0" t="0"/>
            <a:stretch/>
          </p:blipFill>
          <p:spPr>
            <a:xfrm>
              <a:off x="6288153" y="1484637"/>
              <a:ext cx="3421397" cy="2219616"/>
            </a:xfrm>
            <a:prstGeom prst="rect">
              <a:avLst/>
            </a:prstGeom>
            <a:noFill/>
            <a:ln>
              <a:noFill/>
            </a:ln>
          </p:spPr>
        </p:pic>
        <p:sp>
          <p:nvSpPr>
            <p:cNvPr id="1359" name="Google Shape;1359;p62"/>
            <p:cNvSpPr/>
            <p:nvPr/>
          </p:nvSpPr>
          <p:spPr>
            <a:xfrm>
              <a:off x="6582741" y="3704253"/>
              <a:ext cx="1875454" cy="420947"/>
            </a:xfrm>
            <a:prstGeom prst="rightArrow">
              <a:avLst>
                <a:gd fmla="val 50000" name="adj1"/>
                <a:gd fmla="val 50000" name="adj2"/>
              </a:avLst>
            </a:prstGeom>
            <a:solidFill>
              <a:srgbClr val="0070C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Times New Roman"/>
                <a:buNone/>
              </a:pPr>
              <a:r>
                <a:rPr b="0" i="0" lang="es-BO" sz="2000" u="none" cap="none" strike="noStrike">
                  <a:solidFill>
                    <a:srgbClr val="FFFFFF"/>
                  </a:solidFill>
                  <a:latin typeface="Times New Roman"/>
                  <a:ea typeface="Times New Roman"/>
                  <a:cs typeface="Times New Roman"/>
                  <a:sym typeface="Times New Roman"/>
                </a:rPr>
                <a:t>Extendido</a:t>
              </a:r>
              <a:endParaRPr/>
            </a:p>
          </p:txBody>
        </p:sp>
        <p:sp>
          <p:nvSpPr>
            <p:cNvPr id="1360" name="Google Shape;1360;p62"/>
            <p:cNvSpPr/>
            <p:nvPr/>
          </p:nvSpPr>
          <p:spPr>
            <a:xfrm>
              <a:off x="6796683" y="1023059"/>
              <a:ext cx="1993700" cy="374294"/>
            </a:xfrm>
            <a:prstGeom prst="leftArrow">
              <a:avLst>
                <a:gd fmla="val 50000" name="adj1"/>
                <a:gd fmla="val 50000" name="adj2"/>
              </a:avLst>
            </a:prstGeom>
            <a:solidFill>
              <a:srgbClr val="0070C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Times New Roman"/>
                <a:buNone/>
              </a:pPr>
              <a:r>
                <a:rPr b="0" i="0" lang="es-BO" sz="2000" u="none" cap="none" strike="noStrike">
                  <a:solidFill>
                    <a:srgbClr val="FFFFFF"/>
                  </a:solidFill>
                  <a:latin typeface="Times New Roman"/>
                  <a:ea typeface="Times New Roman"/>
                  <a:cs typeface="Times New Roman"/>
                  <a:sym typeface="Times New Roman"/>
                </a:rPr>
                <a:t>Retraído</a:t>
              </a:r>
              <a:endParaRPr/>
            </a:p>
          </p:txBody>
        </p:sp>
        <p:sp>
          <p:nvSpPr>
            <p:cNvPr id="1361" name="Google Shape;1361;p62"/>
            <p:cNvSpPr/>
            <p:nvPr/>
          </p:nvSpPr>
          <p:spPr>
            <a:xfrm>
              <a:off x="5963816" y="905069"/>
              <a:ext cx="3861319" cy="343901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362" name="Google Shape;1362;p62"/>
          <p:cNvGrpSpPr/>
          <p:nvPr/>
        </p:nvGrpSpPr>
        <p:grpSpPr>
          <a:xfrm>
            <a:off x="5963817" y="4391709"/>
            <a:ext cx="3911703" cy="2332477"/>
            <a:chOff x="5963817" y="4391709"/>
            <a:chExt cx="3911703" cy="2332477"/>
          </a:xfrm>
        </p:grpSpPr>
        <p:sp>
          <p:nvSpPr>
            <p:cNvPr id="1363" name="Google Shape;1363;p62"/>
            <p:cNvSpPr txBox="1"/>
            <p:nvPr/>
          </p:nvSpPr>
          <p:spPr>
            <a:xfrm>
              <a:off x="6201195" y="5092970"/>
              <a:ext cx="3674325" cy="1631216"/>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 de doble accionamiento y un solo vástago. El pistón puede transmitir fuerzas de tracción o de compresión en ambos campos de aplicación.</a:t>
              </a:r>
              <a:endParaRPr/>
            </a:p>
          </p:txBody>
        </p:sp>
        <p:sp>
          <p:nvSpPr>
            <p:cNvPr id="1364" name="Google Shape;1364;p62"/>
            <p:cNvSpPr/>
            <p:nvPr/>
          </p:nvSpPr>
          <p:spPr>
            <a:xfrm rot="-5400000">
              <a:off x="7543073" y="2812453"/>
              <a:ext cx="702806" cy="3861318"/>
            </a:xfrm>
            <a:prstGeom prst="leftBrace">
              <a:avLst>
                <a:gd fmla="val 42851" name="adj1"/>
                <a:gd fmla="val 50000" name="adj2"/>
              </a:avLst>
            </a:prstGeom>
            <a:noFill/>
            <a:ln cap="flat" cmpd="sng" w="1905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365" name="Google Shape;1365;p62"/>
          <p:cNvGrpSpPr/>
          <p:nvPr/>
        </p:nvGrpSpPr>
        <p:grpSpPr>
          <a:xfrm>
            <a:off x="1309342" y="1246919"/>
            <a:ext cx="4227508" cy="5355360"/>
            <a:chOff x="1309343" y="1635014"/>
            <a:chExt cx="3962343" cy="4935284"/>
          </a:xfrm>
        </p:grpSpPr>
        <p:sp>
          <p:nvSpPr>
            <p:cNvPr id="1366" name="Google Shape;1366;p62"/>
            <p:cNvSpPr txBox="1"/>
            <p:nvPr/>
          </p:nvSpPr>
          <p:spPr>
            <a:xfrm>
              <a:off x="1534045" y="5486094"/>
              <a:ext cx="3386559" cy="8659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Básicamente consisten en un recipiente cilíndrico provisto de un émbolo o pistón.</a:t>
              </a:r>
              <a:endParaRPr/>
            </a:p>
          </p:txBody>
        </p:sp>
        <p:sp>
          <p:nvSpPr>
            <p:cNvPr id="1367" name="Google Shape;1367;p62"/>
            <p:cNvSpPr txBox="1"/>
            <p:nvPr/>
          </p:nvSpPr>
          <p:spPr>
            <a:xfrm>
              <a:off x="1362215" y="3210828"/>
              <a:ext cx="3862185" cy="12196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000"/>
                <a:buFont typeface="Times New Roman"/>
                <a:buNone/>
              </a:pPr>
              <a:r>
                <a:rPr b="0" i="0" lang="es-BO" sz="2000" u="none" cap="none" strike="noStrike">
                  <a:solidFill>
                    <a:srgbClr val="FF0000"/>
                  </a:solidFill>
                  <a:latin typeface="Times New Roman"/>
                  <a:ea typeface="Times New Roman"/>
                  <a:cs typeface="Times New Roman"/>
                  <a:sym typeface="Times New Roman"/>
                </a:rPr>
                <a:t>Nota</a:t>
              </a:r>
              <a:r>
                <a:rPr b="0" i="0" lang="es-BO" sz="2000" u="none" cap="none" strike="noStrike">
                  <a:solidFill>
                    <a:srgbClr val="000000"/>
                  </a:solidFill>
                  <a:latin typeface="Times New Roman"/>
                  <a:ea typeface="Times New Roman"/>
                  <a:cs typeface="Times New Roman"/>
                  <a:sym typeface="Times New Roman"/>
                </a:rPr>
                <a:t>: esta imagen es solo de la unidad de selección, los cilindros pueden diferir en tamaño con los mostrados en esta imagen en las otras unidades.</a:t>
              </a:r>
              <a:endParaRPr/>
            </a:p>
          </p:txBody>
        </p:sp>
        <p:sp>
          <p:nvSpPr>
            <p:cNvPr id="1368" name="Google Shape;1368;p62"/>
            <p:cNvSpPr/>
            <p:nvPr/>
          </p:nvSpPr>
          <p:spPr>
            <a:xfrm>
              <a:off x="1309343" y="1635014"/>
              <a:ext cx="3962343" cy="4935284"/>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69" name="Google Shape;1369;p62"/>
            <p:cNvSpPr/>
            <p:nvPr/>
          </p:nvSpPr>
          <p:spPr>
            <a:xfrm>
              <a:off x="1393519" y="4434101"/>
              <a:ext cx="3685591" cy="1035568"/>
            </a:xfrm>
            <a:prstGeom prst="round2DiagRect">
              <a:avLst>
                <a:gd fmla="val 16667" name="adj1"/>
                <a:gd fmla="val 0" name="adj2"/>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Estos cilindros están en las unidades de selección, ensamblaje, procesamiento y selección.</a:t>
              </a:r>
              <a:endParaRPr/>
            </a:p>
          </p:txBody>
        </p:sp>
      </p:grpSp>
      <p:sp>
        <p:nvSpPr>
          <p:cNvPr id="1370" name="Google Shape;1370;p62"/>
          <p:cNvSpPr txBox="1"/>
          <p:nvPr>
            <p:ph type="title"/>
          </p:nvPr>
        </p:nvSpPr>
        <p:spPr>
          <a:xfrm>
            <a:off x="1230036" y="209104"/>
            <a:ext cx="3932237" cy="5302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ACTUADORES</a:t>
            </a:r>
            <a:endParaRPr>
              <a:solidFill>
                <a:srgbClr val="002060"/>
              </a:solidFill>
            </a:endParaRPr>
          </a:p>
        </p:txBody>
      </p:sp>
      <p:sp>
        <p:nvSpPr>
          <p:cNvPr id="1371" name="Google Shape;1371;p62"/>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pic>
        <p:nvPicPr>
          <p:cNvPr id="1372" name="Google Shape;1372;p62"/>
          <p:cNvPicPr preferRelativeResize="0"/>
          <p:nvPr/>
        </p:nvPicPr>
        <p:blipFill rotWithShape="1">
          <a:blip r:embed="rId4">
            <a:alphaModFix/>
          </a:blip>
          <a:srcRect b="32509" l="21513" r="23230" t="11524"/>
          <a:stretch/>
        </p:blipFill>
        <p:spPr>
          <a:xfrm>
            <a:off x="1846333" y="1308021"/>
            <a:ext cx="3000088" cy="1699080"/>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0"/>
                                        </p:tgtEl>
                                        <p:attrNameLst>
                                          <p:attrName>style.visibility</p:attrName>
                                        </p:attrNameLst>
                                      </p:cBhvr>
                                      <p:to>
                                        <p:strVal val="visible"/>
                                      </p:to>
                                    </p:set>
                                    <p:animEffect filter="fade" transition="in">
                                      <p:cBhvr>
                                        <p:cTn dur="1000"/>
                                        <p:tgtEl>
                                          <p:spTgt spid="1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xEl>
                                              <p:pRg end="0" st="0"/>
                                            </p:txEl>
                                          </p:spTgt>
                                        </p:tgtEl>
                                        <p:attrNameLst>
                                          <p:attrName>style.visibility</p:attrName>
                                        </p:attrNameLst>
                                      </p:cBhvr>
                                      <p:to>
                                        <p:strVal val="visible"/>
                                      </p:to>
                                    </p:set>
                                    <p:animEffect filter="fade" transition="in">
                                      <p:cBhvr>
                                        <p:cTn dur="500"/>
                                        <p:tgtEl>
                                          <p:spTgt spid="13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5"/>
                                        </p:tgtEl>
                                        <p:attrNameLst>
                                          <p:attrName>style.visibility</p:attrName>
                                        </p:attrNameLst>
                                      </p:cBhvr>
                                      <p:to>
                                        <p:strVal val="visible"/>
                                      </p:to>
                                    </p:set>
                                    <p:animEffect filter="fade" transition="in">
                                      <p:cBhvr>
                                        <p:cTn dur="500"/>
                                        <p:tgtEl>
                                          <p:spTgt spid="1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2"/>
                                        </p:tgtEl>
                                        <p:attrNameLst>
                                          <p:attrName>style.visibility</p:attrName>
                                        </p:attrNameLst>
                                      </p:cBhvr>
                                      <p:to>
                                        <p:strVal val="visible"/>
                                      </p:to>
                                    </p:set>
                                    <p:animEffect filter="fade" transition="in">
                                      <p:cBhvr>
                                        <p:cTn dur="1000"/>
                                        <p:tgtEl>
                                          <p:spTgt spid="1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7"/>
                                        </p:tgtEl>
                                        <p:attrNameLst>
                                          <p:attrName>style.visibility</p:attrName>
                                        </p:attrNameLst>
                                      </p:cBhvr>
                                      <p:to>
                                        <p:strVal val="visible"/>
                                      </p:to>
                                    </p:set>
                                    <p:animEffect filter="fade" transition="in">
                                      <p:cBhvr>
                                        <p:cTn dur="1000"/>
                                        <p:tgtEl>
                                          <p:spTgt spid="1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63"/>
          <p:cNvSpPr txBox="1"/>
          <p:nvPr>
            <p:ph type="title"/>
          </p:nvPr>
        </p:nvSpPr>
        <p:spPr>
          <a:xfrm>
            <a:off x="932889" y="515725"/>
            <a:ext cx="10515600" cy="5306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ACTUADORES</a:t>
            </a:r>
            <a:endParaRPr b="1" sz="2200">
              <a:solidFill>
                <a:srgbClr val="002060"/>
              </a:solidFill>
            </a:endParaRPr>
          </a:p>
        </p:txBody>
      </p:sp>
      <p:sp>
        <p:nvSpPr>
          <p:cNvPr id="1378" name="Google Shape;1378;p63"/>
          <p:cNvSpPr txBox="1"/>
          <p:nvPr>
            <p:ph idx="1" type="body"/>
          </p:nvPr>
        </p:nvSpPr>
        <p:spPr>
          <a:xfrm>
            <a:off x="932889" y="1046339"/>
            <a:ext cx="3588564" cy="41834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2060"/>
              </a:buClr>
              <a:buSzPts val="2000"/>
              <a:buNone/>
            </a:pPr>
            <a:r>
              <a:rPr b="1" lang="es-BO" sz="2000">
                <a:solidFill>
                  <a:srgbClr val="002060"/>
                </a:solidFill>
                <a:latin typeface="Times New Roman"/>
                <a:ea typeface="Times New Roman"/>
                <a:cs typeface="Times New Roman"/>
                <a:sym typeface="Times New Roman"/>
              </a:rPr>
              <a:t>Cilindro delgado, CDQ2B50-20</a:t>
            </a:r>
            <a:endParaRPr/>
          </a:p>
        </p:txBody>
      </p:sp>
      <p:grpSp>
        <p:nvGrpSpPr>
          <p:cNvPr id="1379" name="Google Shape;1379;p63"/>
          <p:cNvGrpSpPr/>
          <p:nvPr/>
        </p:nvGrpSpPr>
        <p:grpSpPr>
          <a:xfrm>
            <a:off x="4939002" y="2162541"/>
            <a:ext cx="5541913" cy="1015663"/>
            <a:chOff x="3834882" y="2162541"/>
            <a:chExt cx="5498841" cy="1015663"/>
          </a:xfrm>
        </p:grpSpPr>
        <p:sp>
          <p:nvSpPr>
            <p:cNvPr id="1380" name="Google Shape;1380;p63"/>
            <p:cNvSpPr txBox="1"/>
            <p:nvPr/>
          </p:nvSpPr>
          <p:spPr>
            <a:xfrm>
              <a:off x="6403910" y="2162541"/>
              <a:ext cx="2929813" cy="101566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No tiene ningún sistema de muelles para retraer el vástago de este cilindro</a:t>
              </a:r>
              <a:endParaRPr/>
            </a:p>
          </p:txBody>
        </p:sp>
        <p:cxnSp>
          <p:nvCxnSpPr>
            <p:cNvPr id="1381" name="Google Shape;1381;p63"/>
            <p:cNvCxnSpPr/>
            <p:nvPr/>
          </p:nvCxnSpPr>
          <p:spPr>
            <a:xfrm>
              <a:off x="3834882" y="2537927"/>
              <a:ext cx="2569028" cy="0"/>
            </a:xfrm>
            <a:prstGeom prst="straightConnector1">
              <a:avLst/>
            </a:prstGeom>
            <a:noFill/>
            <a:ln cap="flat" cmpd="sng" w="28575">
              <a:solidFill>
                <a:schemeClr val="dk1"/>
              </a:solidFill>
              <a:prstDash val="solid"/>
              <a:miter lim="800000"/>
              <a:headEnd len="sm" w="sm" type="none"/>
              <a:tailEnd len="med" w="med" type="triangle"/>
            </a:ln>
          </p:spPr>
        </p:cxnSp>
      </p:grpSp>
      <p:grpSp>
        <p:nvGrpSpPr>
          <p:cNvPr id="1382" name="Google Shape;1382;p63"/>
          <p:cNvGrpSpPr/>
          <p:nvPr/>
        </p:nvGrpSpPr>
        <p:grpSpPr>
          <a:xfrm>
            <a:off x="6937651" y="3178204"/>
            <a:ext cx="4133763" cy="2577367"/>
            <a:chOff x="6782200" y="3178204"/>
            <a:chExt cx="2929813" cy="2577367"/>
          </a:xfrm>
        </p:grpSpPr>
        <p:sp>
          <p:nvSpPr>
            <p:cNvPr id="1383" name="Google Shape;1383;p63"/>
            <p:cNvSpPr txBox="1"/>
            <p:nvPr/>
          </p:nvSpPr>
          <p:spPr>
            <a:xfrm>
              <a:off x="6782200" y="3816579"/>
              <a:ext cx="2929813" cy="1938992"/>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Este tipo de cilindro tiene la ventaja de ser más compacto que otros tipos comunes de cilindros neumáticos, este permite montar el cilindro en lugares que se complican más para otros cilindros más largos.</a:t>
              </a:r>
              <a:endParaRPr/>
            </a:p>
          </p:txBody>
        </p:sp>
        <p:cxnSp>
          <p:nvCxnSpPr>
            <p:cNvPr id="1384" name="Google Shape;1384;p63"/>
            <p:cNvCxnSpPr>
              <a:stCxn id="1380" idx="2"/>
              <a:endCxn id="1383" idx="0"/>
            </p:cNvCxnSpPr>
            <p:nvPr/>
          </p:nvCxnSpPr>
          <p:spPr>
            <a:xfrm>
              <a:off x="8247108" y="3178204"/>
              <a:ext cx="0" cy="638400"/>
            </a:xfrm>
            <a:prstGeom prst="straightConnector1">
              <a:avLst/>
            </a:prstGeom>
            <a:noFill/>
            <a:ln cap="flat" cmpd="sng" w="28575">
              <a:solidFill>
                <a:schemeClr val="dk1"/>
              </a:solidFill>
              <a:prstDash val="solid"/>
              <a:miter lim="800000"/>
              <a:headEnd len="sm" w="sm" type="none"/>
              <a:tailEnd len="med" w="med" type="triangle"/>
            </a:ln>
          </p:spPr>
        </p:cxnSp>
      </p:grpSp>
      <p:grpSp>
        <p:nvGrpSpPr>
          <p:cNvPr id="1385" name="Google Shape;1385;p63"/>
          <p:cNvGrpSpPr/>
          <p:nvPr/>
        </p:nvGrpSpPr>
        <p:grpSpPr>
          <a:xfrm>
            <a:off x="905069" y="1658646"/>
            <a:ext cx="4033934" cy="4975419"/>
            <a:chOff x="905069" y="1658646"/>
            <a:chExt cx="2929813" cy="4975419"/>
          </a:xfrm>
        </p:grpSpPr>
        <p:sp>
          <p:nvSpPr>
            <p:cNvPr id="1386" name="Google Shape;1386;p63"/>
            <p:cNvSpPr txBox="1"/>
            <p:nvPr/>
          </p:nvSpPr>
          <p:spPr>
            <a:xfrm>
              <a:off x="905069" y="5523042"/>
              <a:ext cx="282717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El principio de operación es el mismo que del cilindro simple</a:t>
              </a:r>
              <a:endParaRPr/>
            </a:p>
          </p:txBody>
        </p:sp>
        <p:sp>
          <p:nvSpPr>
            <p:cNvPr id="1387" name="Google Shape;1387;p63"/>
            <p:cNvSpPr/>
            <p:nvPr/>
          </p:nvSpPr>
          <p:spPr>
            <a:xfrm>
              <a:off x="905069" y="1658646"/>
              <a:ext cx="2929813" cy="4975419"/>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8" name="Google Shape;1388;p63"/>
            <p:cNvSpPr/>
            <p:nvPr/>
          </p:nvSpPr>
          <p:spPr>
            <a:xfrm>
              <a:off x="1007705" y="4204363"/>
              <a:ext cx="2724539" cy="1123712"/>
            </a:xfrm>
            <a:prstGeom prst="round2DiagRect">
              <a:avLst>
                <a:gd fmla="val 16667" name="adj1"/>
                <a:gd fmla="val 0" name="adj2"/>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Este cilindro se encuentra en la unidad de procesamiento y en la de transporte (Eleva la garra)</a:t>
              </a:r>
              <a:endParaRPr/>
            </a:p>
          </p:txBody>
        </p:sp>
      </p:grpSp>
      <p:sp>
        <p:nvSpPr>
          <p:cNvPr id="1389" name="Google Shape;1389;p63"/>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pic>
        <p:nvPicPr>
          <p:cNvPr id="1390" name="Google Shape;1390;p63"/>
          <p:cNvPicPr preferRelativeResize="0"/>
          <p:nvPr/>
        </p:nvPicPr>
        <p:blipFill rotWithShape="1">
          <a:blip r:embed="rId3">
            <a:alphaModFix/>
          </a:blip>
          <a:srcRect b="0" l="0" r="0" t="0"/>
          <a:stretch/>
        </p:blipFill>
        <p:spPr>
          <a:xfrm>
            <a:off x="1869921" y="1729394"/>
            <a:ext cx="1714500" cy="2286000"/>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7"/>
                                        </p:tgtEl>
                                        <p:attrNameLst>
                                          <p:attrName>style.visibility</p:attrName>
                                        </p:attrNameLst>
                                      </p:cBhvr>
                                      <p:to>
                                        <p:strVal val="visible"/>
                                      </p:to>
                                    </p:set>
                                    <p:animEffect filter="fade" transition="in">
                                      <p:cBhvr>
                                        <p:cTn dur="500"/>
                                        <p:tgtEl>
                                          <p:spTgt spid="1377"/>
                                        </p:tgtEl>
                                      </p:cBhvr>
                                    </p:animEffect>
                                  </p:childTnLst>
                                </p:cTn>
                              </p:par>
                              <p:par>
                                <p:cTn fill="hold" nodeType="withEffect" presetClass="entr" presetID="10" presetSubtype="0">
                                  <p:stCondLst>
                                    <p:cond delay="0"/>
                                  </p:stCondLst>
                                  <p:childTnLst>
                                    <p:set>
                                      <p:cBhvr>
                                        <p:cTn dur="1" fill="hold">
                                          <p:stCondLst>
                                            <p:cond delay="0"/>
                                          </p:stCondLst>
                                        </p:cTn>
                                        <p:tgtEl>
                                          <p:spTgt spid="1378">
                                            <p:txEl>
                                              <p:pRg end="0" st="0"/>
                                            </p:txEl>
                                          </p:spTgt>
                                        </p:tgtEl>
                                        <p:attrNameLst>
                                          <p:attrName>style.visibility</p:attrName>
                                        </p:attrNameLst>
                                      </p:cBhvr>
                                      <p:to>
                                        <p:strVal val="visible"/>
                                      </p:to>
                                    </p:set>
                                    <p:animEffect filter="fade" transition="in">
                                      <p:cBhvr>
                                        <p:cTn dur="500"/>
                                        <p:tgtEl>
                                          <p:spTgt spid="13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85"/>
                                        </p:tgtEl>
                                        <p:attrNameLst>
                                          <p:attrName>style.visibility</p:attrName>
                                        </p:attrNameLst>
                                      </p:cBhvr>
                                      <p:to>
                                        <p:strVal val="visible"/>
                                      </p:to>
                                    </p:set>
                                    <p:anim calcmode="lin" valueType="num">
                                      <p:cBhvr additive="base">
                                        <p:cTn dur="500"/>
                                        <p:tgtEl>
                                          <p:spTgt spid="1385"/>
                                        </p:tgtEl>
                                        <p:attrNameLst>
                                          <p:attrName>ppt_w</p:attrName>
                                        </p:attrNameLst>
                                      </p:cBhvr>
                                      <p:tavLst>
                                        <p:tav fmla="" tm="0">
                                          <p:val>
                                            <p:strVal val="0"/>
                                          </p:val>
                                        </p:tav>
                                        <p:tav fmla="" tm="100000">
                                          <p:val>
                                            <p:strVal val="#ppt_w"/>
                                          </p:val>
                                        </p:tav>
                                      </p:tavLst>
                                    </p:anim>
                                    <p:anim calcmode="lin" valueType="num">
                                      <p:cBhvr additive="base">
                                        <p:cTn dur="500"/>
                                        <p:tgtEl>
                                          <p:spTgt spid="138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79"/>
                                        </p:tgtEl>
                                        <p:attrNameLst>
                                          <p:attrName>style.visibility</p:attrName>
                                        </p:attrNameLst>
                                      </p:cBhvr>
                                      <p:to>
                                        <p:strVal val="visible"/>
                                      </p:to>
                                    </p:set>
                                    <p:anim calcmode="lin" valueType="num">
                                      <p:cBhvr additive="base">
                                        <p:cTn dur="500"/>
                                        <p:tgtEl>
                                          <p:spTgt spid="1379"/>
                                        </p:tgtEl>
                                        <p:attrNameLst>
                                          <p:attrName>ppt_w</p:attrName>
                                        </p:attrNameLst>
                                      </p:cBhvr>
                                      <p:tavLst>
                                        <p:tav fmla="" tm="0">
                                          <p:val>
                                            <p:strVal val="0"/>
                                          </p:val>
                                        </p:tav>
                                        <p:tav fmla="" tm="100000">
                                          <p:val>
                                            <p:strVal val="#ppt_w"/>
                                          </p:val>
                                        </p:tav>
                                      </p:tavLst>
                                    </p:anim>
                                    <p:anim calcmode="lin" valueType="num">
                                      <p:cBhvr additive="base">
                                        <p:cTn dur="500"/>
                                        <p:tgtEl>
                                          <p:spTgt spid="137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82"/>
                                        </p:tgtEl>
                                        <p:attrNameLst>
                                          <p:attrName>style.visibility</p:attrName>
                                        </p:attrNameLst>
                                      </p:cBhvr>
                                      <p:to>
                                        <p:strVal val="visible"/>
                                      </p:to>
                                    </p:set>
                                    <p:anim calcmode="lin" valueType="num">
                                      <p:cBhvr additive="base">
                                        <p:cTn dur="500"/>
                                        <p:tgtEl>
                                          <p:spTgt spid="1382"/>
                                        </p:tgtEl>
                                        <p:attrNameLst>
                                          <p:attrName>ppt_w</p:attrName>
                                        </p:attrNameLst>
                                      </p:cBhvr>
                                      <p:tavLst>
                                        <p:tav fmla="" tm="0">
                                          <p:val>
                                            <p:strVal val="0"/>
                                          </p:val>
                                        </p:tav>
                                        <p:tav fmla="" tm="100000">
                                          <p:val>
                                            <p:strVal val="#ppt_w"/>
                                          </p:val>
                                        </p:tav>
                                      </p:tavLst>
                                    </p:anim>
                                    <p:anim calcmode="lin" valueType="num">
                                      <p:cBhvr additive="base">
                                        <p:cTn dur="500"/>
                                        <p:tgtEl>
                                          <p:spTgt spid="138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64"/>
          <p:cNvSpPr txBox="1"/>
          <p:nvPr>
            <p:ph idx="1" type="body"/>
          </p:nvPr>
        </p:nvSpPr>
        <p:spPr>
          <a:xfrm>
            <a:off x="951722" y="1125877"/>
            <a:ext cx="3463212" cy="5302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None/>
            </a:pPr>
            <a:r>
              <a:rPr b="1" lang="es-BO" sz="2200">
                <a:solidFill>
                  <a:srgbClr val="002060"/>
                </a:solidFill>
                <a:latin typeface="Times New Roman"/>
                <a:ea typeface="Times New Roman"/>
                <a:cs typeface="Times New Roman"/>
                <a:sym typeface="Times New Roman"/>
              </a:rPr>
              <a:t>Cilindro rotatorio</a:t>
            </a:r>
            <a:endParaRPr/>
          </a:p>
        </p:txBody>
      </p:sp>
      <p:sp>
        <p:nvSpPr>
          <p:cNvPr id="1396" name="Google Shape;1396;p64"/>
          <p:cNvSpPr txBox="1"/>
          <p:nvPr/>
        </p:nvSpPr>
        <p:spPr>
          <a:xfrm>
            <a:off x="1250301" y="4514525"/>
            <a:ext cx="3704253" cy="1938992"/>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El vástago del que se forma es una cremallera que acciona un piñón y transforma el movimiento lineal en un movimiento giratorio, hacia la izquierda o hacia la derecha, según el sentido del émbolo.</a:t>
            </a:r>
            <a:endParaRPr/>
          </a:p>
        </p:txBody>
      </p:sp>
      <p:pic>
        <p:nvPicPr>
          <p:cNvPr id="1397" name="Google Shape;1397;p64"/>
          <p:cNvPicPr preferRelativeResize="0"/>
          <p:nvPr/>
        </p:nvPicPr>
        <p:blipFill rotWithShape="1">
          <a:blip r:embed="rId3">
            <a:alphaModFix/>
          </a:blip>
          <a:srcRect b="0" l="0" r="0" t="0"/>
          <a:stretch/>
        </p:blipFill>
        <p:spPr>
          <a:xfrm>
            <a:off x="5807115" y="1575710"/>
            <a:ext cx="4479496" cy="2103178"/>
          </a:xfrm>
          <a:prstGeom prst="rect">
            <a:avLst/>
          </a:prstGeom>
          <a:noFill/>
          <a:ln cap="flat" cmpd="sng" w="28575">
            <a:solidFill>
              <a:schemeClr val="dk1"/>
            </a:solidFill>
            <a:prstDash val="solid"/>
            <a:round/>
            <a:headEnd len="sm" w="sm" type="none"/>
            <a:tailEnd len="sm" w="sm" type="none"/>
          </a:ln>
        </p:spPr>
      </p:pic>
      <p:grpSp>
        <p:nvGrpSpPr>
          <p:cNvPr id="1398" name="Google Shape;1398;p64"/>
          <p:cNvGrpSpPr/>
          <p:nvPr/>
        </p:nvGrpSpPr>
        <p:grpSpPr>
          <a:xfrm>
            <a:off x="951722" y="1794555"/>
            <a:ext cx="4096139" cy="2329576"/>
            <a:chOff x="951722" y="1794555"/>
            <a:chExt cx="4096139" cy="2329576"/>
          </a:xfrm>
        </p:grpSpPr>
        <p:pic>
          <p:nvPicPr>
            <p:cNvPr id="1399" name="Google Shape;1399;p64"/>
            <p:cNvPicPr preferRelativeResize="0"/>
            <p:nvPr/>
          </p:nvPicPr>
          <p:blipFill rotWithShape="1">
            <a:blip r:embed="rId4">
              <a:alphaModFix/>
            </a:blip>
            <a:srcRect b="0" l="0" r="0" t="0"/>
            <a:stretch/>
          </p:blipFill>
          <p:spPr>
            <a:xfrm>
              <a:off x="1651518" y="1971234"/>
              <a:ext cx="1384267" cy="1092086"/>
            </a:xfrm>
            <a:prstGeom prst="rect">
              <a:avLst/>
            </a:prstGeom>
            <a:noFill/>
            <a:ln>
              <a:noFill/>
            </a:ln>
          </p:spPr>
        </p:pic>
        <p:pic>
          <p:nvPicPr>
            <p:cNvPr id="1400" name="Google Shape;1400;p64"/>
            <p:cNvPicPr preferRelativeResize="0"/>
            <p:nvPr/>
          </p:nvPicPr>
          <p:blipFill rotWithShape="1">
            <a:blip r:embed="rId5">
              <a:alphaModFix/>
            </a:blip>
            <a:srcRect b="0" l="0" r="0" t="0"/>
            <a:stretch/>
          </p:blipFill>
          <p:spPr>
            <a:xfrm>
              <a:off x="3035785" y="1971234"/>
              <a:ext cx="1453181" cy="1090515"/>
            </a:xfrm>
            <a:prstGeom prst="rect">
              <a:avLst/>
            </a:prstGeom>
            <a:noFill/>
            <a:ln>
              <a:noFill/>
            </a:ln>
          </p:spPr>
        </p:pic>
        <p:sp>
          <p:nvSpPr>
            <p:cNvPr id="1401" name="Google Shape;1401;p64"/>
            <p:cNvSpPr/>
            <p:nvPr/>
          </p:nvSpPr>
          <p:spPr>
            <a:xfrm>
              <a:off x="1276778" y="3276552"/>
              <a:ext cx="3518013" cy="783193"/>
            </a:xfrm>
            <a:prstGeom prst="round2DiagRect">
              <a:avLst>
                <a:gd fmla="val 16667" name="adj1"/>
                <a:gd fmla="val 0" name="adj2"/>
              </a:avLst>
            </a:prstGeom>
            <a:noFill/>
            <a:ln cap="flat" cmpd="sng" w="19050">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Se encuentran en las unidades de ensamblaje y de transporte</a:t>
              </a:r>
              <a:endParaRPr/>
            </a:p>
          </p:txBody>
        </p:sp>
        <p:sp>
          <p:nvSpPr>
            <p:cNvPr id="1402" name="Google Shape;1402;p64"/>
            <p:cNvSpPr/>
            <p:nvPr/>
          </p:nvSpPr>
          <p:spPr>
            <a:xfrm>
              <a:off x="951722" y="1794555"/>
              <a:ext cx="4096139" cy="2329576"/>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403" name="Google Shape;1403;p64"/>
          <p:cNvGrpSpPr/>
          <p:nvPr/>
        </p:nvGrpSpPr>
        <p:grpSpPr>
          <a:xfrm>
            <a:off x="4954554" y="4953264"/>
            <a:ext cx="5424196" cy="1015663"/>
            <a:chOff x="4954554" y="4953264"/>
            <a:chExt cx="5424196" cy="1015663"/>
          </a:xfrm>
        </p:grpSpPr>
        <p:sp>
          <p:nvSpPr>
            <p:cNvPr id="1404" name="Google Shape;1404;p64"/>
            <p:cNvSpPr txBox="1"/>
            <p:nvPr/>
          </p:nvSpPr>
          <p:spPr>
            <a:xfrm>
              <a:off x="6674497" y="4953264"/>
              <a:ext cx="3704253" cy="1015663"/>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Los ángulos de giro que puede realizar son de: 45º, 90º, 180º, 290º hasta 720º </a:t>
              </a:r>
              <a:endParaRPr/>
            </a:p>
          </p:txBody>
        </p:sp>
        <p:cxnSp>
          <p:nvCxnSpPr>
            <p:cNvPr id="1405" name="Google Shape;1405;p64"/>
            <p:cNvCxnSpPr>
              <a:stCxn id="1396" idx="3"/>
              <a:endCxn id="1404" idx="1"/>
            </p:cNvCxnSpPr>
            <p:nvPr/>
          </p:nvCxnSpPr>
          <p:spPr>
            <a:xfrm flipH="1" rot="10800000">
              <a:off x="4954554" y="5461221"/>
              <a:ext cx="1719900" cy="22800"/>
            </a:xfrm>
            <a:prstGeom prst="straightConnector1">
              <a:avLst/>
            </a:prstGeom>
            <a:noFill/>
            <a:ln cap="flat" cmpd="sng" w="28575">
              <a:solidFill>
                <a:srgbClr val="002060"/>
              </a:solidFill>
              <a:prstDash val="solid"/>
              <a:miter lim="800000"/>
              <a:headEnd len="sm" w="sm" type="none"/>
              <a:tailEnd len="med" w="med" type="triangle"/>
            </a:ln>
          </p:spPr>
        </p:cxnSp>
      </p:grpSp>
      <p:cxnSp>
        <p:nvCxnSpPr>
          <p:cNvPr id="1406" name="Google Shape;1406;p64"/>
          <p:cNvCxnSpPr/>
          <p:nvPr/>
        </p:nvCxnSpPr>
        <p:spPr>
          <a:xfrm rot="10800000">
            <a:off x="5654351" y="2627299"/>
            <a:ext cx="0" cy="2833797"/>
          </a:xfrm>
          <a:prstGeom prst="straightConnector1">
            <a:avLst/>
          </a:prstGeom>
          <a:noFill/>
          <a:ln cap="flat" cmpd="sng" w="28575">
            <a:solidFill>
              <a:srgbClr val="002060"/>
            </a:solidFill>
            <a:prstDash val="solid"/>
            <a:miter lim="800000"/>
            <a:headEnd len="sm" w="sm" type="none"/>
            <a:tailEnd len="sm" w="sm" type="none"/>
          </a:ln>
        </p:spPr>
      </p:cxnSp>
      <p:cxnSp>
        <p:nvCxnSpPr>
          <p:cNvPr id="1407" name="Google Shape;1407;p64"/>
          <p:cNvCxnSpPr>
            <a:endCxn id="1397" idx="1"/>
          </p:cNvCxnSpPr>
          <p:nvPr/>
        </p:nvCxnSpPr>
        <p:spPr>
          <a:xfrm>
            <a:off x="5654415" y="2627299"/>
            <a:ext cx="152700" cy="0"/>
          </a:xfrm>
          <a:prstGeom prst="straightConnector1">
            <a:avLst/>
          </a:prstGeom>
          <a:noFill/>
          <a:ln cap="flat" cmpd="sng" w="28575">
            <a:solidFill>
              <a:srgbClr val="002060"/>
            </a:solidFill>
            <a:prstDash val="solid"/>
            <a:miter lim="800000"/>
            <a:headEnd len="sm" w="sm" type="none"/>
            <a:tailEnd len="med" w="med" type="triangle"/>
          </a:ln>
        </p:spPr>
      </p:cxnSp>
      <p:sp>
        <p:nvSpPr>
          <p:cNvPr id="1408" name="Google Shape;1408;p64"/>
          <p:cNvSpPr txBox="1"/>
          <p:nvPr>
            <p:ph type="title"/>
          </p:nvPr>
        </p:nvSpPr>
        <p:spPr>
          <a:xfrm>
            <a:off x="839788" y="457200"/>
            <a:ext cx="3932237" cy="5302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ACTUADORES</a:t>
            </a:r>
            <a:endParaRPr>
              <a:solidFill>
                <a:srgbClr val="002060"/>
              </a:solidFill>
            </a:endParaRPr>
          </a:p>
        </p:txBody>
      </p:sp>
      <p:sp>
        <p:nvSpPr>
          <p:cNvPr id="1409" name="Google Shape;1409;p64"/>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gtEl>
                                        <p:attrNameLst>
                                          <p:attrName>style.visibility</p:attrName>
                                        </p:attrNameLst>
                                      </p:cBhvr>
                                      <p:to>
                                        <p:strVal val="visible"/>
                                      </p:to>
                                    </p:set>
                                    <p:animEffect filter="fade" transition="in">
                                      <p:cBhvr>
                                        <p:cTn dur="1000"/>
                                        <p:tgtEl>
                                          <p:spTgt spid="1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8"/>
                                        </p:tgtEl>
                                        <p:attrNameLst>
                                          <p:attrName>style.visibility</p:attrName>
                                        </p:attrNameLst>
                                      </p:cBhvr>
                                      <p:to>
                                        <p:strVal val="visible"/>
                                      </p:to>
                                    </p:set>
                                    <p:animEffect filter="fade" transition="in">
                                      <p:cBhvr>
                                        <p:cTn dur="500"/>
                                        <p:tgtEl>
                                          <p:spTgt spid="1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6"/>
                                        </p:tgtEl>
                                        <p:attrNameLst>
                                          <p:attrName>style.visibility</p:attrName>
                                        </p:attrNameLst>
                                      </p:cBhvr>
                                      <p:to>
                                        <p:strVal val="visible"/>
                                      </p:to>
                                    </p:set>
                                    <p:animEffect filter="fade" transition="in">
                                      <p:cBhvr>
                                        <p:cTn dur="500"/>
                                        <p:tgtEl>
                                          <p:spTgt spid="1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3"/>
                                        </p:tgtEl>
                                        <p:attrNameLst>
                                          <p:attrName>style.visibility</p:attrName>
                                        </p:attrNameLst>
                                      </p:cBhvr>
                                      <p:to>
                                        <p:strVal val="visible"/>
                                      </p:to>
                                    </p:set>
                                    <p:animEffect filter="fade" transition="in">
                                      <p:cBhvr>
                                        <p:cTn dur="500"/>
                                        <p:tgtEl>
                                          <p:spTgt spid="1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6"/>
                                        </p:tgtEl>
                                        <p:attrNameLst>
                                          <p:attrName>style.visibility</p:attrName>
                                        </p:attrNameLst>
                                      </p:cBhvr>
                                      <p:to>
                                        <p:strVal val="visible"/>
                                      </p:to>
                                    </p:set>
                                    <p:animEffect filter="fade" transition="in">
                                      <p:cBhvr>
                                        <p:cTn dur="500"/>
                                        <p:tgtEl>
                                          <p:spTgt spid="1406"/>
                                        </p:tgtEl>
                                      </p:cBhvr>
                                    </p:animEffect>
                                  </p:childTnLst>
                                </p:cTn>
                              </p:par>
                              <p:par>
                                <p:cTn fill="hold" nodeType="withEffect" presetClass="entr" presetID="10" presetSubtype="0">
                                  <p:stCondLst>
                                    <p:cond delay="0"/>
                                  </p:stCondLst>
                                  <p:childTnLst>
                                    <p:set>
                                      <p:cBhvr>
                                        <p:cTn dur="1" fill="hold">
                                          <p:stCondLst>
                                            <p:cond delay="0"/>
                                          </p:stCondLst>
                                        </p:cTn>
                                        <p:tgtEl>
                                          <p:spTgt spid="1407"/>
                                        </p:tgtEl>
                                        <p:attrNameLst>
                                          <p:attrName>style.visibility</p:attrName>
                                        </p:attrNameLst>
                                      </p:cBhvr>
                                      <p:to>
                                        <p:strVal val="visible"/>
                                      </p:to>
                                    </p:set>
                                    <p:animEffect filter="fade" transition="in">
                                      <p:cBhvr>
                                        <p:cTn dur="500"/>
                                        <p:tgtEl>
                                          <p:spTgt spid="1407"/>
                                        </p:tgtEl>
                                      </p:cBhvr>
                                    </p:animEffect>
                                  </p:childTnLst>
                                </p:cTn>
                              </p:par>
                              <p:par>
                                <p:cTn fill="hold" nodeType="withEffect" presetClass="entr" presetID="10" presetSubtype="0">
                                  <p:stCondLst>
                                    <p:cond delay="0"/>
                                  </p:stCondLst>
                                  <p:childTnLst>
                                    <p:set>
                                      <p:cBhvr>
                                        <p:cTn dur="1" fill="hold">
                                          <p:stCondLst>
                                            <p:cond delay="0"/>
                                          </p:stCondLst>
                                        </p:cTn>
                                        <p:tgtEl>
                                          <p:spTgt spid="1397"/>
                                        </p:tgtEl>
                                        <p:attrNameLst>
                                          <p:attrName>style.visibility</p:attrName>
                                        </p:attrNameLst>
                                      </p:cBhvr>
                                      <p:to>
                                        <p:strVal val="visible"/>
                                      </p:to>
                                    </p:set>
                                    <p:animEffect filter="fade" transition="in">
                                      <p:cBhvr>
                                        <p:cTn dur="500"/>
                                        <p:tgtEl>
                                          <p:spTgt spid="1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65"/>
          <p:cNvSpPr txBox="1"/>
          <p:nvPr>
            <p:ph idx="1" type="body"/>
          </p:nvPr>
        </p:nvSpPr>
        <p:spPr>
          <a:xfrm>
            <a:off x="927370" y="1375338"/>
            <a:ext cx="2261461" cy="85226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2060"/>
              </a:buClr>
              <a:buSzPts val="2000"/>
              <a:buNone/>
            </a:pPr>
            <a:r>
              <a:rPr b="1" lang="es-BO" sz="2000">
                <a:solidFill>
                  <a:srgbClr val="002060"/>
                </a:solidFill>
                <a:latin typeface="Times New Roman"/>
                <a:ea typeface="Times New Roman"/>
                <a:cs typeface="Times New Roman"/>
                <a:sym typeface="Times New Roman"/>
              </a:rPr>
              <a:t>Servomotor</a:t>
            </a:r>
            <a:br>
              <a:rPr b="1" lang="es-BO" sz="2000">
                <a:solidFill>
                  <a:srgbClr val="002060"/>
                </a:solidFill>
                <a:latin typeface="Times New Roman"/>
                <a:ea typeface="Times New Roman"/>
                <a:cs typeface="Times New Roman"/>
                <a:sym typeface="Times New Roman"/>
              </a:rPr>
            </a:br>
            <a:r>
              <a:rPr b="1" lang="es-BO" sz="2000">
                <a:solidFill>
                  <a:srgbClr val="002060"/>
                </a:solidFill>
                <a:latin typeface="Times New Roman"/>
                <a:ea typeface="Times New Roman"/>
                <a:cs typeface="Times New Roman"/>
                <a:sym typeface="Times New Roman"/>
              </a:rPr>
              <a:t>Minas A4</a:t>
            </a:r>
            <a:endParaRPr b="1" sz="2000">
              <a:solidFill>
                <a:srgbClr val="002060"/>
              </a:solidFill>
              <a:latin typeface="Times New Roman"/>
              <a:ea typeface="Times New Roman"/>
              <a:cs typeface="Times New Roman"/>
              <a:sym typeface="Times New Roman"/>
            </a:endParaRPr>
          </a:p>
        </p:txBody>
      </p:sp>
      <p:sp>
        <p:nvSpPr>
          <p:cNvPr id="1416" name="Google Shape;1416;p65"/>
          <p:cNvSpPr txBox="1"/>
          <p:nvPr/>
        </p:nvSpPr>
        <p:spPr>
          <a:xfrm>
            <a:off x="4161453" y="924726"/>
            <a:ext cx="4441371" cy="1323439"/>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El servomotor es un motor eléctrico que lleva incorporado un sistema de regulación que puede ser controlado tanto en velocidad como en posición.</a:t>
            </a:r>
            <a:endParaRPr/>
          </a:p>
        </p:txBody>
      </p:sp>
      <p:grpSp>
        <p:nvGrpSpPr>
          <p:cNvPr id="1417" name="Google Shape;1417;p65"/>
          <p:cNvGrpSpPr/>
          <p:nvPr/>
        </p:nvGrpSpPr>
        <p:grpSpPr>
          <a:xfrm>
            <a:off x="1400836" y="2248165"/>
            <a:ext cx="4981303" cy="3507686"/>
            <a:chOff x="1400836" y="2248165"/>
            <a:chExt cx="4981303" cy="3507686"/>
          </a:xfrm>
        </p:grpSpPr>
        <p:grpSp>
          <p:nvGrpSpPr>
            <p:cNvPr id="1418" name="Google Shape;1418;p65"/>
            <p:cNvGrpSpPr/>
            <p:nvPr/>
          </p:nvGrpSpPr>
          <p:grpSpPr>
            <a:xfrm>
              <a:off x="1400836" y="3226118"/>
              <a:ext cx="4153678" cy="2529733"/>
              <a:chOff x="1027924" y="2451678"/>
              <a:chExt cx="4153678" cy="2529733"/>
            </a:xfrm>
          </p:grpSpPr>
          <p:pic>
            <p:nvPicPr>
              <p:cNvPr id="1419" name="Google Shape;1419;p65"/>
              <p:cNvPicPr preferRelativeResize="0"/>
              <p:nvPr/>
            </p:nvPicPr>
            <p:blipFill rotWithShape="1">
              <a:blip r:embed="rId3">
                <a:alphaModFix/>
              </a:blip>
              <a:srcRect b="0" l="0" r="0" t="0"/>
              <a:stretch/>
            </p:blipFill>
            <p:spPr>
              <a:xfrm>
                <a:off x="1027924" y="2546120"/>
                <a:ext cx="3953978" cy="2435291"/>
              </a:xfrm>
              <a:prstGeom prst="rect">
                <a:avLst/>
              </a:prstGeom>
              <a:noFill/>
              <a:ln cap="flat" cmpd="sng" w="9525">
                <a:solidFill>
                  <a:schemeClr val="lt1"/>
                </a:solidFill>
                <a:prstDash val="solid"/>
                <a:round/>
                <a:headEnd len="sm" w="sm" type="none"/>
                <a:tailEnd len="sm" w="sm" type="none"/>
              </a:ln>
            </p:spPr>
          </p:pic>
          <p:sp>
            <p:nvSpPr>
              <p:cNvPr id="1420" name="Google Shape;1420;p65"/>
              <p:cNvSpPr/>
              <p:nvPr/>
            </p:nvSpPr>
            <p:spPr>
              <a:xfrm>
                <a:off x="1027924" y="2451678"/>
                <a:ext cx="4153678" cy="2529733"/>
              </a:xfrm>
              <a:prstGeom prst="roundRect">
                <a:avLst>
                  <a:gd fmla="val 11134" name="adj"/>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cxnSp>
          <p:nvCxnSpPr>
            <p:cNvPr id="1421" name="Google Shape;1421;p65"/>
            <p:cNvCxnSpPr>
              <a:stCxn id="1416" idx="2"/>
            </p:cNvCxnSpPr>
            <p:nvPr/>
          </p:nvCxnSpPr>
          <p:spPr>
            <a:xfrm>
              <a:off x="6382139" y="2248165"/>
              <a:ext cx="0" cy="159000"/>
            </a:xfrm>
            <a:prstGeom prst="straightConnector1">
              <a:avLst/>
            </a:prstGeom>
            <a:noFill/>
            <a:ln cap="flat" cmpd="sng" w="28575">
              <a:solidFill>
                <a:srgbClr val="002060"/>
              </a:solidFill>
              <a:prstDash val="solid"/>
              <a:miter lim="800000"/>
              <a:headEnd len="sm" w="sm" type="none"/>
              <a:tailEnd len="sm" w="sm" type="none"/>
            </a:ln>
          </p:spPr>
        </p:cxnSp>
        <p:cxnSp>
          <p:nvCxnSpPr>
            <p:cNvPr id="1422" name="Google Shape;1422;p65"/>
            <p:cNvCxnSpPr/>
            <p:nvPr/>
          </p:nvCxnSpPr>
          <p:spPr>
            <a:xfrm rot="10800000">
              <a:off x="3477675" y="2395112"/>
              <a:ext cx="2904463" cy="0"/>
            </a:xfrm>
            <a:prstGeom prst="straightConnector1">
              <a:avLst/>
            </a:prstGeom>
            <a:noFill/>
            <a:ln cap="flat" cmpd="sng" w="28575">
              <a:solidFill>
                <a:srgbClr val="002060"/>
              </a:solidFill>
              <a:prstDash val="solid"/>
              <a:miter lim="800000"/>
              <a:headEnd len="sm" w="sm" type="none"/>
              <a:tailEnd len="sm" w="sm" type="none"/>
            </a:ln>
          </p:spPr>
        </p:cxnSp>
        <p:cxnSp>
          <p:nvCxnSpPr>
            <p:cNvPr id="1423" name="Google Shape;1423;p65"/>
            <p:cNvCxnSpPr>
              <a:endCxn id="1420" idx="0"/>
            </p:cNvCxnSpPr>
            <p:nvPr/>
          </p:nvCxnSpPr>
          <p:spPr>
            <a:xfrm>
              <a:off x="3477675" y="2395118"/>
              <a:ext cx="0" cy="831000"/>
            </a:xfrm>
            <a:prstGeom prst="straightConnector1">
              <a:avLst/>
            </a:prstGeom>
            <a:noFill/>
            <a:ln cap="flat" cmpd="sng" w="28575">
              <a:solidFill>
                <a:srgbClr val="002060"/>
              </a:solidFill>
              <a:prstDash val="solid"/>
              <a:miter lim="800000"/>
              <a:headEnd len="sm" w="sm" type="none"/>
              <a:tailEnd len="med" w="med" type="triangle"/>
            </a:ln>
          </p:spPr>
        </p:cxnSp>
      </p:grpSp>
      <p:sp>
        <p:nvSpPr>
          <p:cNvPr id="1424" name="Google Shape;1424;p65"/>
          <p:cNvSpPr txBox="1"/>
          <p:nvPr/>
        </p:nvSpPr>
        <p:spPr>
          <a:xfrm>
            <a:off x="1486245" y="2407298"/>
            <a:ext cx="203059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Motor y el encoder absoluto</a:t>
            </a:r>
            <a:endParaRPr/>
          </a:p>
        </p:txBody>
      </p:sp>
      <p:sp>
        <p:nvSpPr>
          <p:cNvPr id="1425" name="Google Shape;1425;p65"/>
          <p:cNvSpPr txBox="1"/>
          <p:nvPr/>
        </p:nvSpPr>
        <p:spPr>
          <a:xfrm>
            <a:off x="8770584" y="2269023"/>
            <a:ext cx="2891931"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Sistema de regulación (driver) conectado al motor</a:t>
            </a:r>
            <a:endParaRPr/>
          </a:p>
        </p:txBody>
      </p:sp>
      <p:grpSp>
        <p:nvGrpSpPr>
          <p:cNvPr id="1426" name="Google Shape;1426;p65"/>
          <p:cNvGrpSpPr/>
          <p:nvPr/>
        </p:nvGrpSpPr>
        <p:grpSpPr>
          <a:xfrm>
            <a:off x="6170276" y="2395112"/>
            <a:ext cx="5299962" cy="4092159"/>
            <a:chOff x="6170276" y="2395112"/>
            <a:chExt cx="5299962" cy="4092159"/>
          </a:xfrm>
        </p:grpSpPr>
        <p:pic>
          <p:nvPicPr>
            <p:cNvPr id="1427" name="Google Shape;1427;p65"/>
            <p:cNvPicPr preferRelativeResize="0"/>
            <p:nvPr/>
          </p:nvPicPr>
          <p:blipFill rotWithShape="1">
            <a:blip r:embed="rId4">
              <a:alphaModFix/>
            </a:blip>
            <a:srcRect b="0" l="0" r="0" t="0"/>
            <a:stretch/>
          </p:blipFill>
          <p:spPr>
            <a:xfrm>
              <a:off x="6170276" y="3213742"/>
              <a:ext cx="5088100" cy="2542109"/>
            </a:xfrm>
            <a:prstGeom prst="rect">
              <a:avLst/>
            </a:prstGeom>
            <a:noFill/>
            <a:ln>
              <a:noFill/>
            </a:ln>
          </p:spPr>
        </p:pic>
        <p:cxnSp>
          <p:nvCxnSpPr>
            <p:cNvPr id="1428" name="Google Shape;1428;p65"/>
            <p:cNvCxnSpPr/>
            <p:nvPr/>
          </p:nvCxnSpPr>
          <p:spPr>
            <a:xfrm>
              <a:off x="6382138" y="2395112"/>
              <a:ext cx="2274182" cy="0"/>
            </a:xfrm>
            <a:prstGeom prst="straightConnector1">
              <a:avLst/>
            </a:prstGeom>
            <a:noFill/>
            <a:ln cap="flat" cmpd="sng" w="28575">
              <a:solidFill>
                <a:srgbClr val="002060"/>
              </a:solidFill>
              <a:prstDash val="solid"/>
              <a:miter lim="800000"/>
              <a:headEnd len="sm" w="sm" type="none"/>
              <a:tailEnd len="sm" w="sm" type="none"/>
            </a:ln>
          </p:spPr>
        </p:cxnSp>
        <p:cxnSp>
          <p:nvCxnSpPr>
            <p:cNvPr id="1429" name="Google Shape;1429;p65"/>
            <p:cNvCxnSpPr/>
            <p:nvPr/>
          </p:nvCxnSpPr>
          <p:spPr>
            <a:xfrm>
              <a:off x="8656320" y="2395112"/>
              <a:ext cx="0" cy="831006"/>
            </a:xfrm>
            <a:prstGeom prst="straightConnector1">
              <a:avLst/>
            </a:prstGeom>
            <a:noFill/>
            <a:ln cap="flat" cmpd="sng" w="28575">
              <a:solidFill>
                <a:srgbClr val="002060"/>
              </a:solidFill>
              <a:prstDash val="solid"/>
              <a:miter lim="800000"/>
              <a:headEnd len="sm" w="sm" type="none"/>
              <a:tailEnd len="med" w="med" type="triangle"/>
            </a:ln>
          </p:spPr>
        </p:cxnSp>
        <p:sp>
          <p:nvSpPr>
            <p:cNvPr id="1430" name="Google Shape;1430;p65"/>
            <p:cNvSpPr txBox="1"/>
            <p:nvPr/>
          </p:nvSpPr>
          <p:spPr>
            <a:xfrm>
              <a:off x="6382138" y="5779385"/>
              <a:ext cx="508810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New Roman"/>
                <a:buNone/>
              </a:pPr>
              <a:r>
                <a:rPr b="0" i="0" lang="es-BO" sz="2000" u="none" cap="none" strike="noStrike">
                  <a:solidFill>
                    <a:srgbClr val="FF0000"/>
                  </a:solidFill>
                  <a:latin typeface="Times New Roman"/>
                  <a:ea typeface="Times New Roman"/>
                  <a:cs typeface="Times New Roman"/>
                  <a:sym typeface="Times New Roman"/>
                </a:rPr>
                <a:t>Nota: </a:t>
              </a:r>
              <a:r>
                <a:rPr b="0" i="0" lang="es-BO" sz="2000" u="none" cap="none" strike="noStrike">
                  <a:solidFill>
                    <a:srgbClr val="000000"/>
                  </a:solidFill>
                  <a:latin typeface="Times New Roman"/>
                  <a:ea typeface="Times New Roman"/>
                  <a:cs typeface="Times New Roman"/>
                  <a:sym typeface="Times New Roman"/>
                </a:rPr>
                <a:t>este esquema es únicamente conceptual-referencial </a:t>
              </a:r>
              <a:endParaRPr/>
            </a:p>
          </p:txBody>
        </p:sp>
        <p:sp>
          <p:nvSpPr>
            <p:cNvPr id="1431" name="Google Shape;1431;p65"/>
            <p:cNvSpPr txBox="1"/>
            <p:nvPr/>
          </p:nvSpPr>
          <p:spPr>
            <a:xfrm>
              <a:off x="7921177" y="5027235"/>
              <a:ext cx="201002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imes New Roman"/>
                <a:buNone/>
              </a:pPr>
              <a:r>
                <a:rPr b="0" i="0" lang="es-BO" sz="1400" u="none" cap="none" strike="noStrike">
                  <a:solidFill>
                    <a:srgbClr val="000000"/>
                  </a:solidFill>
                  <a:latin typeface="Times New Roman"/>
                  <a:ea typeface="Times New Roman"/>
                  <a:cs typeface="Times New Roman"/>
                  <a:sym typeface="Times New Roman"/>
                </a:rPr>
                <a:t>Cable encoder</a:t>
              </a:r>
              <a:endParaRPr/>
            </a:p>
          </p:txBody>
        </p:sp>
      </p:grpSp>
      <p:sp>
        <p:nvSpPr>
          <p:cNvPr id="1432" name="Google Shape;1432;p65"/>
          <p:cNvSpPr txBox="1"/>
          <p:nvPr/>
        </p:nvSpPr>
        <p:spPr>
          <a:xfrm>
            <a:off x="1267548" y="5738707"/>
            <a:ext cx="449858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Motor AC con un encoder absoluto que permite saber la posición angular del eje del motor exacta sin ambigüedades.</a:t>
            </a:r>
            <a:endParaRPr/>
          </a:p>
        </p:txBody>
      </p:sp>
      <p:sp>
        <p:nvSpPr>
          <p:cNvPr id="1433" name="Google Shape;1433;p65"/>
          <p:cNvSpPr/>
          <p:nvPr/>
        </p:nvSpPr>
        <p:spPr>
          <a:xfrm>
            <a:off x="9020034" y="897753"/>
            <a:ext cx="1916556" cy="1123712"/>
          </a:xfrm>
          <a:prstGeom prst="round2DiagRect">
            <a:avLst>
              <a:gd fmla="val 16667" name="adj1"/>
              <a:gd fmla="val 0" name="adj2"/>
            </a:avLst>
          </a:prstGeom>
          <a:noFill/>
          <a:ln cap="flat" cmpd="sng" w="19050">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Se encuentra en al unidad de transporte</a:t>
            </a:r>
            <a:endParaRPr/>
          </a:p>
        </p:txBody>
      </p:sp>
      <p:sp>
        <p:nvSpPr>
          <p:cNvPr id="1434" name="Google Shape;1434;p65"/>
          <p:cNvSpPr txBox="1"/>
          <p:nvPr>
            <p:ph type="title"/>
          </p:nvPr>
        </p:nvSpPr>
        <p:spPr>
          <a:xfrm>
            <a:off x="927370" y="674166"/>
            <a:ext cx="3932237" cy="5302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sz="2200">
                <a:solidFill>
                  <a:srgbClr val="002060"/>
                </a:solidFill>
              </a:rPr>
              <a:t>ACTUADORES</a:t>
            </a:r>
            <a:endParaRPr>
              <a:solidFill>
                <a:srgbClr val="002060"/>
              </a:solidFill>
            </a:endParaRPr>
          </a:p>
        </p:txBody>
      </p:sp>
      <p:sp>
        <p:nvSpPr>
          <p:cNvPr id="1435" name="Google Shape;1435;p65"/>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SISTEMA DE PROCESAMIENTO - ETN-902 ETN-1034 INGENIERIA ELECTRONICA 2022</a:t>
            </a:r>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4"/>
                                        </p:tgtEl>
                                        <p:attrNameLst>
                                          <p:attrName>style.visibility</p:attrName>
                                        </p:attrNameLst>
                                      </p:cBhvr>
                                      <p:to>
                                        <p:strVal val="visible"/>
                                      </p:to>
                                    </p:set>
                                    <p:animEffect filter="fade" transition="in">
                                      <p:cBhvr>
                                        <p:cTn dur="1000"/>
                                        <p:tgtEl>
                                          <p:spTgt spid="1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7"/>
                                        </p:tgtEl>
                                        <p:attrNameLst>
                                          <p:attrName>style.visibility</p:attrName>
                                        </p:attrNameLst>
                                      </p:cBhvr>
                                      <p:to>
                                        <p:strVal val="visible"/>
                                      </p:to>
                                    </p:set>
                                    <p:animEffect filter="fade" transition="in">
                                      <p:cBhvr>
                                        <p:cTn dur="1000"/>
                                        <p:tgtEl>
                                          <p:spTgt spid="14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33"/>
                                        </p:tgtEl>
                                        <p:attrNameLst>
                                          <p:attrName>style.visibility</p:attrName>
                                        </p:attrNameLst>
                                      </p:cBhvr>
                                      <p:to>
                                        <p:strVal val="visible"/>
                                      </p:to>
                                    </p:set>
                                    <p:animEffect filter="fade" transition="in">
                                      <p:cBhvr>
                                        <p:cTn dur="1000"/>
                                        <p:tgtEl>
                                          <p:spTgt spid="143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24"/>
                                        </p:tgtEl>
                                        <p:attrNameLst>
                                          <p:attrName>style.visibility</p:attrName>
                                        </p:attrNameLst>
                                      </p:cBhvr>
                                      <p:to>
                                        <p:strVal val="visible"/>
                                      </p:to>
                                    </p:set>
                                    <p:animEffect filter="fade" transition="in">
                                      <p:cBhvr>
                                        <p:cTn dur="500"/>
                                        <p:tgtEl>
                                          <p:spTgt spid="1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6"/>
                                        </p:tgtEl>
                                        <p:attrNameLst>
                                          <p:attrName>style.visibility</p:attrName>
                                        </p:attrNameLst>
                                      </p:cBhvr>
                                      <p:to>
                                        <p:strVal val="visible"/>
                                      </p:to>
                                    </p:set>
                                    <p:animEffect filter="fade" transition="in">
                                      <p:cBhvr>
                                        <p:cTn dur="500"/>
                                        <p:tgtEl>
                                          <p:spTgt spid="14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25"/>
                                        </p:tgtEl>
                                        <p:attrNameLst>
                                          <p:attrName>style.visibility</p:attrName>
                                        </p:attrNameLst>
                                      </p:cBhvr>
                                      <p:to>
                                        <p:strVal val="visible"/>
                                      </p:to>
                                    </p:set>
                                    <p:animEffect filter="fade" transition="in">
                                      <p:cBhvr>
                                        <p:cTn dur="500"/>
                                        <p:tgtEl>
                                          <p:spTgt spid="14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32"/>
                                        </p:tgtEl>
                                        <p:attrNameLst>
                                          <p:attrName>style.visibility</p:attrName>
                                        </p:attrNameLst>
                                      </p:cBhvr>
                                      <p:to>
                                        <p:strVal val="visible"/>
                                      </p:to>
                                    </p:set>
                                    <p:animEffect filter="fade" transition="in">
                                      <p:cBhvr>
                                        <p:cTn dur="1000"/>
                                        <p:tgtEl>
                                          <p:spTgt spid="1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grpSp>
        <p:nvGrpSpPr>
          <p:cNvPr id="1441" name="Google Shape;1441;p66"/>
          <p:cNvGrpSpPr/>
          <p:nvPr/>
        </p:nvGrpSpPr>
        <p:grpSpPr>
          <a:xfrm>
            <a:off x="4867433" y="1880861"/>
            <a:ext cx="2278995" cy="1883288"/>
            <a:chOff x="3957339" y="1906303"/>
            <a:chExt cx="1259005" cy="1259299"/>
          </a:xfrm>
        </p:grpSpPr>
        <p:sp>
          <p:nvSpPr>
            <p:cNvPr id="1442" name="Google Shape;1442;p66"/>
            <p:cNvSpPr/>
            <p:nvPr/>
          </p:nvSpPr>
          <p:spPr>
            <a:xfrm>
              <a:off x="3999288" y="1948546"/>
              <a:ext cx="1175132" cy="1174814"/>
            </a:xfrm>
            <a:custGeom>
              <a:rect b="b" l="l" r="r" t="t"/>
              <a:pathLst>
                <a:path extrusionOk="0" h="48030" w="48043">
                  <a:moveTo>
                    <a:pt x="24027" y="0"/>
                  </a:moveTo>
                  <a:cubicBezTo>
                    <a:pt x="10752" y="0"/>
                    <a:pt x="0" y="10751"/>
                    <a:pt x="0" y="24015"/>
                  </a:cubicBezTo>
                  <a:cubicBezTo>
                    <a:pt x="0" y="37279"/>
                    <a:pt x="10752" y="48030"/>
                    <a:pt x="24027" y="48030"/>
                  </a:cubicBezTo>
                  <a:cubicBezTo>
                    <a:pt x="37291" y="48030"/>
                    <a:pt x="48042" y="37279"/>
                    <a:pt x="48042" y="24015"/>
                  </a:cubicBezTo>
                  <a:cubicBezTo>
                    <a:pt x="48042" y="10751"/>
                    <a:pt x="37291" y="0"/>
                    <a:pt x="24027" y="0"/>
                  </a:cubicBezTo>
                  <a:close/>
                </a:path>
              </a:pathLst>
            </a:custGeom>
            <a:solidFill>
              <a:srgbClr val="869FB2"/>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Times New Roman"/>
                <a:buNone/>
              </a:pPr>
              <a:r>
                <a:rPr b="0" i="0" lang="es-BO" sz="2200" u="none" cap="none" strike="noStrike">
                  <a:solidFill>
                    <a:srgbClr val="FFFFFF"/>
                  </a:solidFill>
                  <a:latin typeface="Times New Roman"/>
                  <a:ea typeface="Times New Roman"/>
                  <a:cs typeface="Times New Roman"/>
                  <a:sym typeface="Times New Roman"/>
                </a:rPr>
                <a:t>Adaptación de señales</a:t>
              </a:r>
              <a:endParaRPr b="0" i="0" sz="2200" u="none" cap="none" strike="noStrike">
                <a:solidFill>
                  <a:srgbClr val="000000"/>
                </a:solidFill>
                <a:latin typeface="Times New Roman"/>
                <a:ea typeface="Times New Roman"/>
                <a:cs typeface="Times New Roman"/>
                <a:sym typeface="Times New Roman"/>
              </a:endParaRPr>
            </a:p>
          </p:txBody>
        </p:sp>
        <p:sp>
          <p:nvSpPr>
            <p:cNvPr id="1443" name="Google Shape;1443;p66"/>
            <p:cNvSpPr/>
            <p:nvPr/>
          </p:nvSpPr>
          <p:spPr>
            <a:xfrm>
              <a:off x="3957339" y="1906303"/>
              <a:ext cx="1259005" cy="1259299"/>
            </a:xfrm>
            <a:custGeom>
              <a:rect b="b" l="l" r="r" t="t"/>
              <a:pathLst>
                <a:path extrusionOk="0" h="51484" w="51472">
                  <a:moveTo>
                    <a:pt x="25742" y="929"/>
                  </a:moveTo>
                  <a:cubicBezTo>
                    <a:pt x="39423" y="929"/>
                    <a:pt x="50555" y="12062"/>
                    <a:pt x="50555" y="25742"/>
                  </a:cubicBezTo>
                  <a:cubicBezTo>
                    <a:pt x="50555" y="39422"/>
                    <a:pt x="39423" y="50555"/>
                    <a:pt x="25742" y="50555"/>
                  </a:cubicBezTo>
                  <a:cubicBezTo>
                    <a:pt x="12050" y="50555"/>
                    <a:pt x="918" y="39422"/>
                    <a:pt x="918" y="25742"/>
                  </a:cubicBezTo>
                  <a:cubicBezTo>
                    <a:pt x="918" y="12062"/>
                    <a:pt x="12050" y="929"/>
                    <a:pt x="25742" y="929"/>
                  </a:cubicBezTo>
                  <a:close/>
                  <a:moveTo>
                    <a:pt x="25742" y="1"/>
                  </a:moveTo>
                  <a:cubicBezTo>
                    <a:pt x="11550" y="1"/>
                    <a:pt x="1" y="11550"/>
                    <a:pt x="1" y="25742"/>
                  </a:cubicBezTo>
                  <a:cubicBezTo>
                    <a:pt x="1" y="39934"/>
                    <a:pt x="11550" y="51483"/>
                    <a:pt x="25742" y="51483"/>
                  </a:cubicBezTo>
                  <a:cubicBezTo>
                    <a:pt x="39935" y="51483"/>
                    <a:pt x="51472" y="39934"/>
                    <a:pt x="51472" y="25742"/>
                  </a:cubicBezTo>
                  <a:cubicBezTo>
                    <a:pt x="51472" y="11550"/>
                    <a:pt x="39935" y="1"/>
                    <a:pt x="25742" y="1"/>
                  </a:cubicBezTo>
                  <a:close/>
                </a:path>
              </a:pathLst>
            </a:custGeom>
            <a:solidFill>
              <a:srgbClr val="869FB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grpSp>
      <p:grpSp>
        <p:nvGrpSpPr>
          <p:cNvPr id="1444" name="Google Shape;1444;p66"/>
          <p:cNvGrpSpPr/>
          <p:nvPr/>
        </p:nvGrpSpPr>
        <p:grpSpPr>
          <a:xfrm>
            <a:off x="6940179" y="3217162"/>
            <a:ext cx="4737951" cy="3141054"/>
            <a:chOff x="6940179" y="3217162"/>
            <a:chExt cx="4737951" cy="3141054"/>
          </a:xfrm>
        </p:grpSpPr>
        <p:grpSp>
          <p:nvGrpSpPr>
            <p:cNvPr id="1445" name="Google Shape;1445;p66"/>
            <p:cNvGrpSpPr/>
            <p:nvPr/>
          </p:nvGrpSpPr>
          <p:grpSpPr>
            <a:xfrm>
              <a:off x="6940179" y="3217162"/>
              <a:ext cx="2578253" cy="2548235"/>
              <a:chOff x="4439882" y="2524809"/>
              <a:chExt cx="1933689" cy="1911175"/>
            </a:xfrm>
          </p:grpSpPr>
          <p:sp>
            <p:nvSpPr>
              <p:cNvPr id="1446" name="Google Shape;1446;p66"/>
              <p:cNvSpPr/>
              <p:nvPr/>
            </p:nvSpPr>
            <p:spPr>
              <a:xfrm>
                <a:off x="5301088" y="3436443"/>
                <a:ext cx="1010589" cy="999541"/>
              </a:xfrm>
              <a:custGeom>
                <a:rect b="b" l="l" r="r" t="t"/>
                <a:pathLst>
                  <a:path extrusionOk="0" h="34981" w="41316">
                    <a:moveTo>
                      <a:pt x="16288" y="274"/>
                    </a:moveTo>
                    <a:lnTo>
                      <a:pt x="16145" y="1179"/>
                    </a:lnTo>
                    <a:cubicBezTo>
                      <a:pt x="16884" y="1298"/>
                      <a:pt x="17646" y="1429"/>
                      <a:pt x="18396" y="1595"/>
                    </a:cubicBezTo>
                    <a:lnTo>
                      <a:pt x="18586" y="691"/>
                    </a:lnTo>
                    <a:cubicBezTo>
                      <a:pt x="17824" y="524"/>
                      <a:pt x="17050" y="381"/>
                      <a:pt x="16288" y="274"/>
                    </a:cubicBezTo>
                    <a:close/>
                    <a:moveTo>
                      <a:pt x="12931" y="0"/>
                    </a:moveTo>
                    <a:lnTo>
                      <a:pt x="12823" y="83"/>
                    </a:lnTo>
                    <a:cubicBezTo>
                      <a:pt x="12407" y="381"/>
                      <a:pt x="12002" y="691"/>
                      <a:pt x="11609" y="1000"/>
                    </a:cubicBezTo>
                    <a:lnTo>
                      <a:pt x="12181" y="1715"/>
                    </a:lnTo>
                    <a:cubicBezTo>
                      <a:pt x="12526" y="1453"/>
                      <a:pt x="12883" y="1179"/>
                      <a:pt x="13240" y="929"/>
                    </a:cubicBezTo>
                    <a:cubicBezTo>
                      <a:pt x="13371" y="929"/>
                      <a:pt x="13585" y="929"/>
                      <a:pt x="13883" y="953"/>
                    </a:cubicBezTo>
                    <a:lnTo>
                      <a:pt x="13943" y="24"/>
                    </a:lnTo>
                    <a:cubicBezTo>
                      <a:pt x="13514" y="0"/>
                      <a:pt x="13228" y="0"/>
                      <a:pt x="13121" y="0"/>
                    </a:cubicBezTo>
                    <a:close/>
                    <a:moveTo>
                      <a:pt x="20860" y="1286"/>
                    </a:moveTo>
                    <a:lnTo>
                      <a:pt x="20598" y="2179"/>
                    </a:lnTo>
                    <a:cubicBezTo>
                      <a:pt x="21325" y="2393"/>
                      <a:pt x="22051" y="2643"/>
                      <a:pt x="22753" y="2905"/>
                    </a:cubicBezTo>
                    <a:lnTo>
                      <a:pt x="23075" y="2048"/>
                    </a:lnTo>
                    <a:cubicBezTo>
                      <a:pt x="22348" y="1762"/>
                      <a:pt x="21610" y="1512"/>
                      <a:pt x="20860" y="1286"/>
                    </a:cubicBezTo>
                    <a:close/>
                    <a:moveTo>
                      <a:pt x="9835" y="2524"/>
                    </a:moveTo>
                    <a:cubicBezTo>
                      <a:pt x="9264" y="3060"/>
                      <a:pt x="8716" y="3620"/>
                      <a:pt x="8192" y="4203"/>
                    </a:cubicBezTo>
                    <a:lnTo>
                      <a:pt x="8871" y="4822"/>
                    </a:lnTo>
                    <a:cubicBezTo>
                      <a:pt x="9383" y="4262"/>
                      <a:pt x="9918" y="3715"/>
                      <a:pt x="10466" y="3203"/>
                    </a:cubicBezTo>
                    <a:lnTo>
                      <a:pt x="9835" y="2524"/>
                    </a:lnTo>
                    <a:close/>
                    <a:moveTo>
                      <a:pt x="25242" y="2965"/>
                    </a:moveTo>
                    <a:lnTo>
                      <a:pt x="24837" y="3798"/>
                    </a:lnTo>
                    <a:cubicBezTo>
                      <a:pt x="25527" y="4120"/>
                      <a:pt x="26206" y="4477"/>
                      <a:pt x="26861" y="4846"/>
                    </a:cubicBezTo>
                    <a:lnTo>
                      <a:pt x="27313" y="4048"/>
                    </a:lnTo>
                    <a:cubicBezTo>
                      <a:pt x="26647" y="3655"/>
                      <a:pt x="25944" y="3298"/>
                      <a:pt x="25242" y="2965"/>
                    </a:cubicBezTo>
                    <a:close/>
                    <a:moveTo>
                      <a:pt x="29302" y="5286"/>
                    </a:moveTo>
                    <a:lnTo>
                      <a:pt x="28790" y="6048"/>
                    </a:lnTo>
                    <a:cubicBezTo>
                      <a:pt x="29409" y="6477"/>
                      <a:pt x="30028" y="6929"/>
                      <a:pt x="30611" y="7394"/>
                    </a:cubicBezTo>
                    <a:lnTo>
                      <a:pt x="31195" y="6679"/>
                    </a:lnTo>
                    <a:cubicBezTo>
                      <a:pt x="30588" y="6191"/>
                      <a:pt x="29957" y="5727"/>
                      <a:pt x="29302" y="5286"/>
                    </a:cubicBezTo>
                    <a:close/>
                    <a:moveTo>
                      <a:pt x="6692" y="6001"/>
                    </a:moveTo>
                    <a:cubicBezTo>
                      <a:pt x="6216" y="6620"/>
                      <a:pt x="5763" y="7263"/>
                      <a:pt x="5346" y="7918"/>
                    </a:cubicBezTo>
                    <a:lnTo>
                      <a:pt x="6120" y="8418"/>
                    </a:lnTo>
                    <a:cubicBezTo>
                      <a:pt x="6525" y="7787"/>
                      <a:pt x="6966" y="7156"/>
                      <a:pt x="7418" y="6560"/>
                    </a:cubicBezTo>
                    <a:lnTo>
                      <a:pt x="6692" y="6001"/>
                    </a:lnTo>
                    <a:close/>
                    <a:moveTo>
                      <a:pt x="32957" y="8227"/>
                    </a:moveTo>
                    <a:lnTo>
                      <a:pt x="32314" y="8894"/>
                    </a:lnTo>
                    <a:cubicBezTo>
                      <a:pt x="32862" y="9418"/>
                      <a:pt x="33386" y="9966"/>
                      <a:pt x="33898" y="10525"/>
                    </a:cubicBezTo>
                    <a:lnTo>
                      <a:pt x="34588" y="9918"/>
                    </a:lnTo>
                    <a:cubicBezTo>
                      <a:pt x="34064" y="9335"/>
                      <a:pt x="33517" y="8763"/>
                      <a:pt x="32957" y="8227"/>
                    </a:cubicBezTo>
                    <a:close/>
                    <a:moveTo>
                      <a:pt x="4156" y="9942"/>
                    </a:moveTo>
                    <a:cubicBezTo>
                      <a:pt x="3787" y="10620"/>
                      <a:pt x="3441" y="11335"/>
                      <a:pt x="3132" y="12049"/>
                    </a:cubicBezTo>
                    <a:lnTo>
                      <a:pt x="3977" y="12418"/>
                    </a:lnTo>
                    <a:cubicBezTo>
                      <a:pt x="4275" y="11728"/>
                      <a:pt x="4620" y="11037"/>
                      <a:pt x="4965" y="10382"/>
                    </a:cubicBezTo>
                    <a:lnTo>
                      <a:pt x="4156" y="9942"/>
                    </a:lnTo>
                    <a:close/>
                    <a:moveTo>
                      <a:pt x="36076" y="11716"/>
                    </a:moveTo>
                    <a:lnTo>
                      <a:pt x="35338" y="12275"/>
                    </a:lnTo>
                    <a:cubicBezTo>
                      <a:pt x="35791" y="12871"/>
                      <a:pt x="36219" y="13502"/>
                      <a:pt x="36636" y="14145"/>
                    </a:cubicBezTo>
                    <a:lnTo>
                      <a:pt x="37410" y="13645"/>
                    </a:lnTo>
                    <a:cubicBezTo>
                      <a:pt x="36993" y="12978"/>
                      <a:pt x="36541" y="12335"/>
                      <a:pt x="36076" y="11716"/>
                    </a:cubicBezTo>
                    <a:close/>
                    <a:moveTo>
                      <a:pt x="2263" y="14228"/>
                    </a:moveTo>
                    <a:cubicBezTo>
                      <a:pt x="2001" y="14942"/>
                      <a:pt x="1751" y="15692"/>
                      <a:pt x="1536" y="16454"/>
                    </a:cubicBezTo>
                    <a:lnTo>
                      <a:pt x="2429" y="16704"/>
                    </a:lnTo>
                    <a:cubicBezTo>
                      <a:pt x="2644" y="15966"/>
                      <a:pt x="2870" y="15240"/>
                      <a:pt x="3132" y="14538"/>
                    </a:cubicBezTo>
                    <a:lnTo>
                      <a:pt x="2263" y="14228"/>
                    </a:lnTo>
                    <a:close/>
                    <a:moveTo>
                      <a:pt x="38601" y="15657"/>
                    </a:moveTo>
                    <a:lnTo>
                      <a:pt x="37791" y="16097"/>
                    </a:lnTo>
                    <a:cubicBezTo>
                      <a:pt x="38148" y="16752"/>
                      <a:pt x="38493" y="17431"/>
                      <a:pt x="38803" y="18133"/>
                    </a:cubicBezTo>
                    <a:lnTo>
                      <a:pt x="39648" y="17740"/>
                    </a:lnTo>
                    <a:cubicBezTo>
                      <a:pt x="39315" y="17038"/>
                      <a:pt x="38970" y="16323"/>
                      <a:pt x="38601" y="15657"/>
                    </a:cubicBezTo>
                    <a:close/>
                    <a:moveTo>
                      <a:pt x="965" y="18717"/>
                    </a:moveTo>
                    <a:cubicBezTo>
                      <a:pt x="810" y="19467"/>
                      <a:pt x="655" y="20241"/>
                      <a:pt x="536" y="21015"/>
                    </a:cubicBezTo>
                    <a:lnTo>
                      <a:pt x="1453" y="21157"/>
                    </a:lnTo>
                    <a:cubicBezTo>
                      <a:pt x="1572" y="20395"/>
                      <a:pt x="1715" y="19645"/>
                      <a:pt x="1870" y="18919"/>
                    </a:cubicBezTo>
                    <a:lnTo>
                      <a:pt x="965" y="18717"/>
                    </a:lnTo>
                    <a:close/>
                    <a:moveTo>
                      <a:pt x="40553" y="19895"/>
                    </a:moveTo>
                    <a:lnTo>
                      <a:pt x="39684" y="20229"/>
                    </a:lnTo>
                    <a:cubicBezTo>
                      <a:pt x="39946" y="20931"/>
                      <a:pt x="40208" y="21646"/>
                      <a:pt x="40434" y="22384"/>
                    </a:cubicBezTo>
                    <a:lnTo>
                      <a:pt x="41315" y="22110"/>
                    </a:lnTo>
                    <a:cubicBezTo>
                      <a:pt x="41077" y="21360"/>
                      <a:pt x="40815" y="20610"/>
                      <a:pt x="40553" y="19895"/>
                    </a:cubicBezTo>
                    <a:close/>
                    <a:moveTo>
                      <a:pt x="239" y="23324"/>
                    </a:moveTo>
                    <a:cubicBezTo>
                      <a:pt x="155" y="24098"/>
                      <a:pt x="96" y="24872"/>
                      <a:pt x="60" y="25658"/>
                    </a:cubicBezTo>
                    <a:lnTo>
                      <a:pt x="977" y="25706"/>
                    </a:lnTo>
                    <a:cubicBezTo>
                      <a:pt x="1012" y="24944"/>
                      <a:pt x="1072" y="24170"/>
                      <a:pt x="1155" y="23420"/>
                    </a:cubicBezTo>
                    <a:lnTo>
                      <a:pt x="239" y="23324"/>
                    </a:lnTo>
                    <a:close/>
                    <a:moveTo>
                      <a:pt x="0" y="27992"/>
                    </a:moveTo>
                    <a:cubicBezTo>
                      <a:pt x="0" y="28765"/>
                      <a:pt x="12" y="29551"/>
                      <a:pt x="60" y="30325"/>
                    </a:cubicBezTo>
                    <a:lnTo>
                      <a:pt x="977" y="30278"/>
                    </a:lnTo>
                    <a:cubicBezTo>
                      <a:pt x="941" y="29516"/>
                      <a:pt x="917" y="28754"/>
                      <a:pt x="917" y="27992"/>
                    </a:cubicBezTo>
                    <a:close/>
                    <a:moveTo>
                      <a:pt x="1155" y="32552"/>
                    </a:moveTo>
                    <a:lnTo>
                      <a:pt x="239" y="32647"/>
                    </a:lnTo>
                    <a:cubicBezTo>
                      <a:pt x="381" y="34099"/>
                      <a:pt x="548" y="34945"/>
                      <a:pt x="560" y="34981"/>
                    </a:cubicBezTo>
                    <a:lnTo>
                      <a:pt x="1465" y="34802"/>
                    </a:lnTo>
                    <a:cubicBezTo>
                      <a:pt x="1465" y="34790"/>
                      <a:pt x="1298" y="33957"/>
                      <a:pt x="1155" y="32552"/>
                    </a:cubicBezTo>
                    <a:close/>
                  </a:path>
                </a:pathLst>
              </a:custGeom>
              <a:solidFill>
                <a:srgbClr val="FCBD24"/>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47" name="Google Shape;1447;p66"/>
              <p:cNvSpPr/>
              <p:nvPr/>
            </p:nvSpPr>
            <p:spPr>
              <a:xfrm>
                <a:off x="5039443" y="2975852"/>
                <a:ext cx="1095343" cy="971169"/>
              </a:xfrm>
              <a:custGeom>
                <a:rect b="b" l="l" r="r" t="t"/>
                <a:pathLst>
                  <a:path extrusionOk="0" h="33089" w="33101">
                    <a:moveTo>
                      <a:pt x="16550" y="1"/>
                    </a:moveTo>
                    <a:cubicBezTo>
                      <a:pt x="7418" y="1"/>
                      <a:pt x="1" y="7406"/>
                      <a:pt x="1" y="16538"/>
                    </a:cubicBezTo>
                    <a:cubicBezTo>
                      <a:pt x="1" y="25682"/>
                      <a:pt x="7418" y="33088"/>
                      <a:pt x="16550" y="33088"/>
                    </a:cubicBezTo>
                    <a:cubicBezTo>
                      <a:pt x="25694" y="33088"/>
                      <a:pt x="33100" y="25682"/>
                      <a:pt x="33100" y="16538"/>
                    </a:cubicBezTo>
                    <a:cubicBezTo>
                      <a:pt x="33100" y="7406"/>
                      <a:pt x="25694" y="1"/>
                      <a:pt x="16550" y="1"/>
                    </a:cubicBezTo>
                    <a:close/>
                  </a:path>
                </a:pathLst>
              </a:cu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Times New Roman"/>
                  <a:buNone/>
                </a:pPr>
                <a:r>
                  <a:rPr b="0" i="0" lang="es-BO" sz="2000" u="none" cap="none" strike="noStrike">
                    <a:solidFill>
                      <a:srgbClr val="FFFFFF"/>
                    </a:solidFill>
                    <a:latin typeface="Times New Roman"/>
                    <a:ea typeface="Times New Roman"/>
                    <a:cs typeface="Times New Roman"/>
                    <a:sym typeface="Times New Roman"/>
                  </a:rPr>
                  <a:t>Diagrama de conexiones</a:t>
                </a:r>
                <a:endParaRPr b="0" i="0" sz="2000" u="none" cap="none" strike="noStrike">
                  <a:solidFill>
                    <a:srgbClr val="000000"/>
                  </a:solidFill>
                  <a:latin typeface="Times New Roman"/>
                  <a:ea typeface="Times New Roman"/>
                  <a:cs typeface="Times New Roman"/>
                  <a:sym typeface="Times New Roman"/>
                </a:endParaRPr>
              </a:p>
            </p:txBody>
          </p:sp>
          <p:sp>
            <p:nvSpPr>
              <p:cNvPr id="1448" name="Google Shape;1448;p66"/>
              <p:cNvSpPr/>
              <p:nvPr/>
            </p:nvSpPr>
            <p:spPr>
              <a:xfrm rot="-8077989">
                <a:off x="5118172" y="2806577"/>
                <a:ext cx="1133311" cy="816815"/>
              </a:xfrm>
              <a:custGeom>
                <a:rect b="b" l="l" r="r" t="t"/>
                <a:pathLst>
                  <a:path extrusionOk="0" h="19170" w="26981">
                    <a:moveTo>
                      <a:pt x="26528" y="0"/>
                    </a:moveTo>
                    <a:cubicBezTo>
                      <a:pt x="26278" y="0"/>
                      <a:pt x="26076" y="203"/>
                      <a:pt x="26076" y="453"/>
                    </a:cubicBezTo>
                    <a:lnTo>
                      <a:pt x="26076" y="512"/>
                    </a:lnTo>
                    <a:cubicBezTo>
                      <a:pt x="26076" y="10299"/>
                      <a:pt x="18110" y="18265"/>
                      <a:pt x="8323" y="18265"/>
                    </a:cubicBezTo>
                    <a:cubicBezTo>
                      <a:pt x="5656" y="18265"/>
                      <a:pt x="3097" y="17693"/>
                      <a:pt x="715" y="16550"/>
                    </a:cubicBezTo>
                    <a:cubicBezTo>
                      <a:pt x="652" y="16520"/>
                      <a:pt x="586" y="16506"/>
                      <a:pt x="520" y="16506"/>
                    </a:cubicBezTo>
                    <a:cubicBezTo>
                      <a:pt x="350" y="16506"/>
                      <a:pt x="185" y="16601"/>
                      <a:pt x="108" y="16764"/>
                    </a:cubicBezTo>
                    <a:cubicBezTo>
                      <a:pt x="1" y="16991"/>
                      <a:pt x="96" y="17264"/>
                      <a:pt x="322" y="17372"/>
                    </a:cubicBezTo>
                    <a:cubicBezTo>
                      <a:pt x="2835" y="18562"/>
                      <a:pt x="5525" y="19169"/>
                      <a:pt x="8323" y="19169"/>
                    </a:cubicBezTo>
                    <a:cubicBezTo>
                      <a:pt x="18610" y="19169"/>
                      <a:pt x="26981" y="10799"/>
                      <a:pt x="26981" y="512"/>
                    </a:cubicBezTo>
                    <a:lnTo>
                      <a:pt x="26981" y="453"/>
                    </a:lnTo>
                    <a:cubicBezTo>
                      <a:pt x="26981" y="203"/>
                      <a:pt x="26778" y="0"/>
                      <a:pt x="26528" y="0"/>
                    </a:cubicBezTo>
                    <a:close/>
                  </a:path>
                </a:pathLst>
              </a:cu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49" name="Google Shape;1449;p66"/>
              <p:cNvSpPr/>
              <p:nvPr/>
            </p:nvSpPr>
            <p:spPr>
              <a:xfrm>
                <a:off x="5019711" y="3745173"/>
                <a:ext cx="866669" cy="284158"/>
              </a:xfrm>
              <a:custGeom>
                <a:rect b="b" l="l" r="r" t="t"/>
                <a:pathLst>
                  <a:path extrusionOk="0" h="9788" w="26862">
                    <a:moveTo>
                      <a:pt x="507" y="0"/>
                    </a:moveTo>
                    <a:cubicBezTo>
                      <a:pt x="410" y="0"/>
                      <a:pt x="311" y="32"/>
                      <a:pt x="227" y="96"/>
                    </a:cubicBezTo>
                    <a:cubicBezTo>
                      <a:pt x="48" y="227"/>
                      <a:pt x="1" y="477"/>
                      <a:pt x="108" y="680"/>
                    </a:cubicBezTo>
                    <a:cubicBezTo>
                      <a:pt x="120" y="692"/>
                      <a:pt x="132" y="704"/>
                      <a:pt x="144" y="727"/>
                    </a:cubicBezTo>
                    <a:cubicBezTo>
                      <a:pt x="4517" y="6544"/>
                      <a:pt x="11375" y="9787"/>
                      <a:pt x="18403" y="9787"/>
                    </a:cubicBezTo>
                    <a:cubicBezTo>
                      <a:pt x="21115" y="9787"/>
                      <a:pt x="23851" y="9304"/>
                      <a:pt x="26480" y="8300"/>
                    </a:cubicBezTo>
                    <a:lnTo>
                      <a:pt x="26504" y="8288"/>
                    </a:lnTo>
                    <a:cubicBezTo>
                      <a:pt x="26742" y="8193"/>
                      <a:pt x="26861" y="7943"/>
                      <a:pt x="26766" y="7705"/>
                    </a:cubicBezTo>
                    <a:cubicBezTo>
                      <a:pt x="26702" y="7522"/>
                      <a:pt x="26534" y="7410"/>
                      <a:pt x="26357" y="7410"/>
                    </a:cubicBezTo>
                    <a:cubicBezTo>
                      <a:pt x="26303" y="7410"/>
                      <a:pt x="26248" y="7420"/>
                      <a:pt x="26195" y="7443"/>
                    </a:cubicBezTo>
                    <a:lnTo>
                      <a:pt x="26147" y="7454"/>
                    </a:lnTo>
                    <a:cubicBezTo>
                      <a:pt x="23622" y="8420"/>
                      <a:pt x="20994" y="8884"/>
                      <a:pt x="18388" y="8884"/>
                    </a:cubicBezTo>
                    <a:cubicBezTo>
                      <a:pt x="11643" y="8884"/>
                      <a:pt x="5058" y="5771"/>
                      <a:pt x="858" y="180"/>
                    </a:cubicBezTo>
                    <a:cubicBezTo>
                      <a:pt x="775" y="62"/>
                      <a:pt x="643" y="0"/>
                      <a:pt x="507" y="0"/>
                    </a:cubicBezTo>
                    <a:close/>
                  </a:path>
                </a:pathLst>
              </a:cu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50" name="Google Shape;1450;p66"/>
              <p:cNvSpPr/>
              <p:nvPr/>
            </p:nvSpPr>
            <p:spPr>
              <a:xfrm>
                <a:off x="4439882" y="2603526"/>
                <a:ext cx="621243" cy="675555"/>
              </a:xfrm>
              <a:custGeom>
                <a:rect b="b" l="l" r="r" t="t"/>
                <a:pathLst>
                  <a:path extrusionOk="0" h="57746" w="57996">
                    <a:moveTo>
                      <a:pt x="655" y="0"/>
                    </a:moveTo>
                    <a:lnTo>
                      <a:pt x="0" y="655"/>
                    </a:lnTo>
                    <a:lnTo>
                      <a:pt x="57341" y="57746"/>
                    </a:lnTo>
                    <a:lnTo>
                      <a:pt x="57996" y="57091"/>
                    </a:lnTo>
                    <a:lnTo>
                      <a:pt x="655" y="0"/>
                    </a:lnTo>
                    <a:close/>
                  </a:path>
                </a:pathLst>
              </a:custGeom>
              <a:solidFill>
                <a:srgbClr val="FCBD24"/>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grpSp>
        <p:sp>
          <p:nvSpPr>
            <p:cNvPr id="1451" name="Google Shape;1451;p66"/>
            <p:cNvSpPr/>
            <p:nvPr/>
          </p:nvSpPr>
          <p:spPr>
            <a:xfrm>
              <a:off x="9161383" y="5080505"/>
              <a:ext cx="2516747" cy="556076"/>
            </a:xfrm>
            <a:prstGeom prst="round2DiagRect">
              <a:avLst>
                <a:gd fmla="val 16667" name="adj1"/>
                <a:gd fmla="val 0"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Times New Roman"/>
                <a:buNone/>
              </a:pPr>
              <a:r>
                <a:rPr b="0" i="0" lang="es-BO" sz="1800" u="none" cap="none" strike="noStrike">
                  <a:solidFill>
                    <a:srgbClr val="000000"/>
                  </a:solidFill>
                  <a:latin typeface="Times New Roman"/>
                  <a:ea typeface="Times New Roman"/>
                  <a:cs typeface="Times New Roman"/>
                  <a:sym typeface="Times New Roman"/>
                </a:rPr>
                <a:t>Medición de respuesta de motor de paso</a:t>
              </a:r>
              <a:endParaRPr b="0" i="0" sz="1800" u="none" cap="none" strike="noStrike">
                <a:solidFill>
                  <a:srgbClr val="000000"/>
                </a:solidFill>
                <a:latin typeface="Times New Roman"/>
                <a:ea typeface="Times New Roman"/>
                <a:cs typeface="Times New Roman"/>
                <a:sym typeface="Times New Roman"/>
              </a:endParaRPr>
            </a:p>
          </p:txBody>
        </p:sp>
        <p:sp>
          <p:nvSpPr>
            <p:cNvPr id="1452" name="Google Shape;1452;p66"/>
            <p:cNvSpPr/>
            <p:nvPr/>
          </p:nvSpPr>
          <p:spPr>
            <a:xfrm>
              <a:off x="7903009" y="5802140"/>
              <a:ext cx="2516747" cy="556076"/>
            </a:xfrm>
            <a:prstGeom prst="round2DiagRect">
              <a:avLst>
                <a:gd fmla="val 16667" name="adj1"/>
                <a:gd fmla="val 0"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Times New Roman"/>
                <a:buNone/>
              </a:pPr>
              <a:r>
                <a:rPr b="0" i="0" lang="es-BO" sz="1800" u="none" cap="none" strike="noStrike">
                  <a:solidFill>
                    <a:srgbClr val="000000"/>
                  </a:solidFill>
                  <a:latin typeface="Times New Roman"/>
                  <a:ea typeface="Times New Roman"/>
                  <a:cs typeface="Times New Roman"/>
                  <a:sym typeface="Times New Roman"/>
                </a:rPr>
                <a:t>Medición de respuesta de motor de paso</a:t>
              </a:r>
              <a:endParaRPr b="0" i="0" sz="1800" u="none" cap="none" strike="noStrike">
                <a:solidFill>
                  <a:srgbClr val="000000"/>
                </a:solidFill>
                <a:latin typeface="Times New Roman"/>
                <a:ea typeface="Times New Roman"/>
                <a:cs typeface="Times New Roman"/>
                <a:sym typeface="Times New Roman"/>
              </a:endParaRPr>
            </a:p>
          </p:txBody>
        </p:sp>
      </p:grpSp>
      <p:grpSp>
        <p:nvGrpSpPr>
          <p:cNvPr id="1453" name="Google Shape;1453;p66"/>
          <p:cNvGrpSpPr/>
          <p:nvPr/>
        </p:nvGrpSpPr>
        <p:grpSpPr>
          <a:xfrm>
            <a:off x="821450" y="3607403"/>
            <a:ext cx="4839336" cy="2472775"/>
            <a:chOff x="821449" y="3639674"/>
            <a:chExt cx="5022685" cy="2440504"/>
          </a:xfrm>
        </p:grpSpPr>
        <p:grpSp>
          <p:nvGrpSpPr>
            <p:cNvPr id="1454" name="Google Shape;1454;p66"/>
            <p:cNvGrpSpPr/>
            <p:nvPr/>
          </p:nvGrpSpPr>
          <p:grpSpPr>
            <a:xfrm>
              <a:off x="2677665" y="3639674"/>
              <a:ext cx="3166469" cy="2190590"/>
              <a:chOff x="2440294" y="2952764"/>
              <a:chExt cx="1864896" cy="1488491"/>
            </a:xfrm>
          </p:grpSpPr>
          <p:sp>
            <p:nvSpPr>
              <p:cNvPr id="1455" name="Google Shape;1455;p66"/>
              <p:cNvSpPr/>
              <p:nvPr/>
            </p:nvSpPr>
            <p:spPr>
              <a:xfrm>
                <a:off x="3452651" y="2952764"/>
                <a:ext cx="781117" cy="723052"/>
              </a:xfrm>
              <a:custGeom>
                <a:rect b="b" l="l" r="r" t="t"/>
                <a:pathLst>
                  <a:path extrusionOk="0" h="60448" w="64747">
                    <a:moveTo>
                      <a:pt x="64116" y="0"/>
                    </a:moveTo>
                    <a:lnTo>
                      <a:pt x="0" y="59769"/>
                    </a:lnTo>
                    <a:lnTo>
                      <a:pt x="631" y="60448"/>
                    </a:lnTo>
                    <a:lnTo>
                      <a:pt x="64747" y="679"/>
                    </a:lnTo>
                    <a:lnTo>
                      <a:pt x="64116" y="0"/>
                    </a:lnTo>
                    <a:close/>
                  </a:path>
                </a:pathLst>
              </a:cu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56" name="Google Shape;1456;p66"/>
              <p:cNvSpPr/>
              <p:nvPr/>
            </p:nvSpPr>
            <p:spPr>
              <a:xfrm>
                <a:off x="2440294" y="3428139"/>
                <a:ext cx="1088455" cy="647515"/>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57" name="Google Shape;1457;p66"/>
              <p:cNvSpPr/>
              <p:nvPr/>
            </p:nvSpPr>
            <p:spPr>
              <a:xfrm>
                <a:off x="3016856" y="3111810"/>
                <a:ext cx="1122987" cy="1092663"/>
              </a:xfrm>
              <a:custGeom>
                <a:rect b="b" l="l" r="r" t="t"/>
                <a:pathLst>
                  <a:path extrusionOk="0" h="33089" w="33100">
                    <a:moveTo>
                      <a:pt x="16550" y="1"/>
                    </a:moveTo>
                    <a:cubicBezTo>
                      <a:pt x="7406" y="1"/>
                      <a:pt x="0" y="7406"/>
                      <a:pt x="0" y="16550"/>
                    </a:cubicBezTo>
                    <a:cubicBezTo>
                      <a:pt x="0" y="25682"/>
                      <a:pt x="7406" y="33088"/>
                      <a:pt x="16550" y="33088"/>
                    </a:cubicBezTo>
                    <a:cubicBezTo>
                      <a:pt x="25682" y="33088"/>
                      <a:pt x="33100" y="25682"/>
                      <a:pt x="33100" y="16550"/>
                    </a:cubicBezTo>
                    <a:cubicBezTo>
                      <a:pt x="33100" y="7406"/>
                      <a:pt x="25682" y="1"/>
                      <a:pt x="16550" y="1"/>
                    </a:cubicBezTo>
                    <a:close/>
                  </a:path>
                </a:pathLst>
              </a:cu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Times New Roman"/>
                  <a:buNone/>
                </a:pPr>
                <a:r>
                  <a:rPr b="0" i="0" lang="es-BO" sz="2000" u="none" cap="none" strike="noStrike">
                    <a:solidFill>
                      <a:srgbClr val="FFFFFF"/>
                    </a:solidFill>
                    <a:latin typeface="Times New Roman"/>
                    <a:ea typeface="Times New Roman"/>
                    <a:cs typeface="Times New Roman"/>
                    <a:sym typeface="Times New Roman"/>
                  </a:rPr>
                  <a:t>Funcionamiento de Electroválvulas</a:t>
                </a:r>
                <a:endParaRPr b="0" i="0" sz="2000" u="none" cap="none" strike="noStrike">
                  <a:solidFill>
                    <a:srgbClr val="000000"/>
                  </a:solidFill>
                  <a:latin typeface="Times New Roman"/>
                  <a:ea typeface="Times New Roman"/>
                  <a:cs typeface="Times New Roman"/>
                  <a:sym typeface="Times New Roman"/>
                </a:endParaRPr>
              </a:p>
            </p:txBody>
          </p:sp>
          <p:sp>
            <p:nvSpPr>
              <p:cNvPr id="1458" name="Google Shape;1458;p66"/>
              <p:cNvSpPr/>
              <p:nvPr/>
            </p:nvSpPr>
            <p:spPr>
              <a:xfrm>
                <a:off x="3595303" y="3524339"/>
                <a:ext cx="709887" cy="756424"/>
              </a:xfrm>
              <a:custGeom>
                <a:rect b="b" l="l" r="r" t="t"/>
                <a:pathLst>
                  <a:path extrusionOk="0" h="25735" w="22920">
                    <a:moveTo>
                      <a:pt x="18772" y="0"/>
                    </a:moveTo>
                    <a:cubicBezTo>
                      <a:pt x="18718" y="0"/>
                      <a:pt x="18663" y="11"/>
                      <a:pt x="18610" y="33"/>
                    </a:cubicBezTo>
                    <a:cubicBezTo>
                      <a:pt x="18372" y="116"/>
                      <a:pt x="18264" y="378"/>
                      <a:pt x="18348" y="616"/>
                    </a:cubicBezTo>
                    <a:lnTo>
                      <a:pt x="18372" y="676"/>
                    </a:lnTo>
                    <a:cubicBezTo>
                      <a:pt x="21908" y="9808"/>
                      <a:pt x="17348" y="20095"/>
                      <a:pt x="8227" y="23631"/>
                    </a:cubicBezTo>
                    <a:cubicBezTo>
                      <a:pt x="6153" y="24435"/>
                      <a:pt x="4004" y="24834"/>
                      <a:pt x="1822" y="24834"/>
                    </a:cubicBezTo>
                    <a:cubicBezTo>
                      <a:pt x="1387" y="24834"/>
                      <a:pt x="950" y="24818"/>
                      <a:pt x="512" y="24786"/>
                    </a:cubicBezTo>
                    <a:cubicBezTo>
                      <a:pt x="498" y="24785"/>
                      <a:pt x="484" y="24784"/>
                      <a:pt x="470" y="24784"/>
                    </a:cubicBezTo>
                    <a:cubicBezTo>
                      <a:pt x="238" y="24784"/>
                      <a:pt x="46" y="24967"/>
                      <a:pt x="24" y="25203"/>
                    </a:cubicBezTo>
                    <a:cubicBezTo>
                      <a:pt x="0" y="25441"/>
                      <a:pt x="191" y="25667"/>
                      <a:pt x="441" y="25679"/>
                    </a:cubicBezTo>
                    <a:cubicBezTo>
                      <a:pt x="922" y="25716"/>
                      <a:pt x="1401" y="25735"/>
                      <a:pt x="1879" y="25735"/>
                    </a:cubicBezTo>
                    <a:cubicBezTo>
                      <a:pt x="4157" y="25735"/>
                      <a:pt x="6393" y="25313"/>
                      <a:pt x="8549" y="24476"/>
                    </a:cubicBezTo>
                    <a:cubicBezTo>
                      <a:pt x="18145" y="20762"/>
                      <a:pt x="22920" y="9939"/>
                      <a:pt x="19217" y="354"/>
                    </a:cubicBezTo>
                    <a:lnTo>
                      <a:pt x="19193" y="295"/>
                    </a:lnTo>
                    <a:cubicBezTo>
                      <a:pt x="19120" y="113"/>
                      <a:pt x="18950" y="0"/>
                      <a:pt x="18772" y="0"/>
                    </a:cubicBezTo>
                    <a:close/>
                  </a:path>
                </a:pathLst>
              </a:cu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59" name="Google Shape;1459;p66"/>
              <p:cNvSpPr/>
              <p:nvPr/>
            </p:nvSpPr>
            <p:spPr>
              <a:xfrm rot="611002">
                <a:off x="2922275" y="3947497"/>
                <a:ext cx="1093563" cy="400240"/>
              </a:xfrm>
              <a:custGeom>
                <a:rect b="b" l="l" r="r" t="t"/>
                <a:pathLst>
                  <a:path extrusionOk="0" h="12201" w="33053">
                    <a:moveTo>
                      <a:pt x="517" y="1"/>
                    </a:moveTo>
                    <a:cubicBezTo>
                      <a:pt x="452" y="1"/>
                      <a:pt x="385" y="15"/>
                      <a:pt x="322" y="45"/>
                    </a:cubicBezTo>
                    <a:cubicBezTo>
                      <a:pt x="96" y="164"/>
                      <a:pt x="1" y="426"/>
                      <a:pt x="120" y="652"/>
                    </a:cubicBezTo>
                    <a:cubicBezTo>
                      <a:pt x="1036" y="2533"/>
                      <a:pt x="2239" y="4260"/>
                      <a:pt x="3691" y="5796"/>
                    </a:cubicBezTo>
                    <a:cubicBezTo>
                      <a:pt x="7735" y="10054"/>
                      <a:pt x="13180" y="12201"/>
                      <a:pt x="18636" y="12201"/>
                    </a:cubicBezTo>
                    <a:cubicBezTo>
                      <a:pt x="23736" y="12201"/>
                      <a:pt x="28845" y="10325"/>
                      <a:pt x="32826" y="6546"/>
                    </a:cubicBezTo>
                    <a:lnTo>
                      <a:pt x="32862" y="6498"/>
                    </a:lnTo>
                    <a:cubicBezTo>
                      <a:pt x="33040" y="6331"/>
                      <a:pt x="33052" y="6046"/>
                      <a:pt x="32886" y="5867"/>
                    </a:cubicBezTo>
                    <a:cubicBezTo>
                      <a:pt x="32792" y="5773"/>
                      <a:pt x="32668" y="5725"/>
                      <a:pt x="32546" y="5725"/>
                    </a:cubicBezTo>
                    <a:cubicBezTo>
                      <a:pt x="32436" y="5725"/>
                      <a:pt x="32327" y="5764"/>
                      <a:pt x="32243" y="5843"/>
                    </a:cubicBezTo>
                    <a:lnTo>
                      <a:pt x="32207" y="5891"/>
                    </a:lnTo>
                    <a:cubicBezTo>
                      <a:pt x="28399" y="9503"/>
                      <a:pt x="23515" y="11295"/>
                      <a:pt x="18640" y="11295"/>
                    </a:cubicBezTo>
                    <a:cubicBezTo>
                      <a:pt x="13424" y="11295"/>
                      <a:pt x="8217" y="9244"/>
                      <a:pt x="4346" y="5176"/>
                    </a:cubicBezTo>
                    <a:cubicBezTo>
                      <a:pt x="2953" y="3712"/>
                      <a:pt x="1810" y="2057"/>
                      <a:pt x="929" y="259"/>
                    </a:cubicBezTo>
                    <a:cubicBezTo>
                      <a:pt x="852" y="96"/>
                      <a:pt x="688" y="1"/>
                      <a:pt x="517" y="1"/>
                    </a:cubicBezTo>
                    <a:close/>
                  </a:path>
                </a:pathLst>
              </a:cu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60" name="Google Shape;1460;p66"/>
              <p:cNvSpPr/>
              <p:nvPr/>
            </p:nvSpPr>
            <p:spPr>
              <a:xfrm>
                <a:off x="2957738" y="2952765"/>
                <a:ext cx="783536" cy="383855"/>
              </a:xfrm>
              <a:custGeom>
                <a:rect b="b" l="l" r="r" t="t"/>
                <a:pathLst>
                  <a:path extrusionOk="0" h="13537" w="24861">
                    <a:moveTo>
                      <a:pt x="20668" y="0"/>
                    </a:moveTo>
                    <a:cubicBezTo>
                      <a:pt x="12054" y="0"/>
                      <a:pt x="3945" y="4938"/>
                      <a:pt x="119" y="12880"/>
                    </a:cubicBezTo>
                    <a:cubicBezTo>
                      <a:pt x="119" y="12880"/>
                      <a:pt x="107" y="12904"/>
                      <a:pt x="107" y="12904"/>
                    </a:cubicBezTo>
                    <a:cubicBezTo>
                      <a:pt x="0" y="13130"/>
                      <a:pt x="96" y="13380"/>
                      <a:pt x="322" y="13488"/>
                    </a:cubicBezTo>
                    <a:cubicBezTo>
                      <a:pt x="386" y="13521"/>
                      <a:pt x="453" y="13537"/>
                      <a:pt x="520" y="13537"/>
                    </a:cubicBezTo>
                    <a:cubicBezTo>
                      <a:pt x="689" y="13537"/>
                      <a:pt x="852" y="13436"/>
                      <a:pt x="929" y="13273"/>
                    </a:cubicBezTo>
                    <a:cubicBezTo>
                      <a:pt x="4611" y="5649"/>
                      <a:pt x="12410" y="896"/>
                      <a:pt x="20681" y="896"/>
                    </a:cubicBezTo>
                    <a:cubicBezTo>
                      <a:pt x="21877" y="896"/>
                      <a:pt x="23084" y="996"/>
                      <a:pt x="24289" y="1200"/>
                    </a:cubicBezTo>
                    <a:cubicBezTo>
                      <a:pt x="24319" y="1207"/>
                      <a:pt x="24348" y="1209"/>
                      <a:pt x="24377" y="1209"/>
                    </a:cubicBezTo>
                    <a:cubicBezTo>
                      <a:pt x="24569" y="1209"/>
                      <a:pt x="24739" y="1077"/>
                      <a:pt x="24801" y="891"/>
                    </a:cubicBezTo>
                    <a:cubicBezTo>
                      <a:pt x="24801" y="879"/>
                      <a:pt x="24813" y="855"/>
                      <a:pt x="24813" y="831"/>
                    </a:cubicBezTo>
                    <a:cubicBezTo>
                      <a:pt x="24861" y="593"/>
                      <a:pt x="24694" y="355"/>
                      <a:pt x="24444" y="319"/>
                    </a:cubicBezTo>
                    <a:cubicBezTo>
                      <a:pt x="23182" y="105"/>
                      <a:pt x="21920" y="0"/>
                      <a:pt x="20668" y="0"/>
                    </a:cubicBezTo>
                    <a:close/>
                  </a:path>
                </a:pathLst>
              </a:cu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61" name="Google Shape;1461;p66"/>
              <p:cNvSpPr/>
              <p:nvPr/>
            </p:nvSpPr>
            <p:spPr>
              <a:xfrm>
                <a:off x="3310792" y="3025865"/>
                <a:ext cx="856421" cy="469800"/>
              </a:xfrm>
              <a:custGeom>
                <a:rect b="b" l="l" r="r" t="t"/>
                <a:pathLst>
                  <a:path extrusionOk="0" h="16658" w="30802">
                    <a:moveTo>
                      <a:pt x="10633" y="1"/>
                    </a:moveTo>
                    <a:cubicBezTo>
                      <a:pt x="6990" y="1"/>
                      <a:pt x="3418" y="965"/>
                      <a:pt x="298" y="2775"/>
                    </a:cubicBezTo>
                    <a:cubicBezTo>
                      <a:pt x="84" y="2906"/>
                      <a:pt x="1" y="3180"/>
                      <a:pt x="132" y="3394"/>
                    </a:cubicBezTo>
                    <a:cubicBezTo>
                      <a:pt x="220" y="3538"/>
                      <a:pt x="373" y="3618"/>
                      <a:pt x="529" y="3618"/>
                    </a:cubicBezTo>
                    <a:cubicBezTo>
                      <a:pt x="605" y="3618"/>
                      <a:pt x="681" y="3599"/>
                      <a:pt x="751" y="3561"/>
                    </a:cubicBezTo>
                    <a:cubicBezTo>
                      <a:pt x="3739" y="1822"/>
                      <a:pt x="7156" y="906"/>
                      <a:pt x="10633" y="906"/>
                    </a:cubicBezTo>
                    <a:cubicBezTo>
                      <a:pt x="19789" y="906"/>
                      <a:pt x="27873" y="7383"/>
                      <a:pt x="29861" y="16300"/>
                    </a:cubicBezTo>
                    <a:cubicBezTo>
                      <a:pt x="29909" y="16503"/>
                      <a:pt x="30100" y="16658"/>
                      <a:pt x="30302" y="16658"/>
                    </a:cubicBezTo>
                    <a:cubicBezTo>
                      <a:pt x="30338" y="16658"/>
                      <a:pt x="30373" y="16646"/>
                      <a:pt x="30397" y="16646"/>
                    </a:cubicBezTo>
                    <a:cubicBezTo>
                      <a:pt x="30647" y="16586"/>
                      <a:pt x="30802" y="16348"/>
                      <a:pt x="30742" y="16098"/>
                    </a:cubicBezTo>
                    <a:cubicBezTo>
                      <a:pt x="29742" y="11597"/>
                      <a:pt x="27206" y="7514"/>
                      <a:pt x="23599" y="4597"/>
                    </a:cubicBezTo>
                    <a:cubicBezTo>
                      <a:pt x="19955" y="1632"/>
                      <a:pt x="15348" y="1"/>
                      <a:pt x="10633" y="1"/>
                    </a:cubicBezTo>
                    <a:close/>
                  </a:path>
                </a:pathLst>
              </a:cu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grpSp>
        <p:sp>
          <p:nvSpPr>
            <p:cNvPr id="1462" name="Google Shape;1462;p66"/>
            <p:cNvSpPr/>
            <p:nvPr/>
          </p:nvSpPr>
          <p:spPr>
            <a:xfrm>
              <a:off x="821449" y="5245510"/>
              <a:ext cx="2516747" cy="834668"/>
            </a:xfrm>
            <a:prstGeom prst="round2DiagRect">
              <a:avLst>
                <a:gd fmla="val 16667" name="adj1"/>
                <a:gd fmla="val 0" name="adj2"/>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Times New Roman"/>
                <a:buNone/>
              </a:pPr>
              <a:r>
                <a:rPr b="0" i="0" lang="es-BO" sz="1800" u="none" cap="none" strike="noStrike">
                  <a:solidFill>
                    <a:srgbClr val="000000"/>
                  </a:solidFill>
                  <a:latin typeface="Times New Roman"/>
                  <a:ea typeface="Times New Roman"/>
                  <a:cs typeface="Times New Roman"/>
                  <a:sym typeface="Times New Roman"/>
                </a:rPr>
                <a:t>Esquema de conexión de válvula con cilindro neumático</a:t>
              </a:r>
              <a:endParaRPr/>
            </a:p>
          </p:txBody>
        </p:sp>
      </p:grpSp>
      <p:grpSp>
        <p:nvGrpSpPr>
          <p:cNvPr id="1463" name="Google Shape;1463;p66"/>
          <p:cNvGrpSpPr/>
          <p:nvPr/>
        </p:nvGrpSpPr>
        <p:grpSpPr>
          <a:xfrm>
            <a:off x="1229493" y="671302"/>
            <a:ext cx="3969444" cy="2459591"/>
            <a:chOff x="1796624" y="811169"/>
            <a:chExt cx="3969444" cy="2459591"/>
          </a:xfrm>
        </p:grpSpPr>
        <p:grpSp>
          <p:nvGrpSpPr>
            <p:cNvPr id="1464" name="Google Shape;1464;p66"/>
            <p:cNvGrpSpPr/>
            <p:nvPr/>
          </p:nvGrpSpPr>
          <p:grpSpPr>
            <a:xfrm>
              <a:off x="3064524" y="811169"/>
              <a:ext cx="2701544" cy="2089147"/>
              <a:chOff x="2713733" y="1070226"/>
              <a:chExt cx="2026158" cy="1566861"/>
            </a:xfrm>
          </p:grpSpPr>
          <p:sp>
            <p:nvSpPr>
              <p:cNvPr id="1465" name="Google Shape;1465;p66"/>
              <p:cNvSpPr/>
              <p:nvPr/>
            </p:nvSpPr>
            <p:spPr>
              <a:xfrm rot="-4594843">
                <a:off x="2536404" y="2016383"/>
                <a:ext cx="869046" cy="321481"/>
              </a:xfrm>
              <a:custGeom>
                <a:rect b="b" l="l" r="r" t="t"/>
                <a:pathLst>
                  <a:path extrusionOk="0" h="34707" w="43459">
                    <a:moveTo>
                      <a:pt x="16669" y="0"/>
                    </a:moveTo>
                    <a:lnTo>
                      <a:pt x="16515" y="905"/>
                    </a:lnTo>
                    <a:cubicBezTo>
                      <a:pt x="17265" y="1024"/>
                      <a:pt x="18003" y="1191"/>
                      <a:pt x="18729" y="1381"/>
                    </a:cubicBezTo>
                    <a:lnTo>
                      <a:pt x="18967" y="488"/>
                    </a:lnTo>
                    <a:cubicBezTo>
                      <a:pt x="18217" y="286"/>
                      <a:pt x="17443" y="119"/>
                      <a:pt x="16669" y="0"/>
                    </a:cubicBezTo>
                    <a:close/>
                    <a:moveTo>
                      <a:pt x="21206" y="1191"/>
                    </a:moveTo>
                    <a:lnTo>
                      <a:pt x="20884" y="2048"/>
                    </a:lnTo>
                    <a:cubicBezTo>
                      <a:pt x="21587" y="2310"/>
                      <a:pt x="22289" y="2608"/>
                      <a:pt x="22968" y="2929"/>
                    </a:cubicBezTo>
                    <a:lnTo>
                      <a:pt x="23361" y="2107"/>
                    </a:lnTo>
                    <a:cubicBezTo>
                      <a:pt x="22658" y="1762"/>
                      <a:pt x="21932" y="1453"/>
                      <a:pt x="21206" y="1191"/>
                    </a:cubicBezTo>
                    <a:close/>
                    <a:moveTo>
                      <a:pt x="25432" y="3215"/>
                    </a:moveTo>
                    <a:lnTo>
                      <a:pt x="24956" y="4012"/>
                    </a:lnTo>
                    <a:cubicBezTo>
                      <a:pt x="25599" y="4393"/>
                      <a:pt x="26230" y="4810"/>
                      <a:pt x="26849" y="5251"/>
                    </a:cubicBezTo>
                    <a:lnTo>
                      <a:pt x="27385" y="4513"/>
                    </a:lnTo>
                    <a:cubicBezTo>
                      <a:pt x="26754" y="4048"/>
                      <a:pt x="26099" y="3608"/>
                      <a:pt x="25432" y="3215"/>
                    </a:cubicBezTo>
                    <a:close/>
                    <a:moveTo>
                      <a:pt x="29230" y="5965"/>
                    </a:moveTo>
                    <a:lnTo>
                      <a:pt x="28635" y="6668"/>
                    </a:lnTo>
                    <a:cubicBezTo>
                      <a:pt x="29195" y="7144"/>
                      <a:pt x="29754" y="7668"/>
                      <a:pt x="30302" y="8203"/>
                    </a:cubicBezTo>
                    <a:lnTo>
                      <a:pt x="30945" y="7549"/>
                    </a:lnTo>
                    <a:cubicBezTo>
                      <a:pt x="30397" y="7001"/>
                      <a:pt x="29814" y="6465"/>
                      <a:pt x="29230" y="5965"/>
                    </a:cubicBezTo>
                    <a:close/>
                    <a:moveTo>
                      <a:pt x="32552" y="9263"/>
                    </a:moveTo>
                    <a:lnTo>
                      <a:pt x="31850" y="9870"/>
                    </a:lnTo>
                    <a:cubicBezTo>
                      <a:pt x="32350" y="10430"/>
                      <a:pt x="32826" y="11025"/>
                      <a:pt x="33302" y="11632"/>
                    </a:cubicBezTo>
                    <a:lnTo>
                      <a:pt x="34029" y="11073"/>
                    </a:lnTo>
                    <a:cubicBezTo>
                      <a:pt x="33552" y="10442"/>
                      <a:pt x="33052" y="9835"/>
                      <a:pt x="32552" y="9263"/>
                    </a:cubicBezTo>
                    <a:close/>
                    <a:moveTo>
                      <a:pt x="35398" y="12966"/>
                    </a:moveTo>
                    <a:lnTo>
                      <a:pt x="34636" y="13490"/>
                    </a:lnTo>
                    <a:cubicBezTo>
                      <a:pt x="35064" y="14109"/>
                      <a:pt x="35481" y="14752"/>
                      <a:pt x="35874" y="15407"/>
                    </a:cubicBezTo>
                    <a:lnTo>
                      <a:pt x="36672" y="14930"/>
                    </a:lnTo>
                    <a:cubicBezTo>
                      <a:pt x="36255" y="14252"/>
                      <a:pt x="35838" y="13597"/>
                      <a:pt x="35398" y="12966"/>
                    </a:cubicBezTo>
                    <a:close/>
                    <a:moveTo>
                      <a:pt x="37827" y="16955"/>
                    </a:moveTo>
                    <a:lnTo>
                      <a:pt x="37017" y="17395"/>
                    </a:lnTo>
                    <a:cubicBezTo>
                      <a:pt x="37374" y="18050"/>
                      <a:pt x="37731" y="18740"/>
                      <a:pt x="38065" y="19431"/>
                    </a:cubicBezTo>
                    <a:lnTo>
                      <a:pt x="38898" y="19026"/>
                    </a:lnTo>
                    <a:cubicBezTo>
                      <a:pt x="38553" y="18324"/>
                      <a:pt x="38196" y="17621"/>
                      <a:pt x="37827" y="16955"/>
                    </a:cubicBezTo>
                    <a:close/>
                    <a:moveTo>
                      <a:pt x="39875" y="21146"/>
                    </a:moveTo>
                    <a:lnTo>
                      <a:pt x="39029" y="21515"/>
                    </a:lnTo>
                    <a:cubicBezTo>
                      <a:pt x="39339" y="22205"/>
                      <a:pt x="39636" y="22920"/>
                      <a:pt x="39910" y="23634"/>
                    </a:cubicBezTo>
                    <a:lnTo>
                      <a:pt x="40768" y="23301"/>
                    </a:lnTo>
                    <a:cubicBezTo>
                      <a:pt x="40494" y="22574"/>
                      <a:pt x="40184" y="21848"/>
                      <a:pt x="39875" y="21146"/>
                    </a:cubicBezTo>
                    <a:close/>
                    <a:moveTo>
                      <a:pt x="21541" y="23517"/>
                    </a:moveTo>
                    <a:cubicBezTo>
                      <a:pt x="21085" y="23517"/>
                      <a:pt x="20631" y="23530"/>
                      <a:pt x="20182" y="23551"/>
                    </a:cubicBezTo>
                    <a:lnTo>
                      <a:pt x="20229" y="24479"/>
                    </a:lnTo>
                    <a:cubicBezTo>
                      <a:pt x="20706" y="24456"/>
                      <a:pt x="21198" y="24443"/>
                      <a:pt x="21688" y="24443"/>
                    </a:cubicBezTo>
                    <a:cubicBezTo>
                      <a:pt x="21957" y="24443"/>
                      <a:pt x="22226" y="24447"/>
                      <a:pt x="22491" y="24455"/>
                    </a:cubicBezTo>
                    <a:lnTo>
                      <a:pt x="22527" y="23539"/>
                    </a:lnTo>
                    <a:cubicBezTo>
                      <a:pt x="22198" y="23524"/>
                      <a:pt x="21869" y="23517"/>
                      <a:pt x="21541" y="23517"/>
                    </a:cubicBezTo>
                    <a:close/>
                    <a:moveTo>
                      <a:pt x="24861" y="23705"/>
                    </a:moveTo>
                    <a:lnTo>
                      <a:pt x="24754" y="24622"/>
                    </a:lnTo>
                    <a:cubicBezTo>
                      <a:pt x="25504" y="24717"/>
                      <a:pt x="26254" y="24825"/>
                      <a:pt x="27004" y="24967"/>
                    </a:cubicBezTo>
                    <a:lnTo>
                      <a:pt x="27183" y="24063"/>
                    </a:lnTo>
                    <a:cubicBezTo>
                      <a:pt x="26409" y="23920"/>
                      <a:pt x="25623" y="23801"/>
                      <a:pt x="24861" y="23705"/>
                    </a:cubicBezTo>
                    <a:close/>
                    <a:moveTo>
                      <a:pt x="17836" y="23765"/>
                    </a:moveTo>
                    <a:cubicBezTo>
                      <a:pt x="17074" y="23872"/>
                      <a:pt x="16288" y="24015"/>
                      <a:pt x="15526" y="24194"/>
                    </a:cubicBezTo>
                    <a:lnTo>
                      <a:pt x="15741" y="25098"/>
                    </a:lnTo>
                    <a:cubicBezTo>
                      <a:pt x="16467" y="24932"/>
                      <a:pt x="17217" y="24789"/>
                      <a:pt x="17967" y="24682"/>
                    </a:cubicBezTo>
                    <a:lnTo>
                      <a:pt x="17836" y="23765"/>
                    </a:lnTo>
                    <a:close/>
                    <a:moveTo>
                      <a:pt x="29457" y="24586"/>
                    </a:moveTo>
                    <a:lnTo>
                      <a:pt x="29230" y="25479"/>
                    </a:lnTo>
                    <a:cubicBezTo>
                      <a:pt x="29945" y="25670"/>
                      <a:pt x="30683" y="25884"/>
                      <a:pt x="31409" y="26134"/>
                    </a:cubicBezTo>
                    <a:lnTo>
                      <a:pt x="31695" y="25253"/>
                    </a:lnTo>
                    <a:cubicBezTo>
                      <a:pt x="30957" y="25003"/>
                      <a:pt x="30195" y="24777"/>
                      <a:pt x="29457" y="24586"/>
                    </a:cubicBezTo>
                    <a:close/>
                    <a:moveTo>
                      <a:pt x="13264" y="24825"/>
                    </a:moveTo>
                    <a:cubicBezTo>
                      <a:pt x="12526" y="25063"/>
                      <a:pt x="11788" y="25348"/>
                      <a:pt x="11073" y="25646"/>
                    </a:cubicBezTo>
                    <a:lnTo>
                      <a:pt x="11431" y="26503"/>
                    </a:lnTo>
                    <a:cubicBezTo>
                      <a:pt x="12121" y="26206"/>
                      <a:pt x="12836" y="25932"/>
                      <a:pt x="13550" y="25706"/>
                    </a:cubicBezTo>
                    <a:lnTo>
                      <a:pt x="13264" y="24825"/>
                    </a:lnTo>
                    <a:close/>
                    <a:moveTo>
                      <a:pt x="33898" y="26051"/>
                    </a:moveTo>
                    <a:lnTo>
                      <a:pt x="33552" y="26920"/>
                    </a:lnTo>
                    <a:cubicBezTo>
                      <a:pt x="34243" y="27194"/>
                      <a:pt x="34945" y="27492"/>
                      <a:pt x="35648" y="27813"/>
                    </a:cubicBezTo>
                    <a:lnTo>
                      <a:pt x="36041" y="26980"/>
                    </a:lnTo>
                    <a:cubicBezTo>
                      <a:pt x="35326" y="26646"/>
                      <a:pt x="34600" y="26337"/>
                      <a:pt x="33898" y="26051"/>
                    </a:cubicBezTo>
                    <a:close/>
                    <a:moveTo>
                      <a:pt x="41577" y="25479"/>
                    </a:moveTo>
                    <a:lnTo>
                      <a:pt x="40708" y="25789"/>
                    </a:lnTo>
                    <a:cubicBezTo>
                      <a:pt x="40958" y="26515"/>
                      <a:pt x="41208" y="27242"/>
                      <a:pt x="41422" y="27968"/>
                    </a:cubicBezTo>
                    <a:lnTo>
                      <a:pt x="42303" y="27694"/>
                    </a:lnTo>
                    <a:cubicBezTo>
                      <a:pt x="42077" y="26968"/>
                      <a:pt x="41839" y="26218"/>
                      <a:pt x="41577" y="25479"/>
                    </a:cubicBezTo>
                    <a:close/>
                    <a:moveTo>
                      <a:pt x="8954" y="26670"/>
                    </a:moveTo>
                    <a:cubicBezTo>
                      <a:pt x="8264" y="27027"/>
                      <a:pt x="7585" y="27432"/>
                      <a:pt x="6930" y="27849"/>
                    </a:cubicBezTo>
                    <a:lnTo>
                      <a:pt x="7430" y="28635"/>
                    </a:lnTo>
                    <a:cubicBezTo>
                      <a:pt x="8061" y="28218"/>
                      <a:pt x="8728" y="27837"/>
                      <a:pt x="9383" y="27480"/>
                    </a:cubicBezTo>
                    <a:lnTo>
                      <a:pt x="8954" y="26670"/>
                    </a:lnTo>
                    <a:close/>
                    <a:moveTo>
                      <a:pt x="38124" y="28015"/>
                    </a:moveTo>
                    <a:lnTo>
                      <a:pt x="37696" y="28825"/>
                    </a:lnTo>
                    <a:cubicBezTo>
                      <a:pt x="38363" y="29170"/>
                      <a:pt x="39041" y="29551"/>
                      <a:pt x="39708" y="29932"/>
                    </a:cubicBezTo>
                    <a:lnTo>
                      <a:pt x="40160" y="29135"/>
                    </a:lnTo>
                    <a:cubicBezTo>
                      <a:pt x="39482" y="28742"/>
                      <a:pt x="38803" y="28361"/>
                      <a:pt x="38124" y="28015"/>
                    </a:cubicBezTo>
                    <a:close/>
                    <a:moveTo>
                      <a:pt x="5013" y="29206"/>
                    </a:moveTo>
                    <a:cubicBezTo>
                      <a:pt x="4394" y="29682"/>
                      <a:pt x="3787" y="30182"/>
                      <a:pt x="3203" y="30706"/>
                    </a:cubicBezTo>
                    <a:lnTo>
                      <a:pt x="3822" y="31397"/>
                    </a:lnTo>
                    <a:cubicBezTo>
                      <a:pt x="4382" y="30885"/>
                      <a:pt x="4977" y="30397"/>
                      <a:pt x="5573" y="29944"/>
                    </a:cubicBezTo>
                    <a:lnTo>
                      <a:pt x="5013" y="29206"/>
                    </a:lnTo>
                    <a:close/>
                    <a:moveTo>
                      <a:pt x="42946" y="29944"/>
                    </a:moveTo>
                    <a:lnTo>
                      <a:pt x="42042" y="30182"/>
                    </a:lnTo>
                    <a:cubicBezTo>
                      <a:pt x="42065" y="30266"/>
                      <a:pt x="42089" y="30337"/>
                      <a:pt x="42101" y="30420"/>
                    </a:cubicBezTo>
                    <a:lnTo>
                      <a:pt x="41661" y="31123"/>
                    </a:lnTo>
                    <a:cubicBezTo>
                      <a:pt x="41946" y="31302"/>
                      <a:pt x="42244" y="31492"/>
                      <a:pt x="42530" y="31683"/>
                    </a:cubicBezTo>
                    <a:lnTo>
                      <a:pt x="43458" y="32302"/>
                    </a:lnTo>
                    <a:lnTo>
                      <a:pt x="43244" y="31206"/>
                    </a:lnTo>
                    <a:cubicBezTo>
                      <a:pt x="43232" y="31194"/>
                      <a:pt x="43149" y="30742"/>
                      <a:pt x="42946" y="29944"/>
                    </a:cubicBezTo>
                    <a:close/>
                    <a:moveTo>
                      <a:pt x="1525" y="32361"/>
                    </a:moveTo>
                    <a:cubicBezTo>
                      <a:pt x="536" y="33421"/>
                      <a:pt x="24" y="34147"/>
                      <a:pt x="1" y="34183"/>
                    </a:cubicBezTo>
                    <a:lnTo>
                      <a:pt x="763" y="34707"/>
                    </a:lnTo>
                    <a:cubicBezTo>
                      <a:pt x="763" y="34707"/>
                      <a:pt x="1251" y="34004"/>
                      <a:pt x="2203" y="32992"/>
                    </a:cubicBezTo>
                    <a:lnTo>
                      <a:pt x="1525" y="32361"/>
                    </a:lnTo>
                    <a:close/>
                  </a:path>
                </a:pathLst>
              </a:custGeom>
              <a:solidFill>
                <a:srgbClr val="4949E7"/>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66" name="Google Shape;1466;p66"/>
              <p:cNvSpPr/>
              <p:nvPr/>
            </p:nvSpPr>
            <p:spPr>
              <a:xfrm>
                <a:off x="3870846" y="1768273"/>
                <a:ext cx="869045" cy="484648"/>
              </a:xfrm>
              <a:custGeom>
                <a:rect b="b" l="l" r="r" t="t"/>
                <a:pathLst>
                  <a:path extrusionOk="0" h="18920" w="19004">
                    <a:moveTo>
                      <a:pt x="656" y="0"/>
                    </a:moveTo>
                    <a:lnTo>
                      <a:pt x="1" y="655"/>
                    </a:lnTo>
                    <a:lnTo>
                      <a:pt x="18348" y="18919"/>
                    </a:lnTo>
                    <a:lnTo>
                      <a:pt x="19003" y="18264"/>
                    </a:lnTo>
                    <a:lnTo>
                      <a:pt x="656" y="0"/>
                    </a:lnTo>
                    <a:close/>
                  </a:path>
                </a:pathLst>
              </a:custGeom>
              <a:solidFill>
                <a:srgbClr val="4949E7"/>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67" name="Google Shape;1467;p66"/>
              <p:cNvSpPr/>
              <p:nvPr/>
            </p:nvSpPr>
            <p:spPr>
              <a:xfrm>
                <a:off x="3227562" y="1133057"/>
                <a:ext cx="1244262" cy="972972"/>
              </a:xfrm>
              <a:custGeom>
                <a:rect b="b" l="l" r="r" t="t"/>
                <a:pathLst>
                  <a:path extrusionOk="0" h="33100" w="33089">
                    <a:moveTo>
                      <a:pt x="16539" y="0"/>
                    </a:moveTo>
                    <a:cubicBezTo>
                      <a:pt x="7406" y="0"/>
                      <a:pt x="1" y="7418"/>
                      <a:pt x="1" y="16550"/>
                    </a:cubicBezTo>
                    <a:cubicBezTo>
                      <a:pt x="1" y="25682"/>
                      <a:pt x="7406" y="33100"/>
                      <a:pt x="16539" y="33100"/>
                    </a:cubicBezTo>
                    <a:cubicBezTo>
                      <a:pt x="25683" y="33100"/>
                      <a:pt x="33088" y="25682"/>
                      <a:pt x="33088" y="16550"/>
                    </a:cubicBezTo>
                    <a:cubicBezTo>
                      <a:pt x="33088" y="7418"/>
                      <a:pt x="25683" y="0"/>
                      <a:pt x="16539" y="0"/>
                    </a:cubicBezTo>
                    <a:close/>
                  </a:path>
                </a:pathLst>
              </a:custGeom>
              <a:solidFill>
                <a:srgbClr val="4949E7"/>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Times New Roman"/>
                  <a:buNone/>
                </a:pPr>
                <a:r>
                  <a:rPr b="0" i="0" lang="es-BO" sz="2000" u="none" cap="none" strike="noStrike">
                    <a:solidFill>
                      <a:srgbClr val="FFFFFF"/>
                    </a:solidFill>
                    <a:latin typeface="Times New Roman"/>
                    <a:ea typeface="Times New Roman"/>
                    <a:cs typeface="Times New Roman"/>
                    <a:sym typeface="Times New Roman"/>
                  </a:rPr>
                  <a:t>¿Que es la adaptación de señales?</a:t>
                </a:r>
                <a:endParaRPr b="0" i="0" sz="2000" u="none" cap="none" strike="noStrike">
                  <a:solidFill>
                    <a:srgbClr val="000000"/>
                  </a:solidFill>
                  <a:latin typeface="Times New Roman"/>
                  <a:ea typeface="Times New Roman"/>
                  <a:cs typeface="Times New Roman"/>
                  <a:sym typeface="Times New Roman"/>
                </a:endParaRPr>
              </a:p>
            </p:txBody>
          </p:sp>
          <p:sp>
            <p:nvSpPr>
              <p:cNvPr id="1468" name="Google Shape;1468;p66"/>
              <p:cNvSpPr/>
              <p:nvPr/>
            </p:nvSpPr>
            <p:spPr>
              <a:xfrm>
                <a:off x="4266253" y="1308947"/>
                <a:ext cx="348628" cy="798423"/>
              </a:xfrm>
              <a:custGeom>
                <a:rect b="b" l="l" r="r" t="t"/>
                <a:pathLst>
                  <a:path extrusionOk="0" h="32642" w="14253">
                    <a:moveTo>
                      <a:pt x="7528" y="1"/>
                    </a:moveTo>
                    <a:cubicBezTo>
                      <a:pt x="7422" y="1"/>
                      <a:pt x="7320" y="35"/>
                      <a:pt x="7240" y="107"/>
                    </a:cubicBezTo>
                    <a:cubicBezTo>
                      <a:pt x="7049" y="274"/>
                      <a:pt x="7025" y="560"/>
                      <a:pt x="7192" y="750"/>
                    </a:cubicBezTo>
                    <a:cubicBezTo>
                      <a:pt x="11823" y="6037"/>
                      <a:pt x="13300" y="13442"/>
                      <a:pt x="11038" y="20086"/>
                    </a:cubicBezTo>
                    <a:cubicBezTo>
                      <a:pt x="9276" y="25301"/>
                      <a:pt x="5370" y="29563"/>
                      <a:pt x="334" y="31778"/>
                    </a:cubicBezTo>
                    <a:cubicBezTo>
                      <a:pt x="108" y="31885"/>
                      <a:pt x="1" y="32147"/>
                      <a:pt x="108" y="32373"/>
                    </a:cubicBezTo>
                    <a:cubicBezTo>
                      <a:pt x="178" y="32539"/>
                      <a:pt x="344" y="32641"/>
                      <a:pt x="517" y="32641"/>
                    </a:cubicBezTo>
                    <a:cubicBezTo>
                      <a:pt x="579" y="32641"/>
                      <a:pt x="643" y="32628"/>
                      <a:pt x="703" y="32599"/>
                    </a:cubicBezTo>
                    <a:cubicBezTo>
                      <a:pt x="5966" y="30278"/>
                      <a:pt x="10049" y="25825"/>
                      <a:pt x="11895" y="20384"/>
                    </a:cubicBezTo>
                    <a:cubicBezTo>
                      <a:pt x="14252" y="13430"/>
                      <a:pt x="12716" y="5679"/>
                      <a:pt x="7871" y="155"/>
                    </a:cubicBezTo>
                    <a:cubicBezTo>
                      <a:pt x="7823" y="95"/>
                      <a:pt x="7752" y="48"/>
                      <a:pt x="7680" y="24"/>
                    </a:cubicBezTo>
                    <a:cubicBezTo>
                      <a:pt x="7630" y="9"/>
                      <a:pt x="7578" y="1"/>
                      <a:pt x="7528" y="1"/>
                    </a:cubicBezTo>
                    <a:close/>
                  </a:path>
                </a:pathLst>
              </a:custGeom>
              <a:solidFill>
                <a:srgbClr val="4949E7"/>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69" name="Google Shape;1469;p66"/>
              <p:cNvSpPr/>
              <p:nvPr/>
            </p:nvSpPr>
            <p:spPr>
              <a:xfrm>
                <a:off x="3088314" y="1070226"/>
                <a:ext cx="328253" cy="635300"/>
              </a:xfrm>
              <a:custGeom>
                <a:rect b="b" l="l" r="r" t="t"/>
                <a:pathLst>
                  <a:path extrusionOk="0" h="25973" w="13420">
                    <a:moveTo>
                      <a:pt x="12893" y="0"/>
                    </a:moveTo>
                    <a:cubicBezTo>
                      <a:pt x="12833" y="0"/>
                      <a:pt x="12773" y="11"/>
                      <a:pt x="12717" y="35"/>
                    </a:cubicBezTo>
                    <a:cubicBezTo>
                      <a:pt x="12705" y="47"/>
                      <a:pt x="12681" y="58"/>
                      <a:pt x="12669" y="70"/>
                    </a:cubicBezTo>
                    <a:cubicBezTo>
                      <a:pt x="4085" y="5381"/>
                      <a:pt x="1" y="15882"/>
                      <a:pt x="2751" y="25609"/>
                    </a:cubicBezTo>
                    <a:lnTo>
                      <a:pt x="2751" y="25645"/>
                    </a:lnTo>
                    <a:cubicBezTo>
                      <a:pt x="2810" y="25841"/>
                      <a:pt x="2990" y="25973"/>
                      <a:pt x="3185" y="25973"/>
                    </a:cubicBezTo>
                    <a:cubicBezTo>
                      <a:pt x="3227" y="25973"/>
                      <a:pt x="3269" y="25967"/>
                      <a:pt x="3311" y="25955"/>
                    </a:cubicBezTo>
                    <a:cubicBezTo>
                      <a:pt x="3549" y="25895"/>
                      <a:pt x="3692" y="25645"/>
                      <a:pt x="3620" y="25407"/>
                    </a:cubicBezTo>
                    <a:lnTo>
                      <a:pt x="3608" y="25359"/>
                    </a:lnTo>
                    <a:cubicBezTo>
                      <a:pt x="977" y="16025"/>
                      <a:pt x="4894" y="5940"/>
                      <a:pt x="13145" y="832"/>
                    </a:cubicBezTo>
                    <a:cubicBezTo>
                      <a:pt x="13360" y="701"/>
                      <a:pt x="13419" y="428"/>
                      <a:pt x="13288" y="213"/>
                    </a:cubicBezTo>
                    <a:cubicBezTo>
                      <a:pt x="13202" y="76"/>
                      <a:pt x="13048" y="0"/>
                      <a:pt x="12893" y="0"/>
                    </a:cubicBezTo>
                    <a:close/>
                  </a:path>
                </a:pathLst>
              </a:custGeom>
              <a:solidFill>
                <a:srgbClr val="4949E7"/>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70" name="Google Shape;1470;p66"/>
              <p:cNvSpPr/>
              <p:nvPr/>
            </p:nvSpPr>
            <p:spPr>
              <a:xfrm>
                <a:off x="3214308" y="1845016"/>
                <a:ext cx="890434" cy="363047"/>
              </a:xfrm>
              <a:custGeom>
                <a:rect b="b" l="l" r="r" t="t"/>
                <a:pathLst>
                  <a:path extrusionOk="0" h="11438" w="26052">
                    <a:moveTo>
                      <a:pt x="521" y="1"/>
                    </a:moveTo>
                    <a:cubicBezTo>
                      <a:pt x="458" y="1"/>
                      <a:pt x="394" y="14"/>
                      <a:pt x="334" y="42"/>
                    </a:cubicBezTo>
                    <a:cubicBezTo>
                      <a:pt x="311" y="54"/>
                      <a:pt x="299" y="66"/>
                      <a:pt x="287" y="66"/>
                    </a:cubicBezTo>
                    <a:cubicBezTo>
                      <a:pt x="72" y="197"/>
                      <a:pt x="1" y="483"/>
                      <a:pt x="132" y="697"/>
                    </a:cubicBezTo>
                    <a:cubicBezTo>
                      <a:pt x="4345" y="7473"/>
                      <a:pt x="11795" y="11437"/>
                      <a:pt x="19536" y="11437"/>
                    </a:cubicBezTo>
                    <a:cubicBezTo>
                      <a:pt x="21575" y="11437"/>
                      <a:pt x="23634" y="11162"/>
                      <a:pt x="25659" y="10591"/>
                    </a:cubicBezTo>
                    <a:cubicBezTo>
                      <a:pt x="25659" y="10591"/>
                      <a:pt x="25683" y="10579"/>
                      <a:pt x="25695" y="10579"/>
                    </a:cubicBezTo>
                    <a:cubicBezTo>
                      <a:pt x="25933" y="10520"/>
                      <a:pt x="26052" y="10270"/>
                      <a:pt x="25980" y="10032"/>
                    </a:cubicBezTo>
                    <a:cubicBezTo>
                      <a:pt x="25931" y="9835"/>
                      <a:pt x="25744" y="9704"/>
                      <a:pt x="25547" y="9704"/>
                    </a:cubicBezTo>
                    <a:cubicBezTo>
                      <a:pt x="25505" y="9704"/>
                      <a:pt x="25463" y="9710"/>
                      <a:pt x="25421" y="9722"/>
                    </a:cubicBezTo>
                    <a:cubicBezTo>
                      <a:pt x="23476" y="10270"/>
                      <a:pt x="21498" y="10534"/>
                      <a:pt x="19540" y="10534"/>
                    </a:cubicBezTo>
                    <a:cubicBezTo>
                      <a:pt x="12100" y="10534"/>
                      <a:pt x="4940" y="6724"/>
                      <a:pt x="906" y="221"/>
                    </a:cubicBezTo>
                    <a:cubicBezTo>
                      <a:pt x="822" y="78"/>
                      <a:pt x="673" y="1"/>
                      <a:pt x="521" y="1"/>
                    </a:cubicBezTo>
                    <a:close/>
                  </a:path>
                </a:pathLst>
              </a:custGeom>
              <a:solidFill>
                <a:srgbClr val="4949E7"/>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grpSp>
        <p:sp>
          <p:nvSpPr>
            <p:cNvPr id="1471" name="Google Shape;1471;p66"/>
            <p:cNvSpPr/>
            <p:nvPr/>
          </p:nvSpPr>
          <p:spPr>
            <a:xfrm>
              <a:off x="1796624" y="2436092"/>
              <a:ext cx="2356543" cy="834668"/>
            </a:xfrm>
            <a:prstGeom prst="round2DiagRect">
              <a:avLst>
                <a:gd fmla="val 16667" name="adj1"/>
                <a:gd fmla="val 0" name="adj2"/>
              </a:avLst>
            </a:prstGeom>
            <a:solidFill>
              <a:srgbClr val="0000FF"/>
            </a:soli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Times New Roman"/>
                <a:buNone/>
              </a:pPr>
              <a:r>
                <a:rPr b="0" i="0" lang="es-BO" sz="1800" u="none" cap="none" strike="noStrike">
                  <a:solidFill>
                    <a:srgbClr val="FFFFFF"/>
                  </a:solidFill>
                  <a:latin typeface="Times New Roman"/>
                  <a:ea typeface="Times New Roman"/>
                  <a:cs typeface="Times New Roman"/>
                  <a:sym typeface="Times New Roman"/>
                </a:rPr>
                <a:t>Adaptación para la activación de los actuadores neumáticos </a:t>
              </a:r>
              <a:endParaRPr b="0" i="0" sz="2400" u="none" cap="none" strike="noStrike">
                <a:solidFill>
                  <a:srgbClr val="000000"/>
                </a:solidFill>
                <a:latin typeface="Times New Roman"/>
                <a:ea typeface="Times New Roman"/>
                <a:cs typeface="Times New Roman"/>
                <a:sym typeface="Times New Roman"/>
              </a:endParaRPr>
            </a:p>
          </p:txBody>
        </p:sp>
      </p:grpSp>
      <p:grpSp>
        <p:nvGrpSpPr>
          <p:cNvPr id="1472" name="Google Shape;1472;p66"/>
          <p:cNvGrpSpPr/>
          <p:nvPr/>
        </p:nvGrpSpPr>
        <p:grpSpPr>
          <a:xfrm>
            <a:off x="7070540" y="488413"/>
            <a:ext cx="4648187" cy="2493302"/>
            <a:chOff x="7192536" y="685482"/>
            <a:chExt cx="4648187" cy="2493302"/>
          </a:xfrm>
        </p:grpSpPr>
        <p:grpSp>
          <p:nvGrpSpPr>
            <p:cNvPr id="1473" name="Google Shape;1473;p66"/>
            <p:cNvGrpSpPr/>
            <p:nvPr/>
          </p:nvGrpSpPr>
          <p:grpSpPr>
            <a:xfrm>
              <a:off x="7192536" y="685482"/>
              <a:ext cx="3446318" cy="2006058"/>
              <a:chOff x="4800039" y="681751"/>
              <a:chExt cx="2584738" cy="1504543"/>
            </a:xfrm>
          </p:grpSpPr>
          <p:sp>
            <p:nvSpPr>
              <p:cNvPr id="1474" name="Google Shape;1474;p66"/>
              <p:cNvSpPr/>
              <p:nvPr/>
            </p:nvSpPr>
            <p:spPr>
              <a:xfrm flipH="1" rot="10800000">
                <a:off x="6475938" y="1423705"/>
                <a:ext cx="908839" cy="762589"/>
              </a:xfrm>
              <a:custGeom>
                <a:rect b="b" l="l" r="r" t="t"/>
                <a:pathLst>
                  <a:path extrusionOk="0" h="39065" w="41816">
                    <a:moveTo>
                      <a:pt x="41184" y="1"/>
                    </a:moveTo>
                    <a:lnTo>
                      <a:pt x="40541" y="608"/>
                    </a:lnTo>
                    <a:lnTo>
                      <a:pt x="41173" y="1286"/>
                    </a:lnTo>
                    <a:lnTo>
                      <a:pt x="41815" y="679"/>
                    </a:lnTo>
                    <a:lnTo>
                      <a:pt x="41184" y="1"/>
                    </a:lnTo>
                    <a:close/>
                    <a:moveTo>
                      <a:pt x="38851" y="2179"/>
                    </a:moveTo>
                    <a:lnTo>
                      <a:pt x="37160" y="3763"/>
                    </a:lnTo>
                    <a:lnTo>
                      <a:pt x="37791" y="4430"/>
                    </a:lnTo>
                    <a:lnTo>
                      <a:pt x="39482" y="2858"/>
                    </a:lnTo>
                    <a:lnTo>
                      <a:pt x="38851" y="2179"/>
                    </a:lnTo>
                    <a:close/>
                    <a:moveTo>
                      <a:pt x="35469" y="5335"/>
                    </a:moveTo>
                    <a:lnTo>
                      <a:pt x="33779" y="6906"/>
                    </a:lnTo>
                    <a:lnTo>
                      <a:pt x="34410" y="7585"/>
                    </a:lnTo>
                    <a:lnTo>
                      <a:pt x="36100" y="6013"/>
                    </a:lnTo>
                    <a:lnTo>
                      <a:pt x="35469" y="5335"/>
                    </a:lnTo>
                    <a:close/>
                    <a:moveTo>
                      <a:pt x="32100" y="8478"/>
                    </a:moveTo>
                    <a:lnTo>
                      <a:pt x="30409" y="10049"/>
                    </a:lnTo>
                    <a:lnTo>
                      <a:pt x="31040" y="10728"/>
                    </a:lnTo>
                    <a:lnTo>
                      <a:pt x="32719" y="9156"/>
                    </a:lnTo>
                    <a:lnTo>
                      <a:pt x="32100" y="8478"/>
                    </a:lnTo>
                    <a:close/>
                    <a:moveTo>
                      <a:pt x="28719" y="11633"/>
                    </a:moveTo>
                    <a:lnTo>
                      <a:pt x="27028" y="13205"/>
                    </a:lnTo>
                    <a:lnTo>
                      <a:pt x="27659" y="13883"/>
                    </a:lnTo>
                    <a:lnTo>
                      <a:pt x="29350" y="12300"/>
                    </a:lnTo>
                    <a:lnTo>
                      <a:pt x="28719" y="11633"/>
                    </a:lnTo>
                    <a:close/>
                    <a:moveTo>
                      <a:pt x="25337" y="14776"/>
                    </a:moveTo>
                    <a:lnTo>
                      <a:pt x="23647" y="16348"/>
                    </a:lnTo>
                    <a:lnTo>
                      <a:pt x="24278" y="17026"/>
                    </a:lnTo>
                    <a:lnTo>
                      <a:pt x="25968" y="15455"/>
                    </a:lnTo>
                    <a:lnTo>
                      <a:pt x="25337" y="14776"/>
                    </a:lnTo>
                    <a:close/>
                    <a:moveTo>
                      <a:pt x="21956" y="17931"/>
                    </a:moveTo>
                    <a:lnTo>
                      <a:pt x="20265" y="19503"/>
                    </a:lnTo>
                    <a:lnTo>
                      <a:pt x="20896" y="20182"/>
                    </a:lnTo>
                    <a:lnTo>
                      <a:pt x="22587" y="18598"/>
                    </a:lnTo>
                    <a:lnTo>
                      <a:pt x="21956" y="17931"/>
                    </a:lnTo>
                    <a:close/>
                    <a:moveTo>
                      <a:pt x="18586" y="21075"/>
                    </a:moveTo>
                    <a:lnTo>
                      <a:pt x="16896" y="22646"/>
                    </a:lnTo>
                    <a:lnTo>
                      <a:pt x="17527" y="23325"/>
                    </a:lnTo>
                    <a:lnTo>
                      <a:pt x="19217" y="21753"/>
                    </a:lnTo>
                    <a:lnTo>
                      <a:pt x="18586" y="21075"/>
                    </a:lnTo>
                    <a:close/>
                    <a:moveTo>
                      <a:pt x="15205" y="24230"/>
                    </a:moveTo>
                    <a:lnTo>
                      <a:pt x="13514" y="25801"/>
                    </a:lnTo>
                    <a:lnTo>
                      <a:pt x="14145" y="26480"/>
                    </a:lnTo>
                    <a:lnTo>
                      <a:pt x="15836" y="24896"/>
                    </a:lnTo>
                    <a:lnTo>
                      <a:pt x="15205" y="24230"/>
                    </a:lnTo>
                    <a:close/>
                    <a:moveTo>
                      <a:pt x="11824" y="27373"/>
                    </a:moveTo>
                    <a:lnTo>
                      <a:pt x="10133" y="28945"/>
                    </a:lnTo>
                    <a:lnTo>
                      <a:pt x="10764" y="29623"/>
                    </a:lnTo>
                    <a:lnTo>
                      <a:pt x="12455" y="28052"/>
                    </a:lnTo>
                    <a:lnTo>
                      <a:pt x="11824" y="27373"/>
                    </a:lnTo>
                    <a:close/>
                    <a:moveTo>
                      <a:pt x="8442" y="30528"/>
                    </a:moveTo>
                    <a:lnTo>
                      <a:pt x="6763" y="32100"/>
                    </a:lnTo>
                    <a:lnTo>
                      <a:pt x="7383" y="32766"/>
                    </a:lnTo>
                    <a:lnTo>
                      <a:pt x="9073" y="31195"/>
                    </a:lnTo>
                    <a:lnTo>
                      <a:pt x="8442" y="30528"/>
                    </a:lnTo>
                    <a:close/>
                    <a:moveTo>
                      <a:pt x="5073" y="33671"/>
                    </a:moveTo>
                    <a:lnTo>
                      <a:pt x="3382" y="35243"/>
                    </a:lnTo>
                    <a:lnTo>
                      <a:pt x="4013" y="35922"/>
                    </a:lnTo>
                    <a:lnTo>
                      <a:pt x="5704" y="34350"/>
                    </a:lnTo>
                    <a:lnTo>
                      <a:pt x="5073" y="33671"/>
                    </a:lnTo>
                    <a:close/>
                    <a:moveTo>
                      <a:pt x="1691" y="36815"/>
                    </a:moveTo>
                    <a:lnTo>
                      <a:pt x="1" y="38398"/>
                    </a:lnTo>
                    <a:lnTo>
                      <a:pt x="632" y="39065"/>
                    </a:lnTo>
                    <a:lnTo>
                      <a:pt x="2322" y="37493"/>
                    </a:lnTo>
                    <a:lnTo>
                      <a:pt x="1691" y="36815"/>
                    </a:lnTo>
                    <a:close/>
                  </a:path>
                </a:pathLst>
              </a:cu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75" name="Google Shape;1475;p66"/>
              <p:cNvSpPr/>
              <p:nvPr/>
            </p:nvSpPr>
            <p:spPr>
              <a:xfrm>
                <a:off x="4800039" y="1688167"/>
                <a:ext cx="782679" cy="443850"/>
              </a:xfrm>
              <a:custGeom>
                <a:rect b="b" l="l" r="r" t="t"/>
                <a:pathLst>
                  <a:path extrusionOk="0" h="23469" w="25075">
                    <a:moveTo>
                      <a:pt x="24444" y="1"/>
                    </a:moveTo>
                    <a:lnTo>
                      <a:pt x="0" y="22789"/>
                    </a:lnTo>
                    <a:lnTo>
                      <a:pt x="631" y="23468"/>
                    </a:lnTo>
                    <a:lnTo>
                      <a:pt x="25075" y="680"/>
                    </a:lnTo>
                    <a:lnTo>
                      <a:pt x="24444" y="1"/>
                    </a:lnTo>
                    <a:close/>
                  </a:path>
                </a:pathLst>
              </a:cu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76" name="Google Shape;1476;p66"/>
              <p:cNvSpPr/>
              <p:nvPr/>
            </p:nvSpPr>
            <p:spPr>
              <a:xfrm>
                <a:off x="5051970" y="681751"/>
                <a:ext cx="1746519" cy="1216106"/>
              </a:xfrm>
              <a:custGeom>
                <a:rect b="b" l="l" r="r" t="t"/>
                <a:pathLst>
                  <a:path extrusionOk="0" h="33088" w="33088">
                    <a:moveTo>
                      <a:pt x="16550" y="0"/>
                    </a:moveTo>
                    <a:cubicBezTo>
                      <a:pt x="7406" y="0"/>
                      <a:pt x="0" y="7406"/>
                      <a:pt x="0" y="16538"/>
                    </a:cubicBezTo>
                    <a:cubicBezTo>
                      <a:pt x="0" y="25682"/>
                      <a:pt x="7406" y="33087"/>
                      <a:pt x="16550" y="33087"/>
                    </a:cubicBezTo>
                    <a:cubicBezTo>
                      <a:pt x="25682" y="33087"/>
                      <a:pt x="33088" y="25682"/>
                      <a:pt x="33088" y="16538"/>
                    </a:cubicBezTo>
                    <a:cubicBezTo>
                      <a:pt x="33088" y="7406"/>
                      <a:pt x="25682" y="0"/>
                      <a:pt x="16550" y="0"/>
                    </a:cubicBezTo>
                    <a:close/>
                  </a:path>
                </a:pathLst>
              </a:cu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Times New Roman"/>
                  <a:buNone/>
                </a:pPr>
                <a:r>
                  <a:rPr b="0" i="0" lang="es-BO" sz="2000" u="none" cap="none" strike="noStrike">
                    <a:solidFill>
                      <a:srgbClr val="FFFFFF"/>
                    </a:solidFill>
                    <a:latin typeface="Times New Roman"/>
                    <a:ea typeface="Times New Roman"/>
                    <a:cs typeface="Times New Roman"/>
                    <a:sym typeface="Times New Roman"/>
                  </a:rPr>
                  <a:t>Modelado de la planta del motor del proceso de selección</a:t>
                </a:r>
                <a:endParaRPr b="0" i="0" sz="2000" u="none" cap="none" strike="noStrike">
                  <a:solidFill>
                    <a:srgbClr val="000000"/>
                  </a:solidFill>
                  <a:latin typeface="Times New Roman"/>
                  <a:ea typeface="Times New Roman"/>
                  <a:cs typeface="Times New Roman"/>
                  <a:sym typeface="Times New Roman"/>
                </a:endParaRPr>
              </a:p>
            </p:txBody>
          </p:sp>
          <p:sp>
            <p:nvSpPr>
              <p:cNvPr id="1477" name="Google Shape;1477;p66"/>
              <p:cNvSpPr/>
              <p:nvPr/>
            </p:nvSpPr>
            <p:spPr>
              <a:xfrm>
                <a:off x="6592766" y="960201"/>
                <a:ext cx="376537" cy="797549"/>
              </a:xfrm>
              <a:custGeom>
                <a:rect b="b" l="l" r="r" t="t"/>
                <a:pathLst>
                  <a:path extrusionOk="0" h="33038" w="13967">
                    <a:moveTo>
                      <a:pt x="5626" y="1"/>
                    </a:moveTo>
                    <a:cubicBezTo>
                      <a:pt x="5512" y="1"/>
                      <a:pt x="5398" y="42"/>
                      <a:pt x="5311" y="130"/>
                    </a:cubicBezTo>
                    <a:cubicBezTo>
                      <a:pt x="5132" y="309"/>
                      <a:pt x="5132" y="594"/>
                      <a:pt x="5311" y="773"/>
                    </a:cubicBezTo>
                    <a:lnTo>
                      <a:pt x="5346" y="809"/>
                    </a:lnTo>
                    <a:cubicBezTo>
                      <a:pt x="12978" y="8548"/>
                      <a:pt x="12895" y="21037"/>
                      <a:pt x="5156" y="28669"/>
                    </a:cubicBezTo>
                    <a:cubicBezTo>
                      <a:pt x="3715" y="30086"/>
                      <a:pt x="2084" y="31277"/>
                      <a:pt x="310" y="32182"/>
                    </a:cubicBezTo>
                    <a:cubicBezTo>
                      <a:pt x="84" y="32301"/>
                      <a:pt x="1" y="32575"/>
                      <a:pt x="108" y="32789"/>
                    </a:cubicBezTo>
                    <a:cubicBezTo>
                      <a:pt x="192" y="32949"/>
                      <a:pt x="354" y="33038"/>
                      <a:pt x="517" y="33038"/>
                    </a:cubicBezTo>
                    <a:cubicBezTo>
                      <a:pt x="585" y="33038"/>
                      <a:pt x="652" y="33023"/>
                      <a:pt x="715" y="32991"/>
                    </a:cubicBezTo>
                    <a:cubicBezTo>
                      <a:pt x="2584" y="32039"/>
                      <a:pt x="4287" y="30801"/>
                      <a:pt x="5787" y="29312"/>
                    </a:cubicBezTo>
                    <a:cubicBezTo>
                      <a:pt x="13883" y="21335"/>
                      <a:pt x="13967" y="8262"/>
                      <a:pt x="5989" y="178"/>
                    </a:cubicBezTo>
                    <a:lnTo>
                      <a:pt x="5954" y="130"/>
                    </a:lnTo>
                    <a:cubicBezTo>
                      <a:pt x="5863" y="45"/>
                      <a:pt x="5744" y="1"/>
                      <a:pt x="5626" y="1"/>
                    </a:cubicBezTo>
                    <a:close/>
                  </a:path>
                </a:pathLst>
              </a:cu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sp>
            <p:nvSpPr>
              <p:cNvPr id="1478" name="Google Shape;1478;p66"/>
              <p:cNvSpPr/>
              <p:nvPr/>
            </p:nvSpPr>
            <p:spPr>
              <a:xfrm>
                <a:off x="4946975" y="830794"/>
                <a:ext cx="376537" cy="992492"/>
              </a:xfrm>
              <a:custGeom>
                <a:rect b="b" l="l" r="r" t="t"/>
                <a:pathLst>
                  <a:path extrusionOk="0" h="33215" w="11061">
                    <a:moveTo>
                      <a:pt x="6971" y="0"/>
                    </a:moveTo>
                    <a:cubicBezTo>
                      <a:pt x="6862" y="0"/>
                      <a:pt x="6753" y="42"/>
                      <a:pt x="6668" y="127"/>
                    </a:cubicBezTo>
                    <a:cubicBezTo>
                      <a:pt x="2429" y="4021"/>
                      <a:pt x="0" y="9545"/>
                      <a:pt x="0" y="15296"/>
                    </a:cubicBezTo>
                    <a:cubicBezTo>
                      <a:pt x="0" y="22642"/>
                      <a:pt x="3953" y="29476"/>
                      <a:pt x="10323" y="33155"/>
                    </a:cubicBezTo>
                    <a:cubicBezTo>
                      <a:pt x="10394" y="33191"/>
                      <a:pt x="10466" y="33215"/>
                      <a:pt x="10537" y="33215"/>
                    </a:cubicBezTo>
                    <a:cubicBezTo>
                      <a:pt x="10704" y="33215"/>
                      <a:pt x="10847" y="33131"/>
                      <a:pt x="10930" y="32988"/>
                    </a:cubicBezTo>
                    <a:cubicBezTo>
                      <a:pt x="11061" y="32774"/>
                      <a:pt x="10990" y="32500"/>
                      <a:pt x="10763" y="32369"/>
                    </a:cubicBezTo>
                    <a:cubicBezTo>
                      <a:pt x="4679" y="28857"/>
                      <a:pt x="905" y="22321"/>
                      <a:pt x="905" y="15296"/>
                    </a:cubicBezTo>
                    <a:cubicBezTo>
                      <a:pt x="905" y="9795"/>
                      <a:pt x="3227" y="4509"/>
                      <a:pt x="7275" y="782"/>
                    </a:cubicBezTo>
                    <a:cubicBezTo>
                      <a:pt x="7453" y="615"/>
                      <a:pt x="7477" y="330"/>
                      <a:pt x="7299" y="151"/>
                    </a:cubicBezTo>
                    <a:cubicBezTo>
                      <a:pt x="7211" y="51"/>
                      <a:pt x="7091" y="0"/>
                      <a:pt x="6971" y="0"/>
                    </a:cubicBezTo>
                    <a:close/>
                  </a:path>
                </a:pathLst>
              </a:cu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89"/>
                  <a:buFont typeface="Calibri"/>
                  <a:buNone/>
                </a:pPr>
                <a:r>
                  <a:t/>
                </a:r>
                <a:endParaRPr b="0" i="0" sz="2489" u="none" cap="none" strike="noStrike">
                  <a:solidFill>
                    <a:srgbClr val="000000"/>
                  </a:solidFill>
                  <a:latin typeface="Calibri"/>
                  <a:ea typeface="Calibri"/>
                  <a:cs typeface="Calibri"/>
                  <a:sym typeface="Calibri"/>
                </a:endParaRPr>
              </a:p>
            </p:txBody>
          </p:sp>
        </p:grpSp>
        <p:sp>
          <p:nvSpPr>
            <p:cNvPr id="1479" name="Google Shape;1479;p66"/>
            <p:cNvSpPr/>
            <p:nvPr/>
          </p:nvSpPr>
          <p:spPr>
            <a:xfrm>
              <a:off x="9323976" y="2622708"/>
              <a:ext cx="2516747" cy="556076"/>
            </a:xfrm>
            <a:prstGeom prst="round2DiagRect">
              <a:avLst>
                <a:gd fmla="val 16667" name="adj1"/>
                <a:gd fmla="val 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Times New Roman"/>
                <a:buNone/>
              </a:pPr>
              <a:r>
                <a:rPr b="0" i="0" lang="es-BO" sz="1800" u="none" cap="none" strike="noStrike">
                  <a:solidFill>
                    <a:srgbClr val="FFFFFF"/>
                  </a:solidFill>
                  <a:latin typeface="Times New Roman"/>
                  <a:ea typeface="Times New Roman"/>
                  <a:cs typeface="Times New Roman"/>
                  <a:sym typeface="Times New Roman"/>
                </a:rPr>
                <a:t>Conversor de Frecuencia a Voltaje</a:t>
              </a:r>
              <a:endParaRPr b="0" i="0" sz="2400" u="none" cap="none" strike="noStrike">
                <a:solidFill>
                  <a:srgbClr val="000000"/>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3"/>
                                        </p:tgtEl>
                                        <p:attrNameLst>
                                          <p:attrName>style.visibility</p:attrName>
                                        </p:attrNameLst>
                                      </p:cBhvr>
                                      <p:to>
                                        <p:strVal val="visible"/>
                                      </p:to>
                                    </p:set>
                                    <p:anim calcmode="lin" valueType="num">
                                      <p:cBhvr additive="base">
                                        <p:cTn dur="500"/>
                                        <p:tgtEl>
                                          <p:spTgt spid="14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53"/>
                                        </p:tgtEl>
                                        <p:attrNameLst>
                                          <p:attrName>style.visibility</p:attrName>
                                        </p:attrNameLst>
                                      </p:cBhvr>
                                      <p:to>
                                        <p:strVal val="visible"/>
                                      </p:to>
                                    </p:set>
                                    <p:anim calcmode="lin" valueType="num">
                                      <p:cBhvr additive="base">
                                        <p:cTn dur="500"/>
                                        <p:tgtEl>
                                          <p:spTgt spid="145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2"/>
                                        </p:tgtEl>
                                        <p:attrNameLst>
                                          <p:attrName>style.visibility</p:attrName>
                                        </p:attrNameLst>
                                      </p:cBhvr>
                                      <p:to>
                                        <p:strVal val="visible"/>
                                      </p:to>
                                    </p:set>
                                    <p:anim calcmode="lin" valueType="num">
                                      <p:cBhvr additive="base">
                                        <p:cTn dur="500"/>
                                        <p:tgtEl>
                                          <p:spTgt spid="14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4"/>
                                        </p:tgtEl>
                                        <p:attrNameLst>
                                          <p:attrName>style.visibility</p:attrName>
                                        </p:attrNameLst>
                                      </p:cBhvr>
                                      <p:to>
                                        <p:strVal val="visible"/>
                                      </p:to>
                                    </p:set>
                                    <p:anim calcmode="lin" valueType="num">
                                      <p:cBhvr additive="base">
                                        <p:cTn dur="500"/>
                                        <p:tgtEl>
                                          <p:spTgt spid="144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67"/>
          <p:cNvSpPr/>
          <p:nvPr/>
        </p:nvSpPr>
        <p:spPr>
          <a:xfrm>
            <a:off x="1698742" y="1063007"/>
            <a:ext cx="9070857" cy="1089017"/>
          </a:xfrm>
          <a:prstGeom prst="round2DiagRect">
            <a:avLst>
              <a:gd fmla="val 16667" name="adj1"/>
              <a:gd fmla="val 0"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 Es un proceso de adquisición de datos que se lleva a cabo mediante un instrumento llamado acondicionador de señal, Ese instrumento convierte un tipo de señal eléctrica o mecánica (señal de entrada) en otro (señal de salida), que en este caso en neumática.</a:t>
            </a:r>
            <a:endParaRPr/>
          </a:p>
        </p:txBody>
      </p:sp>
      <p:sp>
        <p:nvSpPr>
          <p:cNvPr id="1486" name="Google Shape;1486;p67"/>
          <p:cNvSpPr txBox="1"/>
          <p:nvPr>
            <p:ph type="ctrTitle"/>
          </p:nvPr>
        </p:nvSpPr>
        <p:spPr>
          <a:xfrm>
            <a:off x="1524000" y="416511"/>
            <a:ext cx="9144000" cy="477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¿Que es la adaptación de señales?</a:t>
            </a:r>
            <a:endParaRPr/>
          </a:p>
        </p:txBody>
      </p:sp>
      <p:sp>
        <p:nvSpPr>
          <p:cNvPr id="1487" name="Google Shape;1487;p67"/>
          <p:cNvSpPr txBox="1"/>
          <p:nvPr>
            <p:ph idx="1" type="subTitle"/>
          </p:nvPr>
        </p:nvSpPr>
        <p:spPr>
          <a:xfrm>
            <a:off x="1524000" y="4721506"/>
            <a:ext cx="9673389" cy="162275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lang="es-BO"/>
              <a:t>Como se sabe en la planta se utiliza el aire comprimido como una fuente de energía, debido a que la mayoría de actuadores utilizan la señal neumática para realizar una determinada acción y para poder controlar estas acciones se utiliza señales eléctricas.</a:t>
            </a:r>
            <a:endParaRPr/>
          </a:p>
          <a:p>
            <a:pPr indent="0" lvl="0" marL="0" rtl="0" algn="just">
              <a:lnSpc>
                <a:spcPct val="90000"/>
              </a:lnSpc>
              <a:spcBef>
                <a:spcPts val="1000"/>
              </a:spcBef>
              <a:spcAft>
                <a:spcPts val="0"/>
              </a:spcAft>
              <a:buClr>
                <a:schemeClr val="dk1"/>
              </a:buClr>
              <a:buSzPts val="2000"/>
              <a:buNone/>
            </a:pPr>
            <a:r>
              <a:rPr lang="es-BO"/>
              <a:t>También Tenemos la adaptación de una señal analógica para la activación del motor trifásico en la unidad de selección</a:t>
            </a:r>
            <a:endParaRPr/>
          </a:p>
          <a:p>
            <a:pPr indent="0" lvl="0" marL="0" rtl="0" algn="l">
              <a:lnSpc>
                <a:spcPct val="90000"/>
              </a:lnSpc>
              <a:spcBef>
                <a:spcPts val="1000"/>
              </a:spcBef>
              <a:spcAft>
                <a:spcPts val="0"/>
              </a:spcAft>
              <a:buClr>
                <a:schemeClr val="dk1"/>
              </a:buClr>
              <a:buSzPts val="2000"/>
              <a:buNone/>
            </a:pPr>
            <a:r>
              <a:t/>
            </a:r>
            <a:endParaRPr/>
          </a:p>
        </p:txBody>
      </p:sp>
      <p:grpSp>
        <p:nvGrpSpPr>
          <p:cNvPr id="1488" name="Google Shape;1488;p67"/>
          <p:cNvGrpSpPr/>
          <p:nvPr/>
        </p:nvGrpSpPr>
        <p:grpSpPr>
          <a:xfrm>
            <a:off x="5351555" y="2408538"/>
            <a:ext cx="1950838" cy="1375590"/>
            <a:chOff x="5379547" y="2175273"/>
            <a:chExt cx="1950838" cy="1375590"/>
          </a:xfrm>
        </p:grpSpPr>
        <p:sp>
          <p:nvSpPr>
            <p:cNvPr id="1489" name="Google Shape;1489;p67"/>
            <p:cNvSpPr/>
            <p:nvPr/>
          </p:nvSpPr>
          <p:spPr>
            <a:xfrm>
              <a:off x="5868525" y="2840632"/>
              <a:ext cx="972883" cy="710231"/>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I/P</a:t>
              </a:r>
              <a:endParaRPr/>
            </a:p>
          </p:txBody>
        </p:sp>
        <p:sp>
          <p:nvSpPr>
            <p:cNvPr id="1490" name="Google Shape;1490;p67"/>
            <p:cNvSpPr txBox="1"/>
            <p:nvPr/>
          </p:nvSpPr>
          <p:spPr>
            <a:xfrm>
              <a:off x="5379547" y="2175273"/>
              <a:ext cx="1950838"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Conversor de corriente a presión</a:t>
              </a:r>
              <a:endParaRPr/>
            </a:p>
          </p:txBody>
        </p:sp>
      </p:grpSp>
      <p:grpSp>
        <p:nvGrpSpPr>
          <p:cNvPr id="1491" name="Google Shape;1491;p67"/>
          <p:cNvGrpSpPr/>
          <p:nvPr/>
        </p:nvGrpSpPr>
        <p:grpSpPr>
          <a:xfrm>
            <a:off x="2808574" y="2491191"/>
            <a:ext cx="3032084" cy="1860884"/>
            <a:chOff x="2836566" y="2257926"/>
            <a:chExt cx="3032084" cy="1860884"/>
          </a:xfrm>
        </p:grpSpPr>
        <p:pic>
          <p:nvPicPr>
            <p:cNvPr descr="Macro PLC - Simulador de Ladde - Apps en Google Play" id="1492" name="Google Shape;1492;p67"/>
            <p:cNvPicPr preferRelativeResize="0"/>
            <p:nvPr/>
          </p:nvPicPr>
          <p:blipFill rotWithShape="1">
            <a:blip r:embed="rId3">
              <a:alphaModFix/>
            </a:blip>
            <a:srcRect b="0" l="0" r="0" t="0"/>
            <a:stretch/>
          </p:blipFill>
          <p:spPr>
            <a:xfrm>
              <a:off x="2836566" y="2257926"/>
              <a:ext cx="1860884" cy="1860884"/>
            </a:xfrm>
            <a:prstGeom prst="rect">
              <a:avLst/>
            </a:prstGeom>
            <a:noFill/>
            <a:ln>
              <a:noFill/>
            </a:ln>
          </p:spPr>
        </p:pic>
        <p:cxnSp>
          <p:nvCxnSpPr>
            <p:cNvPr id="1493" name="Google Shape;1493;p67"/>
            <p:cNvCxnSpPr>
              <a:stCxn id="1492" idx="3"/>
              <a:endCxn id="1489" idx="1"/>
            </p:cNvCxnSpPr>
            <p:nvPr/>
          </p:nvCxnSpPr>
          <p:spPr>
            <a:xfrm>
              <a:off x="4697450" y="3188368"/>
              <a:ext cx="1171200" cy="7500"/>
            </a:xfrm>
            <a:prstGeom prst="straightConnector1">
              <a:avLst/>
            </a:prstGeom>
            <a:noFill/>
            <a:ln cap="flat" cmpd="sng" w="28575">
              <a:solidFill>
                <a:schemeClr val="dk1"/>
              </a:solidFill>
              <a:prstDash val="dash"/>
              <a:miter lim="800000"/>
              <a:headEnd len="sm" w="sm" type="none"/>
              <a:tailEnd len="med" w="med" type="triangle"/>
            </a:ln>
          </p:spPr>
        </p:cxnSp>
        <p:sp>
          <p:nvSpPr>
            <p:cNvPr id="1494" name="Google Shape;1494;p67"/>
            <p:cNvSpPr txBox="1"/>
            <p:nvPr/>
          </p:nvSpPr>
          <p:spPr>
            <a:xfrm>
              <a:off x="4545123" y="3255677"/>
              <a:ext cx="114405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Señal eléctrica</a:t>
              </a:r>
              <a:endParaRPr/>
            </a:p>
          </p:txBody>
        </p:sp>
      </p:grpSp>
      <p:grpSp>
        <p:nvGrpSpPr>
          <p:cNvPr id="1495" name="Google Shape;1495;p67"/>
          <p:cNvGrpSpPr/>
          <p:nvPr/>
        </p:nvGrpSpPr>
        <p:grpSpPr>
          <a:xfrm>
            <a:off x="6664974" y="2540162"/>
            <a:ext cx="3078319" cy="1762942"/>
            <a:chOff x="6664974" y="2540162"/>
            <a:chExt cx="3078319" cy="1762942"/>
          </a:xfrm>
        </p:grpSpPr>
        <p:sp>
          <p:nvSpPr>
            <p:cNvPr id="1496" name="Google Shape;1496;p67"/>
            <p:cNvSpPr txBox="1"/>
            <p:nvPr/>
          </p:nvSpPr>
          <p:spPr>
            <a:xfrm>
              <a:off x="6664974" y="3492912"/>
              <a:ext cx="140953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Señal neumática</a:t>
              </a:r>
              <a:endParaRPr/>
            </a:p>
          </p:txBody>
        </p:sp>
        <p:grpSp>
          <p:nvGrpSpPr>
            <p:cNvPr id="1497" name="Google Shape;1497;p67"/>
            <p:cNvGrpSpPr/>
            <p:nvPr/>
          </p:nvGrpSpPr>
          <p:grpSpPr>
            <a:xfrm>
              <a:off x="6813416" y="2540162"/>
              <a:ext cx="2929877" cy="1762942"/>
              <a:chOff x="6841408" y="2306897"/>
              <a:chExt cx="2929877" cy="1762942"/>
            </a:xfrm>
          </p:grpSpPr>
          <p:pic>
            <p:nvPicPr>
              <p:cNvPr id="1498" name="Google Shape;1498;p67"/>
              <p:cNvPicPr preferRelativeResize="0"/>
              <p:nvPr/>
            </p:nvPicPr>
            <p:blipFill rotWithShape="1">
              <a:blip r:embed="rId4">
                <a:alphaModFix/>
              </a:blip>
              <a:srcRect b="0" l="0" r="0" t="0"/>
              <a:stretch/>
            </p:blipFill>
            <p:spPr>
              <a:xfrm>
                <a:off x="8008343" y="2306897"/>
                <a:ext cx="1762942" cy="1762942"/>
              </a:xfrm>
              <a:prstGeom prst="rect">
                <a:avLst/>
              </a:prstGeom>
              <a:noFill/>
              <a:ln>
                <a:noFill/>
              </a:ln>
            </p:spPr>
          </p:pic>
          <p:cxnSp>
            <p:nvCxnSpPr>
              <p:cNvPr id="1499" name="Google Shape;1499;p67"/>
              <p:cNvCxnSpPr/>
              <p:nvPr/>
            </p:nvCxnSpPr>
            <p:spPr>
              <a:xfrm flipH="1" rot="10800000">
                <a:off x="6841408" y="3188368"/>
                <a:ext cx="1169005" cy="7380"/>
              </a:xfrm>
              <a:prstGeom prst="straightConnector1">
                <a:avLst/>
              </a:prstGeom>
              <a:noFill/>
              <a:ln cap="flat" cmpd="sng" w="19050">
                <a:solidFill>
                  <a:schemeClr val="dk1"/>
                </a:solidFill>
                <a:prstDash val="solid"/>
                <a:miter lim="800000"/>
                <a:headEnd len="sm" w="sm" type="none"/>
                <a:tailEnd len="med" w="med" type="triangle"/>
              </a:ln>
            </p:spPr>
          </p:cxnSp>
          <p:cxnSp>
            <p:nvCxnSpPr>
              <p:cNvPr id="1500" name="Google Shape;1500;p67"/>
              <p:cNvCxnSpPr/>
              <p:nvPr/>
            </p:nvCxnSpPr>
            <p:spPr>
              <a:xfrm flipH="1">
                <a:off x="7271796" y="3097433"/>
                <a:ext cx="185169" cy="204567"/>
              </a:xfrm>
              <a:prstGeom prst="straightConnector1">
                <a:avLst/>
              </a:prstGeom>
              <a:noFill/>
              <a:ln cap="flat" cmpd="sng" w="19050">
                <a:solidFill>
                  <a:schemeClr val="dk1"/>
                </a:solidFill>
                <a:prstDash val="solid"/>
                <a:miter lim="800000"/>
                <a:headEnd len="sm" w="sm" type="none"/>
                <a:tailEnd len="sm" w="sm" type="none"/>
              </a:ln>
            </p:spPr>
          </p:cxnSp>
          <p:cxnSp>
            <p:nvCxnSpPr>
              <p:cNvPr id="1501" name="Google Shape;1501;p67"/>
              <p:cNvCxnSpPr/>
              <p:nvPr/>
            </p:nvCxnSpPr>
            <p:spPr>
              <a:xfrm flipH="1">
                <a:off x="7385279" y="3093463"/>
                <a:ext cx="185169" cy="204567"/>
              </a:xfrm>
              <a:prstGeom prst="straightConnector1">
                <a:avLst/>
              </a:prstGeom>
              <a:noFill/>
              <a:ln cap="flat" cmpd="sng" w="19050">
                <a:solidFill>
                  <a:schemeClr val="dk1"/>
                </a:solidFill>
                <a:prstDash val="solid"/>
                <a:miter lim="800000"/>
                <a:headEnd len="sm" w="sm" type="none"/>
                <a:tailEnd len="sm" w="sm"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6"/>
                                        </p:tgtEl>
                                        <p:attrNameLst>
                                          <p:attrName>style.visibility</p:attrName>
                                        </p:attrNameLst>
                                      </p:cBhvr>
                                      <p:to>
                                        <p:strVal val="visible"/>
                                      </p:to>
                                    </p:set>
                                    <p:animEffect filter="fade" transition="in">
                                      <p:cBhvr>
                                        <p:cTn dur="1000"/>
                                        <p:tgtEl>
                                          <p:spTgt spid="1486"/>
                                        </p:tgtEl>
                                      </p:cBhvr>
                                    </p:animEffect>
                                  </p:childTnLst>
                                </p:cTn>
                              </p:par>
                              <p:par>
                                <p:cTn fill="hold" nodeType="withEffect" presetClass="entr" presetID="10" presetSubtype="0">
                                  <p:stCondLst>
                                    <p:cond delay="0"/>
                                  </p:stCondLst>
                                  <p:childTnLst>
                                    <p:set>
                                      <p:cBhvr>
                                        <p:cTn dur="1" fill="hold">
                                          <p:stCondLst>
                                            <p:cond delay="0"/>
                                          </p:stCondLst>
                                        </p:cTn>
                                        <p:tgtEl>
                                          <p:spTgt spid="1485"/>
                                        </p:tgtEl>
                                        <p:attrNameLst>
                                          <p:attrName>style.visibility</p:attrName>
                                        </p:attrNameLst>
                                      </p:cBhvr>
                                      <p:to>
                                        <p:strVal val="visible"/>
                                      </p:to>
                                    </p:set>
                                    <p:animEffect filter="fade" transition="in">
                                      <p:cBhvr>
                                        <p:cTn dur="1000"/>
                                        <p:tgtEl>
                                          <p:spTgt spid="1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1"/>
                                        </p:tgtEl>
                                        <p:attrNameLst>
                                          <p:attrName>style.visibility</p:attrName>
                                        </p:attrNameLst>
                                      </p:cBhvr>
                                      <p:to>
                                        <p:strVal val="visible"/>
                                      </p:to>
                                    </p:set>
                                    <p:animEffect filter="fade" transition="in">
                                      <p:cBhvr>
                                        <p:cTn dur="500"/>
                                        <p:tgtEl>
                                          <p:spTgt spid="1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8"/>
                                        </p:tgtEl>
                                        <p:attrNameLst>
                                          <p:attrName>style.visibility</p:attrName>
                                        </p:attrNameLst>
                                      </p:cBhvr>
                                      <p:to>
                                        <p:strVal val="visible"/>
                                      </p:to>
                                    </p:set>
                                    <p:animEffect filter="fade" transition="in">
                                      <p:cBhvr>
                                        <p:cTn dur="500"/>
                                        <p:tgtEl>
                                          <p:spTgt spid="1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5"/>
                                        </p:tgtEl>
                                        <p:attrNameLst>
                                          <p:attrName>style.visibility</p:attrName>
                                        </p:attrNameLst>
                                      </p:cBhvr>
                                      <p:to>
                                        <p:strVal val="visible"/>
                                      </p:to>
                                    </p:set>
                                    <p:animEffect filter="fade" transition="in">
                                      <p:cBhvr>
                                        <p:cTn dur="500"/>
                                        <p:tgtEl>
                                          <p:spTgt spid="1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7">
                                            <p:txEl>
                                              <p:pRg end="0" st="0"/>
                                            </p:txEl>
                                          </p:spTgt>
                                        </p:tgtEl>
                                        <p:attrNameLst>
                                          <p:attrName>style.visibility</p:attrName>
                                        </p:attrNameLst>
                                      </p:cBhvr>
                                      <p:to>
                                        <p:strVal val="visible"/>
                                      </p:to>
                                    </p:set>
                                    <p:anim calcmode="lin" valueType="num">
                                      <p:cBhvr additive="base">
                                        <p:cTn dur="500"/>
                                        <p:tgtEl>
                                          <p:spTgt spid="148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7">
                                            <p:txEl>
                                              <p:pRg end="1" st="1"/>
                                            </p:txEl>
                                          </p:spTgt>
                                        </p:tgtEl>
                                        <p:attrNameLst>
                                          <p:attrName>style.visibility</p:attrName>
                                        </p:attrNameLst>
                                      </p:cBhvr>
                                      <p:to>
                                        <p:strVal val="visible"/>
                                      </p:to>
                                    </p:set>
                                    <p:anim calcmode="lin" valueType="num">
                                      <p:cBhvr additive="base">
                                        <p:cTn dur="500"/>
                                        <p:tgtEl>
                                          <p:spTgt spid="148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7">
                                            <p:txEl>
                                              <p:pRg end="2" st="2"/>
                                            </p:txEl>
                                          </p:spTgt>
                                        </p:tgtEl>
                                        <p:attrNameLst>
                                          <p:attrName>style.visibility</p:attrName>
                                        </p:attrNameLst>
                                      </p:cBhvr>
                                      <p:to>
                                        <p:strVal val="visible"/>
                                      </p:to>
                                    </p:set>
                                    <p:anim calcmode="lin" valueType="num">
                                      <p:cBhvr additive="base">
                                        <p:cTn dur="500"/>
                                        <p:tgtEl>
                                          <p:spTgt spid="148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68"/>
          <p:cNvSpPr txBox="1"/>
          <p:nvPr>
            <p:ph type="ctrTitle"/>
          </p:nvPr>
        </p:nvSpPr>
        <p:spPr>
          <a:xfrm>
            <a:off x="1524000" y="373063"/>
            <a:ext cx="3911600" cy="5921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El acondicionamiento de señal</a:t>
            </a:r>
            <a:endParaRPr/>
          </a:p>
        </p:txBody>
      </p:sp>
      <p:sp>
        <p:nvSpPr>
          <p:cNvPr id="1508" name="Google Shape;1508;p68"/>
          <p:cNvSpPr txBox="1"/>
          <p:nvPr>
            <p:ph idx="1" type="subTitle"/>
          </p:nvPr>
        </p:nvSpPr>
        <p:spPr>
          <a:xfrm>
            <a:off x="1524000" y="1101331"/>
            <a:ext cx="9144000" cy="207930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lang="es-BO"/>
              <a:t>Los circuitos de acondicionamiento de la señal de entrada se encargan de la amplificación, filtrado y adaptación de señal del sensor, deben estar protegidos a sobretensiones, en particular si están separados de los sensores, pueden realizar también la linealización de sensores, la diferenciación  e integración de señales , la detección de fallos, la comparación con limites y otras mas complejas. Dado que manejan solo señales eléctricas sin convertirlas en otras formas físicas, los acondicionadores de señal constituyen lo que se denomina una interfaz.</a:t>
            </a:r>
            <a:endParaRPr/>
          </a:p>
        </p:txBody>
      </p:sp>
      <p:sp>
        <p:nvSpPr>
          <p:cNvPr id="1509" name="Google Shape;1509;p68"/>
          <p:cNvSpPr/>
          <p:nvPr/>
        </p:nvSpPr>
        <p:spPr>
          <a:xfrm>
            <a:off x="4924425" y="4000609"/>
            <a:ext cx="2228850" cy="592137"/>
          </a:xfrm>
          <a:prstGeom prst="rect">
            <a:avLst/>
          </a:prstGeom>
          <a:gradFill>
            <a:gsLst>
              <a:gs pos="0">
                <a:srgbClr val="B0CAE9"/>
              </a:gs>
              <a:gs pos="50000">
                <a:srgbClr val="A1C1E4"/>
              </a:gs>
              <a:gs pos="100000">
                <a:srgbClr val="90B8E4"/>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Acondicionamiento de señal</a:t>
            </a:r>
            <a:endParaRPr/>
          </a:p>
        </p:txBody>
      </p:sp>
      <p:grpSp>
        <p:nvGrpSpPr>
          <p:cNvPr id="1510" name="Google Shape;1510;p68"/>
          <p:cNvGrpSpPr/>
          <p:nvPr/>
        </p:nvGrpSpPr>
        <p:grpSpPr>
          <a:xfrm>
            <a:off x="6038850" y="4592746"/>
            <a:ext cx="3162296" cy="1332873"/>
            <a:chOff x="5926007" y="4196469"/>
            <a:chExt cx="2976397" cy="1231794"/>
          </a:xfrm>
        </p:grpSpPr>
        <p:sp>
          <p:nvSpPr>
            <p:cNvPr id="1511" name="Google Shape;1511;p68"/>
            <p:cNvSpPr/>
            <p:nvPr/>
          </p:nvSpPr>
          <p:spPr>
            <a:xfrm>
              <a:off x="7256484" y="4574955"/>
              <a:ext cx="1645920" cy="853308"/>
            </a:xfrm>
            <a:prstGeom prst="roundRect">
              <a:avLst>
                <a:gd fmla="val 16667" name="adj"/>
              </a:avLst>
            </a:prstGeom>
            <a:gradFill>
              <a:gsLst>
                <a:gs pos="0">
                  <a:srgbClr val="B0CAE9"/>
                </a:gs>
                <a:gs pos="50000">
                  <a:srgbClr val="A1C1E4"/>
                </a:gs>
                <a:gs pos="100000">
                  <a:srgbClr val="90B8E4"/>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Por medio de procesamiento(algoritmos)</a:t>
              </a:r>
              <a:endParaRPr/>
            </a:p>
          </p:txBody>
        </p:sp>
        <p:cxnSp>
          <p:nvCxnSpPr>
            <p:cNvPr id="1512" name="Google Shape;1512;p68"/>
            <p:cNvCxnSpPr>
              <a:stCxn id="1509" idx="2"/>
              <a:endCxn id="1511" idx="0"/>
            </p:cNvCxnSpPr>
            <p:nvPr/>
          </p:nvCxnSpPr>
          <p:spPr>
            <a:xfrm flipH="1" rot="-5400000">
              <a:off x="6813407" y="3309069"/>
              <a:ext cx="378600" cy="2153400"/>
            </a:xfrm>
            <a:prstGeom prst="bentConnector3">
              <a:avLst>
                <a:gd fmla="val -50552" name="adj1"/>
              </a:avLst>
            </a:prstGeom>
            <a:noFill/>
            <a:ln cap="flat" cmpd="sng" w="38100">
              <a:solidFill>
                <a:schemeClr val="accent1"/>
              </a:solidFill>
              <a:prstDash val="solid"/>
              <a:miter lim="800000"/>
              <a:headEnd len="sm" w="sm" type="none"/>
              <a:tailEnd len="med" w="med" type="triangle"/>
            </a:ln>
          </p:spPr>
        </p:cxnSp>
      </p:grpSp>
      <p:grpSp>
        <p:nvGrpSpPr>
          <p:cNvPr id="1513" name="Google Shape;1513;p68"/>
          <p:cNvGrpSpPr/>
          <p:nvPr/>
        </p:nvGrpSpPr>
        <p:grpSpPr>
          <a:xfrm>
            <a:off x="2897487" y="4592746"/>
            <a:ext cx="3141363" cy="1163923"/>
            <a:chOff x="2800350" y="4048157"/>
            <a:chExt cx="3141363" cy="1163923"/>
          </a:xfrm>
        </p:grpSpPr>
        <p:sp>
          <p:nvSpPr>
            <p:cNvPr id="1514" name="Google Shape;1514;p68"/>
            <p:cNvSpPr/>
            <p:nvPr/>
          </p:nvSpPr>
          <p:spPr>
            <a:xfrm>
              <a:off x="2800350" y="4457700"/>
              <a:ext cx="2044066" cy="754380"/>
            </a:xfrm>
            <a:prstGeom prst="roundRect">
              <a:avLst>
                <a:gd fmla="val 16667" name="adj"/>
              </a:avLst>
            </a:prstGeom>
            <a:gradFill>
              <a:gsLst>
                <a:gs pos="0">
                  <a:srgbClr val="B0CAE9"/>
                </a:gs>
                <a:gs pos="50000">
                  <a:srgbClr val="A1C1E4"/>
                </a:gs>
                <a:gs pos="100000">
                  <a:srgbClr val="90B8E4"/>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Por medio físico(circuitos)</a:t>
              </a:r>
              <a:endParaRPr/>
            </a:p>
          </p:txBody>
        </p:sp>
        <p:cxnSp>
          <p:nvCxnSpPr>
            <p:cNvPr id="1515" name="Google Shape;1515;p68"/>
            <p:cNvCxnSpPr>
              <a:stCxn id="1509" idx="2"/>
              <a:endCxn id="1514" idx="0"/>
            </p:cNvCxnSpPr>
            <p:nvPr/>
          </p:nvCxnSpPr>
          <p:spPr>
            <a:xfrm rot="5400000">
              <a:off x="4677363" y="3193307"/>
              <a:ext cx="409500" cy="2119200"/>
            </a:xfrm>
            <a:prstGeom prst="bentConnector3">
              <a:avLst>
                <a:gd fmla="val -82975" name="adj1"/>
              </a:avLst>
            </a:prstGeom>
            <a:noFill/>
            <a:ln cap="flat" cmpd="sng" w="38100">
              <a:solidFill>
                <a:schemeClr val="accent1"/>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8">
                                            <p:txEl>
                                              <p:pRg end="0" st="0"/>
                                            </p:txEl>
                                          </p:spTgt>
                                        </p:tgtEl>
                                        <p:attrNameLst>
                                          <p:attrName>style.visibility</p:attrName>
                                        </p:attrNameLst>
                                      </p:cBhvr>
                                      <p:to>
                                        <p:strVal val="visible"/>
                                      </p:to>
                                    </p:set>
                                    <p:animEffect filter="fade" transition="in">
                                      <p:cBhvr>
                                        <p:cTn dur="1000"/>
                                        <p:tgtEl>
                                          <p:spTgt spid="15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9"/>
                                        </p:tgtEl>
                                        <p:attrNameLst>
                                          <p:attrName>style.visibility</p:attrName>
                                        </p:attrNameLst>
                                      </p:cBhvr>
                                      <p:to>
                                        <p:strVal val="visible"/>
                                      </p:to>
                                    </p:set>
                                    <p:animEffect filter="fade" transition="in">
                                      <p:cBhvr>
                                        <p:cTn dur="1000"/>
                                        <p:tgtEl>
                                          <p:spTgt spid="1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3"/>
                                        </p:tgtEl>
                                        <p:attrNameLst>
                                          <p:attrName>style.visibility</p:attrName>
                                        </p:attrNameLst>
                                      </p:cBhvr>
                                      <p:to>
                                        <p:strVal val="visible"/>
                                      </p:to>
                                    </p:set>
                                    <p:animEffect filter="fade" transition="in">
                                      <p:cBhvr>
                                        <p:cTn dur="1000"/>
                                        <p:tgtEl>
                                          <p:spTgt spid="1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0"/>
                                        </p:tgtEl>
                                        <p:attrNameLst>
                                          <p:attrName>style.visibility</p:attrName>
                                        </p:attrNameLst>
                                      </p:cBhvr>
                                      <p:to>
                                        <p:strVal val="visible"/>
                                      </p:to>
                                    </p:set>
                                    <p:animEffect filter="fade" transition="in">
                                      <p:cBhvr>
                                        <p:cTn dur="1000"/>
                                        <p:tgtEl>
                                          <p:spTgt spid="15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69"/>
          <p:cNvSpPr txBox="1"/>
          <p:nvPr>
            <p:ph type="ctrTitle"/>
          </p:nvPr>
        </p:nvSpPr>
        <p:spPr>
          <a:xfrm>
            <a:off x="1286404" y="467727"/>
            <a:ext cx="9144000" cy="590366"/>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2060"/>
              </a:buClr>
              <a:buSzPts val="2200"/>
              <a:buFont typeface="Times New Roman"/>
              <a:buNone/>
            </a:pPr>
            <a:r>
              <a:rPr b="1" lang="es-BO"/>
              <a:t>Adaptación y distribución de señales para la activación de los actuadores neumáticos </a:t>
            </a:r>
            <a:endParaRPr b="1"/>
          </a:p>
        </p:txBody>
      </p:sp>
      <p:sp>
        <p:nvSpPr>
          <p:cNvPr id="1522" name="Google Shape;1522;p69"/>
          <p:cNvSpPr txBox="1"/>
          <p:nvPr>
            <p:ph idx="1" type="subTitle"/>
          </p:nvPr>
        </p:nvSpPr>
        <p:spPr>
          <a:xfrm>
            <a:off x="1408033" y="1111983"/>
            <a:ext cx="9496926" cy="159717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s-BO"/>
              <a:t>Cabe mencionar que en el proceso de la maqueta no se cuenta con variables analógicas, solamente se tienen eventos discretos, es decir que para que un actuador entre en acción solo se va a tener 2 posiciones (Encendido y Apagado).</a:t>
            </a:r>
            <a:endParaRPr/>
          </a:p>
          <a:p>
            <a:pPr indent="0" lvl="0" marL="0" rtl="0" algn="l">
              <a:lnSpc>
                <a:spcPct val="90000"/>
              </a:lnSpc>
              <a:spcBef>
                <a:spcPts val="1000"/>
              </a:spcBef>
              <a:spcAft>
                <a:spcPts val="0"/>
              </a:spcAft>
              <a:buClr>
                <a:schemeClr val="dk1"/>
              </a:buClr>
              <a:buSzPts val="2000"/>
              <a:buNone/>
            </a:pPr>
            <a:r>
              <a:rPr lang="es-BO"/>
              <a:t>En este caso las electroválvulas actúan como transductores de energía eléctrica a energía neumática.</a:t>
            </a:r>
            <a:endParaRPr/>
          </a:p>
        </p:txBody>
      </p:sp>
      <p:sp>
        <p:nvSpPr>
          <p:cNvPr id="1523" name="Google Shape;1523;p69"/>
          <p:cNvSpPr txBox="1"/>
          <p:nvPr/>
        </p:nvSpPr>
        <p:spPr>
          <a:xfrm>
            <a:off x="4881027" y="2477306"/>
            <a:ext cx="228370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Conversor de corriente a presión</a:t>
            </a:r>
            <a:endParaRPr/>
          </a:p>
        </p:txBody>
      </p:sp>
      <p:grpSp>
        <p:nvGrpSpPr>
          <p:cNvPr id="1524" name="Google Shape;1524;p69"/>
          <p:cNvGrpSpPr/>
          <p:nvPr/>
        </p:nvGrpSpPr>
        <p:grpSpPr>
          <a:xfrm>
            <a:off x="1650292" y="3191299"/>
            <a:ext cx="3068510" cy="1860884"/>
            <a:chOff x="2836566" y="2257926"/>
            <a:chExt cx="3032084" cy="1860884"/>
          </a:xfrm>
        </p:grpSpPr>
        <p:pic>
          <p:nvPicPr>
            <p:cNvPr descr="Macro PLC - Simulador de Ladde - Apps en Google Play" id="1525" name="Google Shape;1525;p69"/>
            <p:cNvPicPr preferRelativeResize="0"/>
            <p:nvPr/>
          </p:nvPicPr>
          <p:blipFill rotWithShape="1">
            <a:blip r:embed="rId3">
              <a:alphaModFix/>
            </a:blip>
            <a:srcRect b="0" l="0" r="0" t="0"/>
            <a:stretch/>
          </p:blipFill>
          <p:spPr>
            <a:xfrm>
              <a:off x="2836566" y="2257926"/>
              <a:ext cx="1860884" cy="1860884"/>
            </a:xfrm>
            <a:prstGeom prst="rect">
              <a:avLst/>
            </a:prstGeom>
            <a:noFill/>
            <a:ln>
              <a:noFill/>
            </a:ln>
          </p:spPr>
        </p:pic>
        <p:cxnSp>
          <p:nvCxnSpPr>
            <p:cNvPr id="1526" name="Google Shape;1526;p69"/>
            <p:cNvCxnSpPr>
              <a:stCxn id="1525" idx="3"/>
            </p:cNvCxnSpPr>
            <p:nvPr/>
          </p:nvCxnSpPr>
          <p:spPr>
            <a:xfrm>
              <a:off x="4697450" y="3188368"/>
              <a:ext cx="1171200" cy="7500"/>
            </a:xfrm>
            <a:prstGeom prst="straightConnector1">
              <a:avLst/>
            </a:prstGeom>
            <a:noFill/>
            <a:ln cap="flat" cmpd="sng" w="28575">
              <a:solidFill>
                <a:schemeClr val="dk1"/>
              </a:solidFill>
              <a:prstDash val="dash"/>
              <a:miter lim="800000"/>
              <a:headEnd len="sm" w="sm" type="none"/>
              <a:tailEnd len="med" w="med" type="triangle"/>
            </a:ln>
          </p:spPr>
        </p:cxnSp>
        <p:sp>
          <p:nvSpPr>
            <p:cNvPr id="1527" name="Google Shape;1527;p69"/>
            <p:cNvSpPr txBox="1"/>
            <p:nvPr/>
          </p:nvSpPr>
          <p:spPr>
            <a:xfrm>
              <a:off x="4545123" y="3255677"/>
              <a:ext cx="114405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Señal eléctrica</a:t>
              </a:r>
              <a:endParaRPr/>
            </a:p>
          </p:txBody>
        </p:sp>
      </p:grpSp>
      <p:pic>
        <p:nvPicPr>
          <p:cNvPr id="1528" name="Google Shape;1528;p69"/>
          <p:cNvPicPr preferRelativeResize="0"/>
          <p:nvPr/>
        </p:nvPicPr>
        <p:blipFill rotWithShape="1">
          <a:blip r:embed="rId4">
            <a:alphaModFix/>
          </a:blip>
          <a:srcRect b="0" l="0" r="0" t="0"/>
          <a:stretch/>
        </p:blipFill>
        <p:spPr>
          <a:xfrm>
            <a:off x="4626730" y="3184329"/>
            <a:ext cx="2732596" cy="2039603"/>
          </a:xfrm>
          <a:prstGeom prst="rect">
            <a:avLst/>
          </a:prstGeom>
          <a:noFill/>
          <a:ln>
            <a:noFill/>
          </a:ln>
        </p:spPr>
      </p:pic>
      <p:grpSp>
        <p:nvGrpSpPr>
          <p:cNvPr id="1529" name="Google Shape;1529;p69"/>
          <p:cNvGrpSpPr/>
          <p:nvPr/>
        </p:nvGrpSpPr>
        <p:grpSpPr>
          <a:xfrm>
            <a:off x="7355898" y="2477306"/>
            <a:ext cx="3549061" cy="3253180"/>
            <a:chOff x="7342850" y="2461159"/>
            <a:chExt cx="3549061" cy="3253180"/>
          </a:xfrm>
        </p:grpSpPr>
        <p:sp>
          <p:nvSpPr>
            <p:cNvPr id="1530" name="Google Shape;1530;p69"/>
            <p:cNvSpPr txBox="1"/>
            <p:nvPr/>
          </p:nvSpPr>
          <p:spPr>
            <a:xfrm>
              <a:off x="7342850" y="2651523"/>
              <a:ext cx="140953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Señal neumática</a:t>
              </a:r>
              <a:endParaRPr/>
            </a:p>
          </p:txBody>
        </p:sp>
        <p:grpSp>
          <p:nvGrpSpPr>
            <p:cNvPr id="1531" name="Google Shape;1531;p69"/>
            <p:cNvGrpSpPr/>
            <p:nvPr/>
          </p:nvGrpSpPr>
          <p:grpSpPr>
            <a:xfrm>
              <a:off x="7346278" y="2461159"/>
              <a:ext cx="3071078" cy="1726825"/>
              <a:chOff x="7836365" y="2217984"/>
              <a:chExt cx="3071078" cy="1726825"/>
            </a:xfrm>
          </p:grpSpPr>
          <p:cxnSp>
            <p:nvCxnSpPr>
              <p:cNvPr id="1532" name="Google Shape;1532;p69"/>
              <p:cNvCxnSpPr>
                <a:stCxn id="1528" idx="3"/>
                <a:endCxn id="1533" idx="1"/>
              </p:cNvCxnSpPr>
              <p:nvPr/>
            </p:nvCxnSpPr>
            <p:spPr>
              <a:xfrm flipH="1" rot="10800000">
                <a:off x="7836365" y="3003109"/>
                <a:ext cx="1500600" cy="941700"/>
              </a:xfrm>
              <a:prstGeom prst="straightConnector1">
                <a:avLst/>
              </a:prstGeom>
              <a:noFill/>
              <a:ln cap="flat" cmpd="sng" w="28575">
                <a:solidFill>
                  <a:schemeClr val="dk1"/>
                </a:solidFill>
                <a:prstDash val="solid"/>
                <a:miter lim="800000"/>
                <a:headEnd len="sm" w="sm" type="none"/>
                <a:tailEnd len="med" w="med" type="triangle"/>
              </a:ln>
            </p:spPr>
          </p:cxnSp>
          <p:pic>
            <p:nvPicPr>
              <p:cNvPr id="1533" name="Google Shape;1533;p69"/>
              <p:cNvPicPr preferRelativeResize="0"/>
              <p:nvPr/>
            </p:nvPicPr>
            <p:blipFill rotWithShape="1">
              <a:blip r:embed="rId5">
                <a:alphaModFix/>
              </a:blip>
              <a:srcRect b="0" l="0" r="0" t="0"/>
              <a:stretch/>
            </p:blipFill>
            <p:spPr>
              <a:xfrm>
                <a:off x="9337079" y="2217984"/>
                <a:ext cx="1570364" cy="1570364"/>
              </a:xfrm>
              <a:prstGeom prst="rect">
                <a:avLst/>
              </a:prstGeom>
              <a:noFill/>
              <a:ln>
                <a:noFill/>
              </a:ln>
            </p:spPr>
          </p:pic>
          <p:cxnSp>
            <p:nvCxnSpPr>
              <p:cNvPr id="1534" name="Google Shape;1534;p69"/>
              <p:cNvCxnSpPr/>
              <p:nvPr/>
            </p:nvCxnSpPr>
            <p:spPr>
              <a:xfrm>
                <a:off x="8673297" y="3255446"/>
                <a:ext cx="88148" cy="287610"/>
              </a:xfrm>
              <a:prstGeom prst="straightConnector1">
                <a:avLst/>
              </a:prstGeom>
              <a:noFill/>
              <a:ln cap="flat" cmpd="sng" w="19050">
                <a:solidFill>
                  <a:schemeClr val="dk1"/>
                </a:solidFill>
                <a:prstDash val="solid"/>
                <a:miter lim="800000"/>
                <a:headEnd len="sm" w="sm" type="none"/>
                <a:tailEnd len="sm" w="sm" type="none"/>
              </a:ln>
            </p:spPr>
          </p:cxnSp>
          <p:cxnSp>
            <p:nvCxnSpPr>
              <p:cNvPr id="1535" name="Google Shape;1535;p69"/>
              <p:cNvCxnSpPr/>
              <p:nvPr/>
            </p:nvCxnSpPr>
            <p:spPr>
              <a:xfrm>
                <a:off x="8620863" y="3313324"/>
                <a:ext cx="79241" cy="287610"/>
              </a:xfrm>
              <a:prstGeom prst="straightConnector1">
                <a:avLst/>
              </a:prstGeom>
              <a:noFill/>
              <a:ln cap="flat" cmpd="sng" w="19050">
                <a:solidFill>
                  <a:schemeClr val="dk1"/>
                </a:solidFill>
                <a:prstDash val="solid"/>
                <a:miter lim="800000"/>
                <a:headEnd len="sm" w="sm" type="none"/>
                <a:tailEnd len="sm" w="sm" type="none"/>
              </a:ln>
            </p:spPr>
          </p:cxnSp>
        </p:grpSp>
        <p:grpSp>
          <p:nvGrpSpPr>
            <p:cNvPr id="1536" name="Google Shape;1536;p69"/>
            <p:cNvGrpSpPr/>
            <p:nvPr/>
          </p:nvGrpSpPr>
          <p:grpSpPr>
            <a:xfrm>
              <a:off x="7342934" y="3710943"/>
              <a:ext cx="3548977" cy="955563"/>
              <a:chOff x="7786079" y="3605163"/>
              <a:chExt cx="3548977" cy="955563"/>
            </a:xfrm>
          </p:grpSpPr>
          <p:pic>
            <p:nvPicPr>
              <p:cNvPr id="1537" name="Google Shape;1537;p69"/>
              <p:cNvPicPr preferRelativeResize="0"/>
              <p:nvPr/>
            </p:nvPicPr>
            <p:blipFill rotWithShape="1">
              <a:blip r:embed="rId6">
                <a:alphaModFix/>
              </a:blip>
              <a:srcRect b="0" l="0" r="0" t="56135"/>
              <a:stretch/>
            </p:blipFill>
            <p:spPr>
              <a:xfrm>
                <a:off x="9337079" y="3605163"/>
                <a:ext cx="1997977" cy="955563"/>
              </a:xfrm>
              <a:prstGeom prst="rect">
                <a:avLst/>
              </a:prstGeom>
              <a:noFill/>
              <a:ln>
                <a:noFill/>
              </a:ln>
            </p:spPr>
          </p:pic>
          <p:cxnSp>
            <p:nvCxnSpPr>
              <p:cNvPr id="1538" name="Google Shape;1538;p69"/>
              <p:cNvCxnSpPr>
                <a:endCxn id="1537" idx="1"/>
              </p:cNvCxnSpPr>
              <p:nvPr/>
            </p:nvCxnSpPr>
            <p:spPr>
              <a:xfrm flipH="1" rot="10800000">
                <a:off x="7786079" y="4082945"/>
                <a:ext cx="1551000" cy="14700"/>
              </a:xfrm>
              <a:prstGeom prst="straightConnector1">
                <a:avLst/>
              </a:prstGeom>
              <a:noFill/>
              <a:ln cap="flat" cmpd="sng" w="28575">
                <a:solidFill>
                  <a:schemeClr val="dk1"/>
                </a:solidFill>
                <a:prstDash val="solid"/>
                <a:miter lim="800000"/>
                <a:headEnd len="sm" w="sm" type="none"/>
                <a:tailEnd len="med" w="med" type="triangle"/>
              </a:ln>
            </p:spPr>
          </p:cxnSp>
          <p:cxnSp>
            <p:nvCxnSpPr>
              <p:cNvPr id="1539" name="Google Shape;1539;p69"/>
              <p:cNvCxnSpPr/>
              <p:nvPr/>
            </p:nvCxnSpPr>
            <p:spPr>
              <a:xfrm>
                <a:off x="8737413" y="3916428"/>
                <a:ext cx="49782" cy="292254"/>
              </a:xfrm>
              <a:prstGeom prst="straightConnector1">
                <a:avLst/>
              </a:prstGeom>
              <a:noFill/>
              <a:ln cap="flat" cmpd="sng" w="19050">
                <a:solidFill>
                  <a:schemeClr val="dk1"/>
                </a:solidFill>
                <a:prstDash val="solid"/>
                <a:miter lim="800000"/>
                <a:headEnd len="sm" w="sm" type="none"/>
                <a:tailEnd len="sm" w="sm" type="none"/>
              </a:ln>
            </p:spPr>
          </p:cxnSp>
          <p:cxnSp>
            <p:nvCxnSpPr>
              <p:cNvPr id="1540" name="Google Shape;1540;p69"/>
              <p:cNvCxnSpPr/>
              <p:nvPr/>
            </p:nvCxnSpPr>
            <p:spPr>
              <a:xfrm>
                <a:off x="8679745" y="3930653"/>
                <a:ext cx="37626" cy="256560"/>
              </a:xfrm>
              <a:prstGeom prst="straightConnector1">
                <a:avLst/>
              </a:prstGeom>
              <a:noFill/>
              <a:ln cap="flat" cmpd="sng" w="19050">
                <a:solidFill>
                  <a:schemeClr val="dk1"/>
                </a:solidFill>
                <a:prstDash val="solid"/>
                <a:miter lim="800000"/>
                <a:headEnd len="sm" w="sm" type="none"/>
                <a:tailEnd len="sm" w="sm" type="none"/>
              </a:ln>
            </p:spPr>
          </p:cxnSp>
        </p:grpSp>
        <p:grpSp>
          <p:nvGrpSpPr>
            <p:cNvPr id="1541" name="Google Shape;1541;p69"/>
            <p:cNvGrpSpPr/>
            <p:nvPr/>
          </p:nvGrpSpPr>
          <p:grpSpPr>
            <a:xfrm>
              <a:off x="7346278" y="4187984"/>
              <a:ext cx="3418994" cy="1526356"/>
              <a:chOff x="7925177" y="4109334"/>
              <a:chExt cx="3418994" cy="1526356"/>
            </a:xfrm>
          </p:grpSpPr>
          <p:pic>
            <p:nvPicPr>
              <p:cNvPr id="1542" name="Google Shape;1542;p69"/>
              <p:cNvPicPr preferRelativeResize="0"/>
              <p:nvPr/>
            </p:nvPicPr>
            <p:blipFill rotWithShape="1">
              <a:blip r:embed="rId7">
                <a:alphaModFix/>
              </a:blip>
              <a:srcRect b="0" l="0" r="0" t="0"/>
              <a:stretch/>
            </p:blipFill>
            <p:spPr>
              <a:xfrm>
                <a:off x="9534973" y="4574702"/>
                <a:ext cx="1809198" cy="1060987"/>
              </a:xfrm>
              <a:prstGeom prst="rect">
                <a:avLst/>
              </a:prstGeom>
              <a:noFill/>
              <a:ln>
                <a:noFill/>
              </a:ln>
            </p:spPr>
          </p:pic>
          <p:cxnSp>
            <p:nvCxnSpPr>
              <p:cNvPr id="1543" name="Google Shape;1543;p69"/>
              <p:cNvCxnSpPr>
                <a:stCxn id="1528" idx="3"/>
                <a:endCxn id="1542" idx="1"/>
              </p:cNvCxnSpPr>
              <p:nvPr/>
            </p:nvCxnSpPr>
            <p:spPr>
              <a:xfrm>
                <a:off x="7925177" y="4109334"/>
                <a:ext cx="1609800" cy="996000"/>
              </a:xfrm>
              <a:prstGeom prst="straightConnector1">
                <a:avLst/>
              </a:prstGeom>
              <a:noFill/>
              <a:ln cap="flat" cmpd="sng" w="38100">
                <a:solidFill>
                  <a:schemeClr val="dk1"/>
                </a:solidFill>
                <a:prstDash val="solid"/>
                <a:miter lim="800000"/>
                <a:headEnd len="sm" w="sm" type="none"/>
                <a:tailEnd len="med" w="med" type="triangle"/>
              </a:ln>
            </p:spPr>
          </p:cxnSp>
          <p:cxnSp>
            <p:nvCxnSpPr>
              <p:cNvPr id="1544" name="Google Shape;1544;p69"/>
              <p:cNvCxnSpPr/>
              <p:nvPr/>
            </p:nvCxnSpPr>
            <p:spPr>
              <a:xfrm flipH="1">
                <a:off x="8634314" y="4462293"/>
                <a:ext cx="104654" cy="293830"/>
              </a:xfrm>
              <a:prstGeom prst="straightConnector1">
                <a:avLst/>
              </a:prstGeom>
              <a:noFill/>
              <a:ln cap="flat" cmpd="sng" w="19050">
                <a:solidFill>
                  <a:schemeClr val="dk1"/>
                </a:solidFill>
                <a:prstDash val="solid"/>
                <a:miter lim="800000"/>
                <a:headEnd len="sm" w="sm" type="none"/>
                <a:tailEnd len="sm" w="sm" type="none"/>
              </a:ln>
            </p:spPr>
          </p:cxnSp>
          <p:cxnSp>
            <p:nvCxnSpPr>
              <p:cNvPr id="1545" name="Google Shape;1545;p69"/>
              <p:cNvCxnSpPr/>
              <p:nvPr/>
            </p:nvCxnSpPr>
            <p:spPr>
              <a:xfrm flipH="1">
                <a:off x="8588299" y="4427424"/>
                <a:ext cx="92030" cy="287569"/>
              </a:xfrm>
              <a:prstGeom prst="straightConnector1">
                <a:avLst/>
              </a:prstGeom>
              <a:noFill/>
              <a:ln cap="flat" cmpd="sng" w="19050">
                <a:solidFill>
                  <a:schemeClr val="dk1"/>
                </a:solidFill>
                <a:prstDash val="solid"/>
                <a:miter lim="800000"/>
                <a:headEnd len="sm" w="sm" type="none"/>
                <a:tailEnd len="sm" w="sm" type="none"/>
              </a:ln>
            </p:spPr>
          </p:cxnSp>
        </p:grpSp>
      </p:grpSp>
      <p:sp>
        <p:nvSpPr>
          <p:cNvPr id="1546" name="Google Shape;1546;p69"/>
          <p:cNvSpPr txBox="1"/>
          <p:nvPr/>
        </p:nvSpPr>
        <p:spPr>
          <a:xfrm>
            <a:off x="1408034" y="5752199"/>
            <a:ext cx="949692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 este caso las electroválvulas actúan como transductores de energía eléctrica a energía neumática..</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1"/>
                                        </p:tgtEl>
                                        <p:attrNameLst>
                                          <p:attrName>style.visibility</p:attrName>
                                        </p:attrNameLst>
                                      </p:cBhvr>
                                      <p:to>
                                        <p:strVal val="visible"/>
                                      </p:to>
                                    </p:set>
                                    <p:animEffect filter="fade" transition="in">
                                      <p:cBhvr>
                                        <p:cTn dur="500"/>
                                        <p:tgtEl>
                                          <p:spTgt spid="1521"/>
                                        </p:tgtEl>
                                      </p:cBhvr>
                                    </p:animEffect>
                                  </p:childTnLst>
                                </p:cTn>
                              </p:par>
                              <p:par>
                                <p:cTn fill="hold" nodeType="withEffect" presetClass="entr" presetID="10" presetSubtype="0">
                                  <p:stCondLst>
                                    <p:cond delay="0"/>
                                  </p:stCondLst>
                                  <p:childTnLst>
                                    <p:set>
                                      <p:cBhvr>
                                        <p:cTn dur="1" fill="hold">
                                          <p:stCondLst>
                                            <p:cond delay="0"/>
                                          </p:stCondLst>
                                        </p:cTn>
                                        <p:tgtEl>
                                          <p:spTgt spid="1522">
                                            <p:txEl>
                                              <p:pRg end="0" st="0"/>
                                            </p:txEl>
                                          </p:spTgt>
                                        </p:tgtEl>
                                        <p:attrNameLst>
                                          <p:attrName>style.visibility</p:attrName>
                                        </p:attrNameLst>
                                      </p:cBhvr>
                                      <p:to>
                                        <p:strVal val="visible"/>
                                      </p:to>
                                    </p:set>
                                    <p:animEffect filter="fade" transition="in">
                                      <p:cBhvr>
                                        <p:cTn dur="500"/>
                                        <p:tgtEl>
                                          <p:spTgt spid="152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22">
                                            <p:txEl>
                                              <p:pRg end="1" st="1"/>
                                            </p:txEl>
                                          </p:spTgt>
                                        </p:tgtEl>
                                        <p:attrNameLst>
                                          <p:attrName>style.visibility</p:attrName>
                                        </p:attrNameLst>
                                      </p:cBhvr>
                                      <p:to>
                                        <p:strVal val="visible"/>
                                      </p:to>
                                    </p:set>
                                    <p:animEffect filter="fade" transition="in">
                                      <p:cBhvr>
                                        <p:cTn dur="500"/>
                                        <p:tgtEl>
                                          <p:spTgt spid="15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4"/>
                                        </p:tgtEl>
                                        <p:attrNameLst>
                                          <p:attrName>style.visibility</p:attrName>
                                        </p:attrNameLst>
                                      </p:cBhvr>
                                      <p:to>
                                        <p:strVal val="visible"/>
                                      </p:to>
                                    </p:set>
                                    <p:animEffect filter="fade" transition="in">
                                      <p:cBhvr>
                                        <p:cTn dur="2000"/>
                                        <p:tgtEl>
                                          <p:spTgt spid="1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8"/>
                                        </p:tgtEl>
                                        <p:attrNameLst>
                                          <p:attrName>style.visibility</p:attrName>
                                        </p:attrNameLst>
                                      </p:cBhvr>
                                      <p:to>
                                        <p:strVal val="visible"/>
                                      </p:to>
                                    </p:set>
                                    <p:animEffect filter="fade" transition="in">
                                      <p:cBhvr>
                                        <p:cTn dur="2000"/>
                                        <p:tgtEl>
                                          <p:spTgt spid="1528"/>
                                        </p:tgtEl>
                                      </p:cBhvr>
                                    </p:animEffect>
                                  </p:childTnLst>
                                </p:cTn>
                              </p:par>
                              <p:par>
                                <p:cTn fill="hold" nodeType="withEffect" presetClass="entr" presetID="10" presetSubtype="0">
                                  <p:stCondLst>
                                    <p:cond delay="0"/>
                                  </p:stCondLst>
                                  <p:childTnLst>
                                    <p:set>
                                      <p:cBhvr>
                                        <p:cTn dur="1" fill="hold">
                                          <p:stCondLst>
                                            <p:cond delay="0"/>
                                          </p:stCondLst>
                                        </p:cTn>
                                        <p:tgtEl>
                                          <p:spTgt spid="1523"/>
                                        </p:tgtEl>
                                        <p:attrNameLst>
                                          <p:attrName>style.visibility</p:attrName>
                                        </p:attrNameLst>
                                      </p:cBhvr>
                                      <p:to>
                                        <p:strVal val="visible"/>
                                      </p:to>
                                    </p:set>
                                    <p:animEffect filter="fade" transition="in">
                                      <p:cBhvr>
                                        <p:cTn dur="2000"/>
                                        <p:tgtEl>
                                          <p:spTgt spid="1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9"/>
                                        </p:tgtEl>
                                        <p:attrNameLst>
                                          <p:attrName>style.visibility</p:attrName>
                                        </p:attrNameLst>
                                      </p:cBhvr>
                                      <p:to>
                                        <p:strVal val="visible"/>
                                      </p:to>
                                    </p:set>
                                    <p:animEffect filter="fade" transition="in">
                                      <p:cBhvr>
                                        <p:cTn dur="1000"/>
                                        <p:tgtEl>
                                          <p:spTgt spid="15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6"/>
                                        </p:tgtEl>
                                        <p:attrNameLst>
                                          <p:attrName>style.visibility</p:attrName>
                                        </p:attrNameLst>
                                      </p:cBhvr>
                                      <p:to>
                                        <p:strVal val="visible"/>
                                      </p:to>
                                    </p:set>
                                    <p:anim calcmode="lin" valueType="num">
                                      <p:cBhvr additive="base">
                                        <p:cTn dur="500"/>
                                        <p:tgtEl>
                                          <p:spTgt spid="15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sp>
        <p:nvSpPr>
          <p:cNvPr id="1552" name="Google Shape;1552;p70"/>
          <p:cNvSpPr txBox="1"/>
          <p:nvPr>
            <p:ph type="ctrTitle"/>
          </p:nvPr>
        </p:nvSpPr>
        <p:spPr>
          <a:xfrm>
            <a:off x="1524000" y="406083"/>
            <a:ext cx="9144000" cy="477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Descripción de Electroválvulas</a:t>
            </a:r>
            <a:endParaRPr/>
          </a:p>
        </p:txBody>
      </p:sp>
      <p:sp>
        <p:nvSpPr>
          <p:cNvPr id="1553" name="Google Shape;1553;p70"/>
          <p:cNvSpPr txBox="1"/>
          <p:nvPr>
            <p:ph idx="1" type="subTitle"/>
          </p:nvPr>
        </p:nvSpPr>
        <p:spPr>
          <a:xfrm>
            <a:off x="1524000" y="1036320"/>
            <a:ext cx="9418320" cy="120396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lang="es-BO"/>
              <a:t>Funcionan mediante la activación de bobinas electromagnéticas, estas bobinas se activan mediante una señal eléctrica de 24V DC. La activación de la bobina ocasionará un cambio de estado en la electroválvula (moviéndola internamente a otra posición), de tal manera que se cambie el sentido de flujo del aire comprimido.</a:t>
            </a:r>
            <a:endParaRPr/>
          </a:p>
        </p:txBody>
      </p:sp>
      <p:pic>
        <p:nvPicPr>
          <p:cNvPr id="1554" name="Google Shape;1554;p70"/>
          <p:cNvPicPr preferRelativeResize="0"/>
          <p:nvPr/>
        </p:nvPicPr>
        <p:blipFill rotWithShape="1">
          <a:blip r:embed="rId3">
            <a:alphaModFix/>
          </a:blip>
          <a:srcRect b="0" l="0" r="0" t="0"/>
          <a:stretch/>
        </p:blipFill>
        <p:spPr>
          <a:xfrm>
            <a:off x="1769588" y="2298504"/>
            <a:ext cx="3107212" cy="2319217"/>
          </a:xfrm>
          <a:prstGeom prst="rect">
            <a:avLst/>
          </a:prstGeom>
          <a:noFill/>
          <a:ln>
            <a:noFill/>
          </a:ln>
        </p:spPr>
      </p:pic>
      <p:sp>
        <p:nvSpPr>
          <p:cNvPr id="1555" name="Google Shape;1555;p70"/>
          <p:cNvSpPr txBox="1"/>
          <p:nvPr/>
        </p:nvSpPr>
        <p:spPr>
          <a:xfrm>
            <a:off x="5069840" y="2921168"/>
            <a:ext cx="5872480" cy="1015663"/>
          </a:xfrm>
          <a:prstGeom prst="rect">
            <a:avLst/>
          </a:prstGeom>
          <a:noFill/>
          <a:ln cap="flat" cmpd="sng" w="28575">
            <a:solidFill>
              <a:srgbClr val="0000FF"/>
            </a:solidFill>
            <a:prstDash val="lgDash"/>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 todo el proceso de la maqueta se usan dos modelos de electroválvulas, el modelo Airtag 4V110-06 y el modelo Airtag 4V120-06.</a:t>
            </a:r>
            <a:endParaRPr/>
          </a:p>
        </p:txBody>
      </p:sp>
      <p:sp>
        <p:nvSpPr>
          <p:cNvPr id="1556" name="Google Shape;1556;p70"/>
          <p:cNvSpPr txBox="1"/>
          <p:nvPr/>
        </p:nvSpPr>
        <p:spPr>
          <a:xfrm>
            <a:off x="1769588" y="4806017"/>
            <a:ext cx="9159240" cy="1015663"/>
          </a:xfrm>
          <a:prstGeom prst="rect">
            <a:avLst/>
          </a:prstGeom>
          <a:noFill/>
          <a:ln cap="flat" cmpd="sng" w="28575">
            <a:solidFill>
              <a:srgbClr val="FF0000"/>
            </a:solidFill>
            <a:prstDash val="lgDashDot"/>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 el caso del modelo 4V110-06 tenemos que, es una válvula que se acciona con solenoide, de la serie 100, solenoide simple (un solo solenoide) de 5/2 vías (2 posiciones y 5 vías por posición) y con un tamaño de puerto de ⅛ de pulgada.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2"/>
                                        </p:tgtEl>
                                        <p:attrNameLst>
                                          <p:attrName>style.visibility</p:attrName>
                                        </p:attrNameLst>
                                      </p:cBhvr>
                                      <p:to>
                                        <p:strVal val="visible"/>
                                      </p:to>
                                    </p:set>
                                    <p:animEffect filter="fade" transition="in">
                                      <p:cBhvr>
                                        <p:cTn dur="500"/>
                                        <p:tgtEl>
                                          <p:spTgt spid="1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3">
                                            <p:txEl>
                                              <p:pRg end="0" st="0"/>
                                            </p:txEl>
                                          </p:spTgt>
                                        </p:tgtEl>
                                        <p:attrNameLst>
                                          <p:attrName>style.visibility</p:attrName>
                                        </p:attrNameLst>
                                      </p:cBhvr>
                                      <p:to>
                                        <p:strVal val="visible"/>
                                      </p:to>
                                    </p:set>
                                    <p:animEffect filter="fade" transition="in">
                                      <p:cBhvr>
                                        <p:cTn dur="500"/>
                                        <p:tgtEl>
                                          <p:spTgt spid="15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4"/>
                                        </p:tgtEl>
                                        <p:attrNameLst>
                                          <p:attrName>style.visibility</p:attrName>
                                        </p:attrNameLst>
                                      </p:cBhvr>
                                      <p:to>
                                        <p:strVal val="visible"/>
                                      </p:to>
                                    </p:set>
                                    <p:animEffect filter="fade" transition="in">
                                      <p:cBhvr>
                                        <p:cTn dur="1000"/>
                                        <p:tgtEl>
                                          <p:spTgt spid="15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5"/>
                                        </p:tgtEl>
                                        <p:attrNameLst>
                                          <p:attrName>style.visibility</p:attrName>
                                        </p:attrNameLst>
                                      </p:cBhvr>
                                      <p:to>
                                        <p:strVal val="visible"/>
                                      </p:to>
                                    </p:set>
                                    <p:animEffect filter="fade" transition="in">
                                      <p:cBhvr>
                                        <p:cTn dur="500"/>
                                        <p:tgtEl>
                                          <p:spTgt spid="1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6"/>
                                        </p:tgtEl>
                                        <p:attrNameLst>
                                          <p:attrName>style.visibility</p:attrName>
                                        </p:attrNameLst>
                                      </p:cBhvr>
                                      <p:to>
                                        <p:strVal val="visible"/>
                                      </p:to>
                                    </p:set>
                                    <p:animEffect filter="fade" transition="in">
                                      <p:cBhvr>
                                        <p:cTn dur="500"/>
                                        <p:tgtEl>
                                          <p:spTgt spid="15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71"/>
          <p:cNvSpPr txBox="1"/>
          <p:nvPr>
            <p:ph type="ctrTitle"/>
          </p:nvPr>
        </p:nvSpPr>
        <p:spPr>
          <a:xfrm>
            <a:off x="1120878" y="158802"/>
            <a:ext cx="9144000" cy="83425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2060"/>
              </a:buClr>
              <a:buSzPts val="2200"/>
              <a:buFont typeface="Times New Roman"/>
              <a:buNone/>
            </a:pPr>
            <a:r>
              <a:rPr b="1" lang="es-BO"/>
              <a:t>Acondicionamiento de señal analógica para el variador de frecuencia y el motor trifásico</a:t>
            </a:r>
            <a:endParaRPr b="1"/>
          </a:p>
        </p:txBody>
      </p:sp>
      <p:sp>
        <p:nvSpPr>
          <p:cNvPr id="1563" name="Google Shape;1563;p71"/>
          <p:cNvSpPr txBox="1"/>
          <p:nvPr>
            <p:ph idx="1" type="subTitle"/>
          </p:nvPr>
        </p:nvSpPr>
        <p:spPr>
          <a:xfrm>
            <a:off x="1120878" y="993058"/>
            <a:ext cx="5279922" cy="2435941"/>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000"/>
              <a:buNone/>
            </a:pPr>
            <a:r>
              <a:rPr lang="es-BO"/>
              <a:t>Para accionar al motor trifásico se utiliza un variador de frecuencia. Este variador está configurado para modificar la frecuencia de la alimentación trifásica que se suministra al motor (es decir que modifica la velocidad de rotación del eje del motor) en función de una señal analógica de tensión de 0 a 10 V DC que se introduce al variador por una entrada analógica, que puede ser A1 o B1.</a:t>
            </a:r>
            <a:endParaRPr/>
          </a:p>
        </p:txBody>
      </p:sp>
      <p:grpSp>
        <p:nvGrpSpPr>
          <p:cNvPr id="1564" name="Google Shape;1564;p71"/>
          <p:cNvGrpSpPr/>
          <p:nvPr/>
        </p:nvGrpSpPr>
        <p:grpSpPr>
          <a:xfrm>
            <a:off x="6665788" y="1258529"/>
            <a:ext cx="5263196" cy="4732174"/>
            <a:chOff x="6665788" y="1258529"/>
            <a:chExt cx="5263196" cy="4732174"/>
          </a:xfrm>
        </p:grpSpPr>
        <p:pic>
          <p:nvPicPr>
            <p:cNvPr id="1565" name="Google Shape;1565;p71"/>
            <p:cNvPicPr preferRelativeResize="0"/>
            <p:nvPr/>
          </p:nvPicPr>
          <p:blipFill rotWithShape="1">
            <a:blip r:embed="rId3">
              <a:alphaModFix/>
            </a:blip>
            <a:srcRect b="0" l="0" r="0" t="0"/>
            <a:stretch/>
          </p:blipFill>
          <p:spPr>
            <a:xfrm>
              <a:off x="6665788" y="1258529"/>
              <a:ext cx="2704354" cy="2704354"/>
            </a:xfrm>
            <a:prstGeom prst="rect">
              <a:avLst/>
            </a:prstGeom>
            <a:noFill/>
            <a:ln>
              <a:noFill/>
            </a:ln>
          </p:spPr>
        </p:pic>
        <p:pic>
          <p:nvPicPr>
            <p:cNvPr id="1566" name="Google Shape;1566;p71"/>
            <p:cNvPicPr preferRelativeResize="0"/>
            <p:nvPr/>
          </p:nvPicPr>
          <p:blipFill rotWithShape="1">
            <a:blip r:embed="rId4">
              <a:alphaModFix/>
            </a:blip>
            <a:srcRect b="0" l="0" r="0" t="0"/>
            <a:stretch/>
          </p:blipFill>
          <p:spPr>
            <a:xfrm>
              <a:off x="9655275" y="1374059"/>
              <a:ext cx="2273709" cy="2273709"/>
            </a:xfrm>
            <a:prstGeom prst="rect">
              <a:avLst/>
            </a:prstGeom>
            <a:noFill/>
            <a:ln>
              <a:noFill/>
            </a:ln>
          </p:spPr>
        </p:pic>
        <p:cxnSp>
          <p:nvCxnSpPr>
            <p:cNvPr id="1567" name="Google Shape;1567;p71"/>
            <p:cNvCxnSpPr/>
            <p:nvPr/>
          </p:nvCxnSpPr>
          <p:spPr>
            <a:xfrm>
              <a:off x="8849032" y="2428568"/>
              <a:ext cx="1101213" cy="0"/>
            </a:xfrm>
            <a:prstGeom prst="straightConnector1">
              <a:avLst/>
            </a:prstGeom>
            <a:noFill/>
            <a:ln cap="flat" cmpd="sng" w="38100">
              <a:solidFill>
                <a:srgbClr val="FF0000"/>
              </a:solidFill>
              <a:prstDash val="solid"/>
              <a:miter lim="800000"/>
              <a:headEnd len="sm" w="sm" type="none"/>
              <a:tailEnd len="sm" w="sm" type="none"/>
            </a:ln>
          </p:spPr>
        </p:cxnSp>
        <p:cxnSp>
          <p:nvCxnSpPr>
            <p:cNvPr id="1568" name="Google Shape;1568;p71"/>
            <p:cNvCxnSpPr/>
            <p:nvPr/>
          </p:nvCxnSpPr>
          <p:spPr>
            <a:xfrm>
              <a:off x="8849031" y="2610706"/>
              <a:ext cx="1101214" cy="0"/>
            </a:xfrm>
            <a:prstGeom prst="straightConnector1">
              <a:avLst/>
            </a:prstGeom>
            <a:noFill/>
            <a:ln cap="flat" cmpd="sng" w="38100">
              <a:solidFill>
                <a:srgbClr val="0070C0"/>
              </a:solidFill>
              <a:prstDash val="solid"/>
              <a:miter lim="800000"/>
              <a:headEnd len="sm" w="sm" type="none"/>
              <a:tailEnd len="sm" w="sm" type="none"/>
            </a:ln>
          </p:spPr>
        </p:cxnSp>
        <p:cxnSp>
          <p:nvCxnSpPr>
            <p:cNvPr id="1569" name="Google Shape;1569;p71"/>
            <p:cNvCxnSpPr/>
            <p:nvPr/>
          </p:nvCxnSpPr>
          <p:spPr>
            <a:xfrm>
              <a:off x="8849030" y="2807110"/>
              <a:ext cx="1101215" cy="0"/>
            </a:xfrm>
            <a:prstGeom prst="straightConnector1">
              <a:avLst/>
            </a:prstGeom>
            <a:noFill/>
            <a:ln cap="flat" cmpd="sng" w="38100">
              <a:solidFill>
                <a:schemeClr val="dk1"/>
              </a:solidFill>
              <a:prstDash val="solid"/>
              <a:miter lim="800000"/>
              <a:headEnd len="sm" w="sm" type="none"/>
              <a:tailEnd len="sm" w="sm" type="none"/>
            </a:ln>
          </p:spPr>
        </p:cxnSp>
        <p:pic>
          <p:nvPicPr>
            <p:cNvPr descr="Potenciometro | MercadoLibre 📦" id="1570" name="Google Shape;1570;p71"/>
            <p:cNvPicPr preferRelativeResize="0"/>
            <p:nvPr/>
          </p:nvPicPr>
          <p:blipFill rotWithShape="1">
            <a:blip r:embed="rId5">
              <a:alphaModFix/>
            </a:blip>
            <a:srcRect b="0" l="0" r="0" t="0"/>
            <a:stretch/>
          </p:blipFill>
          <p:spPr>
            <a:xfrm rot="7129378">
              <a:off x="7804710" y="4361345"/>
              <a:ext cx="1188137" cy="1496367"/>
            </a:xfrm>
            <a:prstGeom prst="rect">
              <a:avLst/>
            </a:prstGeom>
            <a:noFill/>
            <a:ln>
              <a:noFill/>
            </a:ln>
          </p:spPr>
        </p:pic>
        <p:cxnSp>
          <p:nvCxnSpPr>
            <p:cNvPr id="1571" name="Google Shape;1571;p71"/>
            <p:cNvCxnSpPr/>
            <p:nvPr/>
          </p:nvCxnSpPr>
          <p:spPr>
            <a:xfrm rot="10800000">
              <a:off x="8249265" y="3864077"/>
              <a:ext cx="0" cy="511278"/>
            </a:xfrm>
            <a:prstGeom prst="straightConnector1">
              <a:avLst/>
            </a:prstGeom>
            <a:noFill/>
            <a:ln cap="flat" cmpd="sng" w="38100">
              <a:solidFill>
                <a:schemeClr val="dk1"/>
              </a:solidFill>
              <a:prstDash val="solid"/>
              <a:miter lim="800000"/>
              <a:headEnd len="sm" w="sm" type="none"/>
              <a:tailEnd len="sm" w="sm" type="none"/>
            </a:ln>
          </p:spPr>
        </p:cxnSp>
        <p:cxnSp>
          <p:nvCxnSpPr>
            <p:cNvPr id="1572" name="Google Shape;1572;p71"/>
            <p:cNvCxnSpPr/>
            <p:nvPr/>
          </p:nvCxnSpPr>
          <p:spPr>
            <a:xfrm rot="10800000">
              <a:off x="8075238" y="3864077"/>
              <a:ext cx="0" cy="619916"/>
            </a:xfrm>
            <a:prstGeom prst="straightConnector1">
              <a:avLst/>
            </a:prstGeom>
            <a:noFill/>
            <a:ln cap="flat" cmpd="sng" w="38100">
              <a:solidFill>
                <a:schemeClr val="dk1"/>
              </a:solidFill>
              <a:prstDash val="solid"/>
              <a:miter lim="800000"/>
              <a:headEnd len="sm" w="sm" type="none"/>
              <a:tailEnd len="sm" w="sm" type="none"/>
            </a:ln>
          </p:spPr>
        </p:cxnSp>
        <p:cxnSp>
          <p:nvCxnSpPr>
            <p:cNvPr id="1573" name="Google Shape;1573;p71"/>
            <p:cNvCxnSpPr/>
            <p:nvPr/>
          </p:nvCxnSpPr>
          <p:spPr>
            <a:xfrm rot="10800000">
              <a:off x="7891985" y="3864077"/>
              <a:ext cx="0" cy="689365"/>
            </a:xfrm>
            <a:prstGeom prst="straightConnector1">
              <a:avLst/>
            </a:prstGeom>
            <a:noFill/>
            <a:ln cap="flat" cmpd="sng" w="38100">
              <a:solidFill>
                <a:schemeClr val="dk1"/>
              </a:solidFill>
              <a:prstDash val="solid"/>
              <a:miter lim="800000"/>
              <a:headEnd len="sm" w="sm" type="none"/>
              <a:tailEnd len="sm" w="sm" type="none"/>
            </a:ln>
          </p:spPr>
        </p:cxnSp>
      </p:grpSp>
      <p:sp>
        <p:nvSpPr>
          <p:cNvPr id="1574" name="Google Shape;1574;p71"/>
          <p:cNvSpPr txBox="1"/>
          <p:nvPr/>
        </p:nvSpPr>
        <p:spPr>
          <a:xfrm>
            <a:off x="1120882" y="3466966"/>
            <a:ext cx="5070562" cy="255454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 entrada A1 se encuentra conectada a la salida de un potenciómetro, el potenciómetro puede estar en el rango de 1 a 5 KOhm (en este caso se tiene instalado un potenciómetro de 2.2 KOhm), sin embargo, la señal analógica podría ser proporcionada por un controlador o cualquier otro dispositivo con una salida analogica de tension entre 0 a 10V DC.</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2"/>
                                        </p:tgtEl>
                                        <p:attrNameLst>
                                          <p:attrName>style.visibility</p:attrName>
                                        </p:attrNameLst>
                                      </p:cBhvr>
                                      <p:to>
                                        <p:strVal val="visible"/>
                                      </p:to>
                                    </p:set>
                                    <p:animEffect filter="fade" transition="in">
                                      <p:cBhvr>
                                        <p:cTn dur="1000"/>
                                        <p:tgtEl>
                                          <p:spTgt spid="1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3">
                                            <p:txEl>
                                              <p:pRg end="0" st="0"/>
                                            </p:txEl>
                                          </p:spTgt>
                                        </p:tgtEl>
                                        <p:attrNameLst>
                                          <p:attrName>style.visibility</p:attrName>
                                        </p:attrNameLst>
                                      </p:cBhvr>
                                      <p:to>
                                        <p:strVal val="visible"/>
                                      </p:to>
                                    </p:set>
                                    <p:animEffect filter="fade" transition="in">
                                      <p:cBhvr>
                                        <p:cTn dur="1000"/>
                                        <p:tgtEl>
                                          <p:spTgt spid="156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64"/>
                                        </p:tgtEl>
                                        <p:attrNameLst>
                                          <p:attrName>style.visibility</p:attrName>
                                        </p:attrNameLst>
                                      </p:cBhvr>
                                      <p:to>
                                        <p:strVal val="visible"/>
                                      </p:to>
                                    </p:set>
                                    <p:animEffect filter="fade" transition="in">
                                      <p:cBhvr>
                                        <p:cTn dur="1000"/>
                                        <p:tgtEl>
                                          <p:spTgt spid="1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gtEl>
                                        <p:attrNameLst>
                                          <p:attrName>style.visibility</p:attrName>
                                        </p:attrNameLst>
                                      </p:cBhvr>
                                      <p:to>
                                        <p:strVal val="visible"/>
                                      </p:to>
                                    </p:set>
                                    <p:animEffect filter="fade" transition="in">
                                      <p:cBhvr>
                                        <p:cTn dur="1000"/>
                                        <p:tgtEl>
                                          <p:spTgt spid="1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72"/>
          <p:cNvSpPr/>
          <p:nvPr/>
        </p:nvSpPr>
        <p:spPr>
          <a:xfrm>
            <a:off x="839734" y="3922303"/>
            <a:ext cx="2699878" cy="2635309"/>
          </a:xfrm>
          <a:prstGeom prst="round2DiagRect">
            <a:avLst>
              <a:gd fmla="val 16667" name="adj1"/>
              <a:gd fmla="val 0" name="adj2"/>
            </a:avLst>
          </a:prstGeom>
          <a:noFill/>
          <a:ln cap="flat" cmpd="sng" w="381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1" name="Google Shape;1581;p72"/>
          <p:cNvSpPr txBox="1"/>
          <p:nvPr>
            <p:ph type="ctrTitle"/>
          </p:nvPr>
        </p:nvSpPr>
        <p:spPr>
          <a:xfrm>
            <a:off x="912247" y="218038"/>
            <a:ext cx="9144000" cy="477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Adquisición de datos del Motor trifasico </a:t>
            </a:r>
            <a:endParaRPr/>
          </a:p>
        </p:txBody>
      </p:sp>
      <p:sp>
        <p:nvSpPr>
          <p:cNvPr id="1582" name="Google Shape;1582;p72"/>
          <p:cNvSpPr txBox="1"/>
          <p:nvPr>
            <p:ph idx="1" type="subTitle"/>
          </p:nvPr>
        </p:nvSpPr>
        <p:spPr>
          <a:xfrm>
            <a:off x="966549" y="977248"/>
            <a:ext cx="6161838" cy="1004508"/>
          </a:xfrm>
          <a:prstGeom prst="rect">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lang="es-BO">
                <a:solidFill>
                  <a:schemeClr val="dk1"/>
                </a:solidFill>
                <a:latin typeface="Calibri"/>
                <a:ea typeface="Calibri"/>
                <a:cs typeface="Calibri"/>
                <a:sym typeface="Calibri"/>
              </a:rPr>
              <a:t>Para poder adquirir datos del motor de paso, primeramente debemos saber la respuesta que tiene el motor y para esto se utilizo la lecturas que se obtienen a través del encoder.</a:t>
            </a:r>
            <a:endParaRPr/>
          </a:p>
        </p:txBody>
      </p:sp>
      <p:pic>
        <p:nvPicPr>
          <p:cNvPr id="1583" name="Google Shape;1583;p72"/>
          <p:cNvPicPr preferRelativeResize="0"/>
          <p:nvPr/>
        </p:nvPicPr>
        <p:blipFill rotWithShape="1">
          <a:blip r:embed="rId3">
            <a:alphaModFix/>
          </a:blip>
          <a:srcRect b="0" l="0" r="0" t="0"/>
          <a:stretch/>
        </p:blipFill>
        <p:spPr>
          <a:xfrm>
            <a:off x="7464836" y="925029"/>
            <a:ext cx="4166727" cy="3302044"/>
          </a:xfrm>
          <a:prstGeom prst="rect">
            <a:avLst/>
          </a:prstGeom>
          <a:noFill/>
          <a:ln>
            <a:noFill/>
          </a:ln>
        </p:spPr>
      </p:pic>
      <p:sp>
        <p:nvSpPr>
          <p:cNvPr id="1584" name="Google Shape;1584;p72"/>
          <p:cNvSpPr txBox="1"/>
          <p:nvPr/>
        </p:nvSpPr>
        <p:spPr>
          <a:xfrm>
            <a:off x="995381" y="2190227"/>
            <a:ext cx="6161838" cy="1323439"/>
          </a:xfrm>
          <a:prstGeom prst="rect">
            <a:avLst/>
          </a:prstGeom>
          <a:solidFill>
            <a:schemeClr val="lt1"/>
          </a:solidFill>
          <a:ln cap="flat" cmpd="sng" w="12700">
            <a:solidFill>
              <a:schemeClr val="accent2"/>
            </a:solidFill>
            <a:prstDash val="lgDash"/>
            <a:miter lim="800000"/>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Para obtener la respuesta del motor primeramente se extrajo la salida de lectura del encoder y se realizo la medición de la misma con el osciloscopio, como se puede ver en la siguiente figura:</a:t>
            </a:r>
            <a:endParaRPr/>
          </a:p>
        </p:txBody>
      </p:sp>
      <p:sp>
        <p:nvSpPr>
          <p:cNvPr id="1585" name="Google Shape;1585;p72"/>
          <p:cNvSpPr/>
          <p:nvPr/>
        </p:nvSpPr>
        <p:spPr>
          <a:xfrm>
            <a:off x="7128387" y="2991384"/>
            <a:ext cx="907332" cy="628472"/>
          </a:xfrm>
          <a:prstGeom prst="leftArrow">
            <a:avLst>
              <a:gd fmla="val 50000" name="adj1"/>
              <a:gd fmla="val 50000" name="adj2"/>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6" name="Google Shape;1586;p72"/>
          <p:cNvSpPr/>
          <p:nvPr/>
        </p:nvSpPr>
        <p:spPr>
          <a:xfrm>
            <a:off x="4952693" y="3270259"/>
            <a:ext cx="776749" cy="628472"/>
          </a:xfrm>
          <a:prstGeom prst="downArrow">
            <a:avLst>
              <a:gd fmla="val 50000" name="adj1"/>
              <a:gd fmla="val 50000" name="adj2"/>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7" name="Google Shape;1587;p72"/>
          <p:cNvSpPr/>
          <p:nvPr/>
        </p:nvSpPr>
        <p:spPr>
          <a:xfrm>
            <a:off x="8372168" y="2576051"/>
            <a:ext cx="747252" cy="1132295"/>
          </a:xfrm>
          <a:prstGeom prst="roundRect">
            <a:avLst>
              <a:gd fmla="val 16667" name="adj"/>
            </a:avLst>
          </a:prstGeom>
          <a:noFill/>
          <a:ln cap="flat" cmpd="sng" w="381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588" name="Google Shape;1588;p72"/>
          <p:cNvCxnSpPr>
            <a:stCxn id="1587" idx="2"/>
          </p:cNvCxnSpPr>
          <p:nvPr/>
        </p:nvCxnSpPr>
        <p:spPr>
          <a:xfrm>
            <a:off x="8745794" y="3708346"/>
            <a:ext cx="0" cy="1030800"/>
          </a:xfrm>
          <a:prstGeom prst="straightConnector1">
            <a:avLst/>
          </a:prstGeom>
          <a:noFill/>
          <a:ln cap="flat" cmpd="sng" w="57150">
            <a:solidFill>
              <a:srgbClr val="00B0F0"/>
            </a:solidFill>
            <a:prstDash val="solid"/>
            <a:miter lim="800000"/>
            <a:headEnd len="sm" w="sm" type="none"/>
            <a:tailEnd len="med" w="med" type="triangle"/>
          </a:ln>
        </p:spPr>
      </p:cxnSp>
      <p:sp>
        <p:nvSpPr>
          <p:cNvPr id="1589" name="Google Shape;1589;p72"/>
          <p:cNvSpPr txBox="1"/>
          <p:nvPr/>
        </p:nvSpPr>
        <p:spPr>
          <a:xfrm>
            <a:off x="8278760" y="4798142"/>
            <a:ext cx="3599561" cy="1631216"/>
          </a:xfrm>
          <a:prstGeom prst="rect">
            <a:avLst/>
          </a:prstGeom>
          <a:solidFill>
            <a:schemeClr val="lt1"/>
          </a:solidFill>
          <a:ln cap="flat" cmpd="sng" w="19050">
            <a:solidFill>
              <a:schemeClr val="accent4"/>
            </a:solidFill>
            <a:prstDash val="lgDash"/>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Lectura que realiza por medio del encoder incremental</a:t>
            </a:r>
            <a:endParaRPr/>
          </a:p>
          <a:p>
            <a:pPr indent="0" lvl="0" marL="0" marR="0" rtl="0" algn="ctr">
              <a:lnSpc>
                <a:spcPct val="100000"/>
              </a:lnSpc>
              <a:spcBef>
                <a:spcPts val="0"/>
              </a:spcBef>
              <a:spcAft>
                <a:spcPts val="0"/>
              </a:spcAft>
              <a:buClr>
                <a:srgbClr val="FF0000"/>
              </a:buClr>
              <a:buSzPts val="2000"/>
              <a:buFont typeface="Times New Roman"/>
              <a:buNone/>
            </a:pPr>
            <a:r>
              <a:rPr b="0" i="0" lang="es-BO" sz="2000" u="none" cap="none" strike="noStrike">
                <a:solidFill>
                  <a:srgbClr val="FF0000"/>
                </a:solidFill>
                <a:latin typeface="Times New Roman"/>
                <a:ea typeface="Times New Roman"/>
                <a:cs typeface="Times New Roman"/>
                <a:sym typeface="Times New Roman"/>
              </a:rPr>
              <a:t>NOTA: </a:t>
            </a:r>
            <a:r>
              <a:rPr b="0" i="0" lang="es-BO" sz="2000" u="none" cap="none" strike="noStrike">
                <a:solidFill>
                  <a:schemeClr val="dk1"/>
                </a:solidFill>
                <a:latin typeface="Times New Roman"/>
                <a:ea typeface="Times New Roman"/>
                <a:cs typeface="Times New Roman"/>
                <a:sym typeface="Times New Roman"/>
              </a:rPr>
              <a:t>La imagen es únicamente referencial para un encoder en general</a:t>
            </a:r>
            <a:endParaRPr b="0" i="0" sz="2000" u="none" cap="none" strike="noStrike">
              <a:solidFill>
                <a:srgbClr val="FF0000"/>
              </a:solidFill>
              <a:latin typeface="Times New Roman"/>
              <a:ea typeface="Times New Roman"/>
              <a:cs typeface="Times New Roman"/>
              <a:sym typeface="Times New Roman"/>
            </a:endParaRPr>
          </a:p>
        </p:txBody>
      </p:sp>
      <p:pic>
        <p:nvPicPr>
          <p:cNvPr id="1590" name="Google Shape;1590;p72"/>
          <p:cNvPicPr preferRelativeResize="0"/>
          <p:nvPr/>
        </p:nvPicPr>
        <p:blipFill rotWithShape="1">
          <a:blip r:embed="rId4">
            <a:alphaModFix/>
          </a:blip>
          <a:srcRect b="0" l="0" r="0" t="0"/>
          <a:stretch/>
        </p:blipFill>
        <p:spPr>
          <a:xfrm>
            <a:off x="3803243" y="3898731"/>
            <a:ext cx="3474780" cy="2599386"/>
          </a:xfrm>
          <a:prstGeom prst="rect">
            <a:avLst/>
          </a:prstGeom>
          <a:noFill/>
          <a:ln>
            <a:noFill/>
          </a:ln>
        </p:spPr>
      </p:pic>
      <p:sp>
        <p:nvSpPr>
          <p:cNvPr id="1591" name="Google Shape;1591;p72"/>
          <p:cNvSpPr txBox="1"/>
          <p:nvPr/>
        </p:nvSpPr>
        <p:spPr>
          <a:xfrm>
            <a:off x="912247" y="3967145"/>
            <a:ext cx="2627365"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Como la respuesta la tenemos en función de los pulsos del encoder, se procede a convertir este tipo de señal a una señal analogía por medio de un conversor de frecuencia a voltaje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1"/>
                                        </p:tgtEl>
                                        <p:attrNameLst>
                                          <p:attrName>style.visibility</p:attrName>
                                        </p:attrNameLst>
                                      </p:cBhvr>
                                      <p:to>
                                        <p:strVal val="visible"/>
                                      </p:to>
                                    </p:set>
                                    <p:animEffect filter="fade" transition="in">
                                      <p:cBhvr>
                                        <p:cTn dur="1000"/>
                                        <p:tgtEl>
                                          <p:spTgt spid="1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2">
                                            <p:txEl>
                                              <p:pRg end="0" st="0"/>
                                            </p:txEl>
                                          </p:spTgt>
                                        </p:tgtEl>
                                        <p:attrNameLst>
                                          <p:attrName>style.visibility</p:attrName>
                                        </p:attrNameLst>
                                      </p:cBhvr>
                                      <p:to>
                                        <p:strVal val="visible"/>
                                      </p:to>
                                    </p:set>
                                    <p:animEffect filter="fade" transition="in">
                                      <p:cBhvr>
                                        <p:cTn dur="1000"/>
                                        <p:tgtEl>
                                          <p:spTgt spid="15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3"/>
                                        </p:tgtEl>
                                        <p:attrNameLst>
                                          <p:attrName>style.visibility</p:attrName>
                                        </p:attrNameLst>
                                      </p:cBhvr>
                                      <p:to>
                                        <p:strVal val="visible"/>
                                      </p:to>
                                    </p:set>
                                    <p:animEffect filter="fade" transition="in">
                                      <p:cBhvr>
                                        <p:cTn dur="1000"/>
                                        <p:tgtEl>
                                          <p:spTgt spid="1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7"/>
                                        </p:tgtEl>
                                        <p:attrNameLst>
                                          <p:attrName>style.visibility</p:attrName>
                                        </p:attrNameLst>
                                      </p:cBhvr>
                                      <p:to>
                                        <p:strVal val="visible"/>
                                      </p:to>
                                    </p:set>
                                    <p:animEffect filter="fade" transition="in">
                                      <p:cBhvr>
                                        <p:cTn dur="1000"/>
                                        <p:tgtEl>
                                          <p:spTgt spid="1587"/>
                                        </p:tgtEl>
                                      </p:cBhvr>
                                    </p:animEffect>
                                  </p:childTnLst>
                                </p:cTn>
                              </p:par>
                              <p:par>
                                <p:cTn fill="hold" nodeType="withEffect" presetClass="entr" presetID="10" presetSubtype="0">
                                  <p:stCondLst>
                                    <p:cond delay="0"/>
                                  </p:stCondLst>
                                  <p:childTnLst>
                                    <p:set>
                                      <p:cBhvr>
                                        <p:cTn dur="1" fill="hold">
                                          <p:stCondLst>
                                            <p:cond delay="0"/>
                                          </p:stCondLst>
                                        </p:cTn>
                                        <p:tgtEl>
                                          <p:spTgt spid="1588"/>
                                        </p:tgtEl>
                                        <p:attrNameLst>
                                          <p:attrName>style.visibility</p:attrName>
                                        </p:attrNameLst>
                                      </p:cBhvr>
                                      <p:to>
                                        <p:strVal val="visible"/>
                                      </p:to>
                                    </p:set>
                                    <p:animEffect filter="fade" transition="in">
                                      <p:cBhvr>
                                        <p:cTn dur="1000"/>
                                        <p:tgtEl>
                                          <p:spTgt spid="1588"/>
                                        </p:tgtEl>
                                      </p:cBhvr>
                                    </p:animEffect>
                                  </p:childTnLst>
                                </p:cTn>
                              </p:par>
                              <p:par>
                                <p:cTn fill="hold" nodeType="withEffect" presetClass="entr" presetID="10" presetSubtype="0">
                                  <p:stCondLst>
                                    <p:cond delay="0"/>
                                  </p:stCondLst>
                                  <p:childTnLst>
                                    <p:set>
                                      <p:cBhvr>
                                        <p:cTn dur="1" fill="hold">
                                          <p:stCondLst>
                                            <p:cond delay="0"/>
                                          </p:stCondLst>
                                        </p:cTn>
                                        <p:tgtEl>
                                          <p:spTgt spid="1589"/>
                                        </p:tgtEl>
                                        <p:attrNameLst>
                                          <p:attrName>style.visibility</p:attrName>
                                        </p:attrNameLst>
                                      </p:cBhvr>
                                      <p:to>
                                        <p:strVal val="visible"/>
                                      </p:to>
                                    </p:set>
                                    <p:animEffect filter="fade" transition="in">
                                      <p:cBhvr>
                                        <p:cTn dur="1000"/>
                                        <p:tgtEl>
                                          <p:spTgt spid="1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5"/>
                                        </p:tgtEl>
                                        <p:attrNameLst>
                                          <p:attrName>style.visibility</p:attrName>
                                        </p:attrNameLst>
                                      </p:cBhvr>
                                      <p:to>
                                        <p:strVal val="visible"/>
                                      </p:to>
                                    </p:set>
                                    <p:animEffect filter="fade" transition="in">
                                      <p:cBhvr>
                                        <p:cTn dur="1000"/>
                                        <p:tgtEl>
                                          <p:spTgt spid="1585"/>
                                        </p:tgtEl>
                                      </p:cBhvr>
                                    </p:animEffect>
                                  </p:childTnLst>
                                </p:cTn>
                              </p:par>
                              <p:par>
                                <p:cTn fill="hold" nodeType="withEffect" presetClass="entr" presetID="10" presetSubtype="0">
                                  <p:stCondLst>
                                    <p:cond delay="0"/>
                                  </p:stCondLst>
                                  <p:childTnLst>
                                    <p:set>
                                      <p:cBhvr>
                                        <p:cTn dur="1" fill="hold">
                                          <p:stCondLst>
                                            <p:cond delay="0"/>
                                          </p:stCondLst>
                                        </p:cTn>
                                        <p:tgtEl>
                                          <p:spTgt spid="1584"/>
                                        </p:tgtEl>
                                        <p:attrNameLst>
                                          <p:attrName>style.visibility</p:attrName>
                                        </p:attrNameLst>
                                      </p:cBhvr>
                                      <p:to>
                                        <p:strVal val="visible"/>
                                      </p:to>
                                    </p:set>
                                    <p:animEffect filter="fade" transition="in">
                                      <p:cBhvr>
                                        <p:cTn dur="1000"/>
                                        <p:tgtEl>
                                          <p:spTgt spid="1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6"/>
                                        </p:tgtEl>
                                        <p:attrNameLst>
                                          <p:attrName>style.visibility</p:attrName>
                                        </p:attrNameLst>
                                      </p:cBhvr>
                                      <p:to>
                                        <p:strVal val="visible"/>
                                      </p:to>
                                    </p:set>
                                    <p:animEffect filter="fade" transition="in">
                                      <p:cBhvr>
                                        <p:cTn dur="1000"/>
                                        <p:tgtEl>
                                          <p:spTgt spid="1586"/>
                                        </p:tgtEl>
                                      </p:cBhvr>
                                    </p:animEffect>
                                  </p:childTnLst>
                                </p:cTn>
                              </p:par>
                              <p:par>
                                <p:cTn fill="hold" nodeType="withEffect" presetClass="entr" presetID="10" presetSubtype="0">
                                  <p:stCondLst>
                                    <p:cond delay="0"/>
                                  </p:stCondLst>
                                  <p:childTnLst>
                                    <p:set>
                                      <p:cBhvr>
                                        <p:cTn dur="1" fill="hold">
                                          <p:stCondLst>
                                            <p:cond delay="0"/>
                                          </p:stCondLst>
                                        </p:cTn>
                                        <p:tgtEl>
                                          <p:spTgt spid="1590"/>
                                        </p:tgtEl>
                                        <p:attrNameLst>
                                          <p:attrName>style.visibility</p:attrName>
                                        </p:attrNameLst>
                                      </p:cBhvr>
                                      <p:to>
                                        <p:strVal val="visible"/>
                                      </p:to>
                                    </p:set>
                                    <p:animEffect filter="fade" transition="in">
                                      <p:cBhvr>
                                        <p:cTn dur="1000"/>
                                        <p:tgtEl>
                                          <p:spTgt spid="15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500"/>
                                        <p:tgtEl>
                                          <p:spTgt spid="1580"/>
                                        </p:tgtEl>
                                      </p:cBhvr>
                                    </p:animEffect>
                                  </p:childTnLst>
                                </p:cTn>
                              </p:par>
                              <p:par>
                                <p:cTn fill="hold" nodeType="withEffect" presetClass="entr" presetID="10" presetSubtype="0">
                                  <p:stCondLst>
                                    <p:cond delay="0"/>
                                  </p:stCondLst>
                                  <p:childTnLst>
                                    <p:set>
                                      <p:cBhvr>
                                        <p:cTn dur="1" fill="hold">
                                          <p:stCondLst>
                                            <p:cond delay="0"/>
                                          </p:stCondLst>
                                        </p:cTn>
                                        <p:tgtEl>
                                          <p:spTgt spid="1591"/>
                                        </p:tgtEl>
                                        <p:attrNameLst>
                                          <p:attrName>style.visibility</p:attrName>
                                        </p:attrNameLst>
                                      </p:cBhvr>
                                      <p:to>
                                        <p:strVal val="visible"/>
                                      </p:to>
                                    </p:set>
                                    <p:animEffect filter="fade" transition="in">
                                      <p:cBhvr>
                                        <p:cTn dur="500"/>
                                        <p:tgtEl>
                                          <p:spTgt spid="15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6" name="Shape 1596"/>
        <p:cNvGrpSpPr/>
        <p:nvPr/>
      </p:nvGrpSpPr>
      <p:grpSpPr>
        <a:xfrm>
          <a:off x="0" y="0"/>
          <a:ext cx="0" cy="0"/>
          <a:chOff x="0" y="0"/>
          <a:chExt cx="0" cy="0"/>
        </a:xfrm>
      </p:grpSpPr>
      <p:sp>
        <p:nvSpPr>
          <p:cNvPr id="1597" name="Google Shape;1597;p73"/>
          <p:cNvSpPr txBox="1"/>
          <p:nvPr>
            <p:ph type="ctrTitle"/>
          </p:nvPr>
        </p:nvSpPr>
        <p:spPr>
          <a:xfrm>
            <a:off x="1288025" y="186814"/>
            <a:ext cx="4119716" cy="412954"/>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002060"/>
              </a:buClr>
              <a:buSzPct val="100000"/>
              <a:buFont typeface="Times New Roman"/>
              <a:buNone/>
            </a:pPr>
            <a:r>
              <a:rPr b="1" lang="es-BO"/>
              <a:t>Conversor de Frecuencia a Voltaje</a:t>
            </a:r>
            <a:endParaRPr/>
          </a:p>
        </p:txBody>
      </p:sp>
      <p:sp>
        <p:nvSpPr>
          <p:cNvPr id="1598" name="Google Shape;1598;p73"/>
          <p:cNvSpPr txBox="1"/>
          <p:nvPr>
            <p:ph idx="1" type="subTitle"/>
          </p:nvPr>
        </p:nvSpPr>
        <p:spPr>
          <a:xfrm>
            <a:off x="1366682" y="766914"/>
            <a:ext cx="9842091" cy="121920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0000"/>
              </a:buClr>
              <a:buSzPts val="2000"/>
              <a:buNone/>
            </a:pPr>
            <a:r>
              <a:rPr b="0" i="0" lang="es-BO" u="none" strike="noStrike">
                <a:solidFill>
                  <a:srgbClr val="000000"/>
                </a:solidFill>
              </a:rPr>
              <a:t>El encoder es incremental, por lo que de él se obtiene un tren de pulsos, y a partir de la frecuencia de este tren de pulsos se pueden saber las revoluciones por minuto del eje del motor. </a:t>
            </a:r>
            <a:r>
              <a:rPr lang="es-BO">
                <a:solidFill>
                  <a:srgbClr val="000000"/>
                </a:solidFill>
              </a:rPr>
              <a:t>P</a:t>
            </a:r>
            <a:r>
              <a:rPr b="0" i="0" lang="es-BO" u="none" strike="noStrike">
                <a:solidFill>
                  <a:srgbClr val="000000"/>
                </a:solidFill>
              </a:rPr>
              <a:t>ara obtener una curva de respuesta temporal típica se utilizó un circuito conversor de frecuencia a voltaj</a:t>
            </a:r>
            <a:r>
              <a:rPr lang="es-BO">
                <a:solidFill>
                  <a:srgbClr val="000000"/>
                </a:solidFill>
              </a:rPr>
              <a:t>e que se muestra acontinuacion:</a:t>
            </a:r>
            <a:endParaRPr/>
          </a:p>
        </p:txBody>
      </p:sp>
      <p:pic>
        <p:nvPicPr>
          <p:cNvPr id="1599" name="Google Shape;1599;p73"/>
          <p:cNvPicPr preferRelativeResize="0"/>
          <p:nvPr/>
        </p:nvPicPr>
        <p:blipFill rotWithShape="1">
          <a:blip r:embed="rId3">
            <a:alphaModFix/>
          </a:blip>
          <a:srcRect b="0" l="0" r="0" t="0"/>
          <a:stretch/>
        </p:blipFill>
        <p:spPr>
          <a:xfrm>
            <a:off x="2871018" y="1855665"/>
            <a:ext cx="5830529" cy="4884347"/>
          </a:xfrm>
          <a:prstGeom prst="rect">
            <a:avLst/>
          </a:prstGeom>
          <a:noFill/>
          <a:ln>
            <a:noFill/>
          </a:ln>
        </p:spPr>
      </p:pic>
      <p:sp>
        <p:nvSpPr>
          <p:cNvPr id="1600" name="Google Shape;1600;p73"/>
          <p:cNvSpPr txBox="1"/>
          <p:nvPr/>
        </p:nvSpPr>
        <p:spPr>
          <a:xfrm>
            <a:off x="1366683" y="3085322"/>
            <a:ext cx="1229032" cy="923330"/>
          </a:xfrm>
          <a:prstGeom prst="rect">
            <a:avLst/>
          </a:prstGeom>
          <a:solidFill>
            <a:schemeClr val="lt1"/>
          </a:solidFill>
          <a:ln cap="flat" cmpd="sng" w="12700">
            <a:solidFill>
              <a:schemeClr val="accent4"/>
            </a:solidFill>
            <a:prstDash val="lg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Lectura de pulsos del encoder</a:t>
            </a:r>
            <a:endParaRPr/>
          </a:p>
        </p:txBody>
      </p:sp>
      <p:sp>
        <p:nvSpPr>
          <p:cNvPr id="1601" name="Google Shape;1601;p73"/>
          <p:cNvSpPr/>
          <p:nvPr/>
        </p:nvSpPr>
        <p:spPr>
          <a:xfrm>
            <a:off x="2595715" y="3429000"/>
            <a:ext cx="1160206" cy="235975"/>
          </a:xfrm>
          <a:prstGeom prst="rightArrow">
            <a:avLst>
              <a:gd fmla="val 50000" name="adj1"/>
              <a:gd fmla="val 50000"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02" name="Google Shape;1602;p73"/>
          <p:cNvSpPr txBox="1"/>
          <p:nvPr/>
        </p:nvSpPr>
        <p:spPr>
          <a:xfrm>
            <a:off x="8883444" y="3439733"/>
            <a:ext cx="1229032" cy="923330"/>
          </a:xfrm>
          <a:prstGeom prst="rect">
            <a:avLst/>
          </a:prstGeom>
          <a:solidFill>
            <a:schemeClr val="lt1"/>
          </a:solidFill>
          <a:ln cap="flat" cmpd="sng" w="12700">
            <a:solidFill>
              <a:schemeClr val="accent4"/>
            </a:solidFill>
            <a:prstDash val="lg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Respuesta del motor en V</a:t>
            </a:r>
            <a:endParaRPr/>
          </a:p>
        </p:txBody>
      </p:sp>
      <p:sp>
        <p:nvSpPr>
          <p:cNvPr id="1603" name="Google Shape;1603;p73"/>
          <p:cNvSpPr/>
          <p:nvPr/>
        </p:nvSpPr>
        <p:spPr>
          <a:xfrm>
            <a:off x="7831392" y="3664975"/>
            <a:ext cx="961104" cy="235975"/>
          </a:xfrm>
          <a:prstGeom prst="rightArrow">
            <a:avLst>
              <a:gd fmla="val 50000" name="adj1"/>
              <a:gd fmla="val 50000"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7"/>
                                        </p:tgtEl>
                                        <p:attrNameLst>
                                          <p:attrName>style.visibility</p:attrName>
                                        </p:attrNameLst>
                                      </p:cBhvr>
                                      <p:to>
                                        <p:strVal val="visible"/>
                                      </p:to>
                                    </p:set>
                                    <p:animEffect filter="fade" transition="in">
                                      <p:cBhvr>
                                        <p:cTn dur="1000"/>
                                        <p:tgtEl>
                                          <p:spTgt spid="1597"/>
                                        </p:tgtEl>
                                      </p:cBhvr>
                                    </p:animEffect>
                                  </p:childTnLst>
                                </p:cTn>
                              </p:par>
                              <p:par>
                                <p:cTn fill="hold" nodeType="withEffect" presetClass="entr" presetID="10" presetSubtype="0">
                                  <p:stCondLst>
                                    <p:cond delay="0"/>
                                  </p:stCondLst>
                                  <p:childTnLst>
                                    <p:set>
                                      <p:cBhvr>
                                        <p:cTn dur="1" fill="hold">
                                          <p:stCondLst>
                                            <p:cond delay="0"/>
                                          </p:stCondLst>
                                        </p:cTn>
                                        <p:tgtEl>
                                          <p:spTgt spid="1598">
                                            <p:txEl>
                                              <p:pRg end="0" st="0"/>
                                            </p:txEl>
                                          </p:spTgt>
                                        </p:tgtEl>
                                        <p:attrNameLst>
                                          <p:attrName>style.visibility</p:attrName>
                                        </p:attrNameLst>
                                      </p:cBhvr>
                                      <p:to>
                                        <p:strVal val="visible"/>
                                      </p:to>
                                    </p:set>
                                    <p:animEffect filter="fade" transition="in">
                                      <p:cBhvr>
                                        <p:cTn dur="1000"/>
                                        <p:tgtEl>
                                          <p:spTgt spid="15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9"/>
                                        </p:tgtEl>
                                        <p:attrNameLst>
                                          <p:attrName>style.visibility</p:attrName>
                                        </p:attrNameLst>
                                      </p:cBhvr>
                                      <p:to>
                                        <p:strVal val="visible"/>
                                      </p:to>
                                    </p:set>
                                    <p:anim calcmode="lin" valueType="num">
                                      <p:cBhvr additive="base">
                                        <p:cTn dur="500"/>
                                        <p:tgtEl>
                                          <p:spTgt spid="159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0"/>
                                        </p:tgtEl>
                                        <p:attrNameLst>
                                          <p:attrName>style.visibility</p:attrName>
                                        </p:attrNameLst>
                                      </p:cBhvr>
                                      <p:to>
                                        <p:strVal val="visible"/>
                                      </p:to>
                                    </p:set>
                                    <p:animEffect filter="fade" transition="in">
                                      <p:cBhvr>
                                        <p:cTn dur="500"/>
                                        <p:tgtEl>
                                          <p:spTgt spid="1600"/>
                                        </p:tgtEl>
                                      </p:cBhvr>
                                    </p:animEffect>
                                  </p:childTnLst>
                                </p:cTn>
                              </p:par>
                              <p:par>
                                <p:cTn fill="hold" nodeType="withEffect" presetClass="entr" presetID="10" presetSubtype="0">
                                  <p:stCondLst>
                                    <p:cond delay="0"/>
                                  </p:stCondLst>
                                  <p:childTnLst>
                                    <p:set>
                                      <p:cBhvr>
                                        <p:cTn dur="1" fill="hold">
                                          <p:stCondLst>
                                            <p:cond delay="0"/>
                                          </p:stCondLst>
                                        </p:cTn>
                                        <p:tgtEl>
                                          <p:spTgt spid="1601"/>
                                        </p:tgtEl>
                                        <p:attrNameLst>
                                          <p:attrName>style.visibility</p:attrName>
                                        </p:attrNameLst>
                                      </p:cBhvr>
                                      <p:to>
                                        <p:strVal val="visible"/>
                                      </p:to>
                                    </p:set>
                                    <p:animEffect filter="fade" transition="in">
                                      <p:cBhvr>
                                        <p:cTn dur="500"/>
                                        <p:tgtEl>
                                          <p:spTgt spid="1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3"/>
                                        </p:tgtEl>
                                        <p:attrNameLst>
                                          <p:attrName>style.visibility</p:attrName>
                                        </p:attrNameLst>
                                      </p:cBhvr>
                                      <p:to>
                                        <p:strVal val="visible"/>
                                      </p:to>
                                    </p:set>
                                    <p:animEffect filter="fade" transition="in">
                                      <p:cBhvr>
                                        <p:cTn dur="500"/>
                                        <p:tgtEl>
                                          <p:spTgt spid="1603"/>
                                        </p:tgtEl>
                                      </p:cBhvr>
                                    </p:animEffect>
                                  </p:childTnLst>
                                </p:cTn>
                              </p:par>
                              <p:par>
                                <p:cTn fill="hold" nodeType="withEffect" presetClass="entr" presetID="10" presetSubtype="0">
                                  <p:stCondLst>
                                    <p:cond delay="0"/>
                                  </p:stCondLst>
                                  <p:childTnLst>
                                    <p:set>
                                      <p:cBhvr>
                                        <p:cTn dur="1" fill="hold">
                                          <p:stCondLst>
                                            <p:cond delay="0"/>
                                          </p:stCondLst>
                                        </p:cTn>
                                        <p:tgtEl>
                                          <p:spTgt spid="1602"/>
                                        </p:tgtEl>
                                        <p:attrNameLst>
                                          <p:attrName>style.visibility</p:attrName>
                                        </p:attrNameLst>
                                      </p:cBhvr>
                                      <p:to>
                                        <p:strVal val="visible"/>
                                      </p:to>
                                    </p:set>
                                    <p:animEffect filter="fade" transition="in">
                                      <p:cBhvr>
                                        <p:cTn dur="500"/>
                                        <p:tgtEl>
                                          <p:spTgt spid="16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74"/>
          <p:cNvSpPr txBox="1"/>
          <p:nvPr>
            <p:ph type="ctrTitle"/>
          </p:nvPr>
        </p:nvSpPr>
        <p:spPr>
          <a:xfrm>
            <a:off x="814404" y="0"/>
            <a:ext cx="7924800" cy="578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Aspectos a tomar en cuenta para la adquisición de datos</a:t>
            </a:r>
            <a:endParaRPr/>
          </a:p>
        </p:txBody>
      </p:sp>
      <p:sp>
        <p:nvSpPr>
          <p:cNvPr id="1610" name="Google Shape;1610;p74"/>
          <p:cNvSpPr txBox="1"/>
          <p:nvPr/>
        </p:nvSpPr>
        <p:spPr>
          <a:xfrm>
            <a:off x="814404" y="4612326"/>
            <a:ext cx="10203296" cy="707886"/>
          </a:xfrm>
          <a:prstGeom prst="rect">
            <a:avLst/>
          </a:prstGeom>
          <a:blipFill rotWithShape="1">
            <a:blip r:embed="rId3">
              <a:alphaModFix/>
            </a:blip>
            <a:stretch>
              <a:fillRect b="-8619" l="-656" r="0" t="-517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s-BO" sz="1800" u="none" cap="none" strike="noStrike">
                <a:latin typeface="Calibri"/>
                <a:ea typeface="Calibri"/>
                <a:cs typeface="Calibri"/>
                <a:sym typeface="Calibri"/>
              </a:rPr>
              <a:t> </a:t>
            </a:r>
            <a:endParaRPr/>
          </a:p>
        </p:txBody>
      </p:sp>
      <p:sp>
        <p:nvSpPr>
          <p:cNvPr id="1611" name="Google Shape;1611;p74"/>
          <p:cNvSpPr txBox="1"/>
          <p:nvPr/>
        </p:nvSpPr>
        <p:spPr>
          <a:xfrm>
            <a:off x="814404" y="5320212"/>
            <a:ext cx="60960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Que puede escribirse como:</a:t>
            </a:r>
            <a:endParaRPr/>
          </a:p>
        </p:txBody>
      </p:sp>
      <p:sp>
        <p:nvSpPr>
          <p:cNvPr id="1612" name="Google Shape;1612;p74"/>
          <p:cNvSpPr txBox="1"/>
          <p:nvPr/>
        </p:nvSpPr>
        <p:spPr>
          <a:xfrm>
            <a:off x="4230394" y="5733861"/>
            <a:ext cx="3731212" cy="369332"/>
          </a:xfrm>
          <a:prstGeom prst="rect">
            <a:avLst/>
          </a:prstGeom>
          <a:blipFill rotWithShape="1">
            <a:blip r:embed="rId4">
              <a:alphaModFix/>
            </a:blip>
            <a:stretch>
              <a:fillRect b="-1147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613" name="Google Shape;1613;p74"/>
          <p:cNvSpPr txBox="1"/>
          <p:nvPr/>
        </p:nvSpPr>
        <p:spPr>
          <a:xfrm>
            <a:off x="814404" y="591639"/>
            <a:ext cx="10203296" cy="4043223"/>
          </a:xfrm>
          <a:prstGeom prst="rect">
            <a:avLst/>
          </a:prstGeom>
          <a:blipFill rotWithShape="1">
            <a:blip r:embed="rId5">
              <a:alphaModFix/>
            </a:blip>
            <a:stretch>
              <a:fillRect b="0" l="-656" r="0" t="-75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gtEl>
                                        <p:attrNameLst>
                                          <p:attrName>style.visibility</p:attrName>
                                        </p:attrNameLst>
                                      </p:cBhvr>
                                      <p:to>
                                        <p:strVal val="visible"/>
                                      </p:to>
                                    </p:set>
                                    <p:animEffect filter="fade" transition="in">
                                      <p:cBhvr>
                                        <p:cTn dur="500"/>
                                        <p:tgtEl>
                                          <p:spTgt spid="1609"/>
                                        </p:tgtEl>
                                      </p:cBhvr>
                                    </p:animEffect>
                                  </p:childTnLst>
                                </p:cTn>
                              </p:par>
                              <p:par>
                                <p:cTn fill="hold" nodeType="with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500"/>
                                        <p:tgtEl>
                                          <p:spTgt spid="1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0"/>
                                        </p:tgtEl>
                                        <p:attrNameLst>
                                          <p:attrName>style.visibility</p:attrName>
                                        </p:attrNameLst>
                                      </p:cBhvr>
                                      <p:to>
                                        <p:strVal val="visible"/>
                                      </p:to>
                                    </p:set>
                                    <p:animEffect filter="fade" transition="in">
                                      <p:cBhvr>
                                        <p:cTn dur="1000"/>
                                        <p:tgtEl>
                                          <p:spTgt spid="1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1"/>
                                        </p:tgtEl>
                                        <p:attrNameLst>
                                          <p:attrName>style.visibility</p:attrName>
                                        </p:attrNameLst>
                                      </p:cBhvr>
                                      <p:to>
                                        <p:strVal val="visible"/>
                                      </p:to>
                                    </p:set>
                                    <p:animEffect filter="fade" transition="in">
                                      <p:cBhvr>
                                        <p:cTn dur="500"/>
                                        <p:tgtEl>
                                          <p:spTgt spid="1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2"/>
                                        </p:tgtEl>
                                        <p:attrNameLst>
                                          <p:attrName>style.visibility</p:attrName>
                                        </p:attrNameLst>
                                      </p:cBhvr>
                                      <p:to>
                                        <p:strVal val="visible"/>
                                      </p:to>
                                    </p:set>
                                    <p:animEffect filter="fade" transition="in">
                                      <p:cBhvr>
                                        <p:cTn dur="500"/>
                                        <p:tgtEl>
                                          <p:spTgt spid="1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8" name="Shape 1618"/>
        <p:cNvGrpSpPr/>
        <p:nvPr/>
      </p:nvGrpSpPr>
      <p:grpSpPr>
        <a:xfrm>
          <a:off x="0" y="0"/>
          <a:ext cx="0" cy="0"/>
          <a:chOff x="0" y="0"/>
          <a:chExt cx="0" cy="0"/>
        </a:xfrm>
      </p:grpSpPr>
      <p:sp>
        <p:nvSpPr>
          <p:cNvPr id="1619" name="Google Shape;1619;p75"/>
          <p:cNvSpPr txBox="1"/>
          <p:nvPr>
            <p:ph type="ctrTitle"/>
          </p:nvPr>
        </p:nvSpPr>
        <p:spPr>
          <a:xfrm>
            <a:off x="977654" y="97784"/>
            <a:ext cx="7770930" cy="61341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Diagrama de conexiones para la adquisición de datos del motor</a:t>
            </a:r>
            <a:endParaRPr/>
          </a:p>
        </p:txBody>
      </p:sp>
      <p:sp>
        <p:nvSpPr>
          <p:cNvPr id="1620" name="Google Shape;1620;p75"/>
          <p:cNvSpPr txBox="1"/>
          <p:nvPr>
            <p:ph idx="1" type="subTitle"/>
          </p:nvPr>
        </p:nvSpPr>
        <p:spPr>
          <a:xfrm>
            <a:off x="1584960" y="3255962"/>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t/>
            </a:r>
            <a:endParaRPr/>
          </a:p>
        </p:txBody>
      </p:sp>
      <p:pic>
        <p:nvPicPr>
          <p:cNvPr id="1621" name="Google Shape;1621;p75"/>
          <p:cNvPicPr preferRelativeResize="0"/>
          <p:nvPr/>
        </p:nvPicPr>
        <p:blipFill rotWithShape="1">
          <a:blip r:embed="rId3">
            <a:alphaModFix/>
          </a:blip>
          <a:srcRect b="0" l="0" r="0" t="0"/>
          <a:stretch/>
        </p:blipFill>
        <p:spPr>
          <a:xfrm>
            <a:off x="819874" y="780701"/>
            <a:ext cx="11161852" cy="4950522"/>
          </a:xfrm>
          <a:prstGeom prst="rect">
            <a:avLst/>
          </a:prstGeom>
          <a:noFill/>
          <a:ln>
            <a:noFill/>
          </a:ln>
        </p:spPr>
      </p:pic>
      <p:grpSp>
        <p:nvGrpSpPr>
          <p:cNvPr id="1622" name="Google Shape;1622;p75"/>
          <p:cNvGrpSpPr/>
          <p:nvPr/>
        </p:nvGrpSpPr>
        <p:grpSpPr>
          <a:xfrm>
            <a:off x="4156113" y="2905093"/>
            <a:ext cx="841951" cy="2994923"/>
            <a:chOff x="3824748" y="3608439"/>
            <a:chExt cx="841951" cy="2994923"/>
          </a:xfrm>
        </p:grpSpPr>
        <p:sp>
          <p:nvSpPr>
            <p:cNvPr id="1623" name="Google Shape;1623;p75"/>
            <p:cNvSpPr/>
            <p:nvPr/>
          </p:nvSpPr>
          <p:spPr>
            <a:xfrm>
              <a:off x="3824748" y="3608439"/>
              <a:ext cx="825910" cy="934064"/>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624" name="Google Shape;1624;p75"/>
            <p:cNvCxnSpPr>
              <a:stCxn id="1623" idx="2"/>
            </p:cNvCxnSpPr>
            <p:nvPr/>
          </p:nvCxnSpPr>
          <p:spPr>
            <a:xfrm>
              <a:off x="4237703" y="4542503"/>
              <a:ext cx="0" cy="737400"/>
            </a:xfrm>
            <a:prstGeom prst="straightConnector1">
              <a:avLst/>
            </a:prstGeom>
            <a:noFill/>
            <a:ln cap="flat" cmpd="sng" w="38100">
              <a:solidFill>
                <a:srgbClr val="FF0000"/>
              </a:solidFill>
              <a:prstDash val="solid"/>
              <a:miter lim="800000"/>
              <a:headEnd len="sm" w="sm" type="none"/>
              <a:tailEnd len="med" w="med" type="triangle"/>
            </a:ln>
          </p:spPr>
        </p:cxnSp>
        <p:sp>
          <p:nvSpPr>
            <p:cNvPr id="1625" name="Google Shape;1625;p75"/>
            <p:cNvSpPr txBox="1"/>
            <p:nvPr/>
          </p:nvSpPr>
          <p:spPr>
            <a:xfrm>
              <a:off x="3840790" y="5279923"/>
              <a:ext cx="825909" cy="1323439"/>
            </a:xfrm>
            <a:prstGeom prst="rect">
              <a:avLst/>
            </a:prstGeom>
            <a:noFill/>
            <a:ln cap="flat" cmpd="sng" w="9525">
              <a:solidFill>
                <a:schemeClr val="dk1"/>
              </a:solidFill>
              <a:prstDash val="lgDash"/>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Motor de </a:t>
              </a:r>
              <a:r>
                <a:rPr lang="es-BO" sz="2000">
                  <a:solidFill>
                    <a:srgbClr val="000000"/>
                  </a:solidFill>
                  <a:latin typeface="Times New Roman"/>
                  <a:ea typeface="Times New Roman"/>
                  <a:cs typeface="Times New Roman"/>
                  <a:sym typeface="Times New Roman"/>
                </a:rPr>
                <a:t>trifas-ico</a:t>
              </a:r>
              <a:endParaRPr b="0" i="0" sz="2000" u="none" cap="none" strike="noStrike">
                <a:solidFill>
                  <a:srgbClr val="000000"/>
                </a:solidFill>
                <a:latin typeface="Times New Roman"/>
                <a:ea typeface="Times New Roman"/>
                <a:cs typeface="Times New Roman"/>
                <a:sym typeface="Times New Roman"/>
              </a:endParaRPr>
            </a:p>
          </p:txBody>
        </p:sp>
      </p:grpSp>
      <p:grpSp>
        <p:nvGrpSpPr>
          <p:cNvPr id="1626" name="Google Shape;1626;p75"/>
          <p:cNvGrpSpPr/>
          <p:nvPr/>
        </p:nvGrpSpPr>
        <p:grpSpPr>
          <a:xfrm>
            <a:off x="4998064" y="2905093"/>
            <a:ext cx="1088186" cy="2071594"/>
            <a:chOff x="3824748" y="3608439"/>
            <a:chExt cx="1088186" cy="2071594"/>
          </a:xfrm>
        </p:grpSpPr>
        <p:sp>
          <p:nvSpPr>
            <p:cNvPr id="1627" name="Google Shape;1627;p75"/>
            <p:cNvSpPr/>
            <p:nvPr/>
          </p:nvSpPr>
          <p:spPr>
            <a:xfrm>
              <a:off x="3824748" y="3608439"/>
              <a:ext cx="825910" cy="934064"/>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C000"/>
                </a:solidFill>
                <a:latin typeface="Calibri"/>
                <a:ea typeface="Calibri"/>
                <a:cs typeface="Calibri"/>
                <a:sym typeface="Calibri"/>
              </a:endParaRPr>
            </a:p>
          </p:txBody>
        </p:sp>
        <p:cxnSp>
          <p:nvCxnSpPr>
            <p:cNvPr id="1628" name="Google Shape;1628;p75"/>
            <p:cNvCxnSpPr>
              <a:stCxn id="1627" idx="2"/>
            </p:cNvCxnSpPr>
            <p:nvPr/>
          </p:nvCxnSpPr>
          <p:spPr>
            <a:xfrm>
              <a:off x="4237703" y="4542503"/>
              <a:ext cx="0" cy="737400"/>
            </a:xfrm>
            <a:prstGeom prst="straightConnector1">
              <a:avLst/>
            </a:prstGeom>
            <a:noFill/>
            <a:ln cap="flat" cmpd="sng" w="38100">
              <a:solidFill>
                <a:srgbClr val="FFC000"/>
              </a:solidFill>
              <a:prstDash val="solid"/>
              <a:miter lim="800000"/>
              <a:headEnd len="sm" w="sm" type="none"/>
              <a:tailEnd len="med" w="med" type="triangle"/>
            </a:ln>
          </p:spPr>
        </p:cxnSp>
        <p:sp>
          <p:nvSpPr>
            <p:cNvPr id="1629" name="Google Shape;1629;p75"/>
            <p:cNvSpPr txBox="1"/>
            <p:nvPr/>
          </p:nvSpPr>
          <p:spPr>
            <a:xfrm>
              <a:off x="3840789" y="5279923"/>
              <a:ext cx="1072145" cy="400110"/>
            </a:xfrm>
            <a:prstGeom prst="rect">
              <a:avLst/>
            </a:prstGeom>
            <a:noFill/>
            <a:ln cap="flat" cmpd="sng" w="9525">
              <a:solidFill>
                <a:srgbClr val="FFC000"/>
              </a:solidFill>
              <a:prstDash val="lgDash"/>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Encoder</a:t>
              </a:r>
              <a:endParaRPr/>
            </a:p>
          </p:txBody>
        </p:sp>
      </p:grpSp>
      <p:grpSp>
        <p:nvGrpSpPr>
          <p:cNvPr id="1630" name="Google Shape;1630;p75"/>
          <p:cNvGrpSpPr/>
          <p:nvPr/>
        </p:nvGrpSpPr>
        <p:grpSpPr>
          <a:xfrm>
            <a:off x="6086252" y="2397248"/>
            <a:ext cx="2783417" cy="3147532"/>
            <a:chOff x="3824747" y="3608439"/>
            <a:chExt cx="2783417" cy="3147532"/>
          </a:xfrm>
        </p:grpSpPr>
        <p:sp>
          <p:nvSpPr>
            <p:cNvPr id="1631" name="Google Shape;1631;p75"/>
            <p:cNvSpPr/>
            <p:nvPr/>
          </p:nvSpPr>
          <p:spPr>
            <a:xfrm>
              <a:off x="3824747" y="3608439"/>
              <a:ext cx="2783417" cy="1853094"/>
            </a:xfrm>
            <a:prstGeom prst="rect">
              <a:avLst/>
            </a:prstGeom>
            <a:noFill/>
            <a:ln cap="flat" cmpd="sng" w="381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632" name="Google Shape;1632;p75"/>
            <p:cNvCxnSpPr>
              <a:stCxn id="1631" idx="2"/>
              <a:endCxn id="1633" idx="0"/>
            </p:cNvCxnSpPr>
            <p:nvPr/>
          </p:nvCxnSpPr>
          <p:spPr>
            <a:xfrm>
              <a:off x="5216456" y="5461533"/>
              <a:ext cx="0" cy="278700"/>
            </a:xfrm>
            <a:prstGeom prst="straightConnector1">
              <a:avLst/>
            </a:prstGeom>
            <a:noFill/>
            <a:ln cap="flat" cmpd="sng" w="38100">
              <a:solidFill>
                <a:srgbClr val="92D050"/>
              </a:solidFill>
              <a:prstDash val="solid"/>
              <a:miter lim="800000"/>
              <a:headEnd len="sm" w="sm" type="none"/>
              <a:tailEnd len="med" w="med" type="triangle"/>
            </a:ln>
          </p:spPr>
        </p:cxnSp>
        <p:sp>
          <p:nvSpPr>
            <p:cNvPr id="1633" name="Google Shape;1633;p75"/>
            <p:cNvSpPr txBox="1"/>
            <p:nvPr/>
          </p:nvSpPr>
          <p:spPr>
            <a:xfrm>
              <a:off x="4295454" y="5740308"/>
              <a:ext cx="1842002" cy="1015663"/>
            </a:xfrm>
            <a:prstGeom prst="rect">
              <a:avLst/>
            </a:prstGeom>
            <a:noFill/>
            <a:ln cap="flat" cmpd="sng" w="9525">
              <a:solidFill>
                <a:schemeClr val="dk1"/>
              </a:solidFill>
              <a:prstDash val="lgDash"/>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Conversor de Frecuencia a voltaje</a:t>
              </a:r>
              <a:endParaRPr/>
            </a:p>
          </p:txBody>
        </p:sp>
      </p:grpSp>
      <p:sp>
        <p:nvSpPr>
          <p:cNvPr id="1634" name="Google Shape;1634;p75"/>
          <p:cNvSpPr txBox="1"/>
          <p:nvPr/>
        </p:nvSpPr>
        <p:spPr>
          <a:xfrm>
            <a:off x="977654" y="1126777"/>
            <a:ext cx="7247744" cy="707886"/>
          </a:xfrm>
          <a:prstGeom prst="rect">
            <a:avLst/>
          </a:prstGeom>
          <a:noFill/>
          <a:ln cap="flat" cmpd="sng" w="9525">
            <a:solidFill>
              <a:schemeClr val="dk1"/>
            </a:solidFill>
            <a:prstDash val="lgDash"/>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Para poder realizar las mediciones se debe realizar una conexión como la del esquema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9"/>
                                        </p:tgtEl>
                                        <p:attrNameLst>
                                          <p:attrName>style.visibility</p:attrName>
                                        </p:attrNameLst>
                                      </p:cBhvr>
                                      <p:to>
                                        <p:strVal val="visible"/>
                                      </p:to>
                                    </p:set>
                                    <p:animEffect filter="fade" transition="in">
                                      <p:cBhvr>
                                        <p:cTn dur="500"/>
                                        <p:tgtEl>
                                          <p:spTgt spid="1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4"/>
                                        </p:tgtEl>
                                        <p:attrNameLst>
                                          <p:attrName>style.visibility</p:attrName>
                                        </p:attrNameLst>
                                      </p:cBhvr>
                                      <p:to>
                                        <p:strVal val="visible"/>
                                      </p:to>
                                    </p:set>
                                    <p:animEffect filter="fade" transition="in">
                                      <p:cBhvr>
                                        <p:cTn dur="500"/>
                                        <p:tgtEl>
                                          <p:spTgt spid="1634"/>
                                        </p:tgtEl>
                                      </p:cBhvr>
                                    </p:animEffect>
                                  </p:childTnLst>
                                </p:cTn>
                              </p:par>
                              <p:par>
                                <p:cTn fill="hold" nodeType="with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500"/>
                                        <p:tgtEl>
                                          <p:spTgt spid="1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2"/>
                                        </p:tgtEl>
                                        <p:attrNameLst>
                                          <p:attrName>style.visibility</p:attrName>
                                        </p:attrNameLst>
                                      </p:cBhvr>
                                      <p:to>
                                        <p:strVal val="visible"/>
                                      </p:to>
                                    </p:set>
                                    <p:animEffect filter="fade" transition="in">
                                      <p:cBhvr>
                                        <p:cTn dur="1000"/>
                                        <p:tgtEl>
                                          <p:spTgt spid="16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6"/>
                                        </p:tgtEl>
                                        <p:attrNameLst>
                                          <p:attrName>style.visibility</p:attrName>
                                        </p:attrNameLst>
                                      </p:cBhvr>
                                      <p:to>
                                        <p:strVal val="visible"/>
                                      </p:to>
                                    </p:set>
                                    <p:animEffect filter="fade" transition="in">
                                      <p:cBhvr>
                                        <p:cTn dur="1000"/>
                                        <p:tgtEl>
                                          <p:spTgt spid="16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0"/>
                                        </p:tgtEl>
                                        <p:attrNameLst>
                                          <p:attrName>style.visibility</p:attrName>
                                        </p:attrNameLst>
                                      </p:cBhvr>
                                      <p:to>
                                        <p:strVal val="visible"/>
                                      </p:to>
                                    </p:set>
                                    <p:animEffect filter="fade" transition="in">
                                      <p:cBhvr>
                                        <p:cTn dur="1000"/>
                                        <p:tgtEl>
                                          <p:spTgt spid="16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76"/>
          <p:cNvSpPr txBox="1"/>
          <p:nvPr>
            <p:ph type="ctrTitle"/>
          </p:nvPr>
        </p:nvSpPr>
        <p:spPr>
          <a:xfrm>
            <a:off x="985520" y="228283"/>
            <a:ext cx="9144000" cy="41179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Respuesta de motor de paso</a:t>
            </a:r>
            <a:endParaRPr/>
          </a:p>
        </p:txBody>
      </p:sp>
      <p:sp>
        <p:nvSpPr>
          <p:cNvPr id="1641" name="Google Shape;1641;p76"/>
          <p:cNvSpPr txBox="1"/>
          <p:nvPr>
            <p:ph idx="1" type="subTitle"/>
          </p:nvPr>
        </p:nvSpPr>
        <p:spPr>
          <a:xfrm>
            <a:off x="985520" y="640080"/>
            <a:ext cx="10642600" cy="155448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lang="es-BO"/>
              <a:t>La medición que se realizó fue con una entrada de 10V DC en la entrada analógica del variador de frecuencia, de tal modo que en la pantalla de variador se llegue a visualizar 50 Hz, la salida del encoder se toma de la fase 1 o fase A, esta salida se encuentra conectada a la entrada del conversor de frecuencia a voltaje, y finalmente, la salida del conversor de frecuencia a voltaje se mide con la sonda del osciloscopio.</a:t>
            </a:r>
            <a:endParaRPr/>
          </a:p>
        </p:txBody>
      </p:sp>
      <p:pic>
        <p:nvPicPr>
          <p:cNvPr id="1642" name="Google Shape;1642;p76"/>
          <p:cNvPicPr preferRelativeResize="0"/>
          <p:nvPr/>
        </p:nvPicPr>
        <p:blipFill rotWithShape="1">
          <a:blip r:embed="rId3">
            <a:alphaModFix/>
          </a:blip>
          <a:srcRect b="0" l="0" r="0" t="0"/>
          <a:stretch/>
        </p:blipFill>
        <p:spPr>
          <a:xfrm>
            <a:off x="1062088" y="2753042"/>
            <a:ext cx="4493844" cy="3286760"/>
          </a:xfrm>
          <a:prstGeom prst="rect">
            <a:avLst/>
          </a:prstGeom>
          <a:noFill/>
          <a:ln>
            <a:noFill/>
          </a:ln>
        </p:spPr>
      </p:pic>
      <p:sp>
        <p:nvSpPr>
          <p:cNvPr id="1643" name="Google Shape;1643;p76"/>
          <p:cNvSpPr/>
          <p:nvPr/>
        </p:nvSpPr>
        <p:spPr>
          <a:xfrm>
            <a:off x="5675950" y="4366578"/>
            <a:ext cx="1630680" cy="916622"/>
          </a:xfrm>
          <a:prstGeom prst="round2DiagRect">
            <a:avLst>
              <a:gd fmla="val 16667" name="adj1"/>
              <a:gd fmla="val 0" name="adj2"/>
            </a:avLst>
          </a:prstGeom>
          <a:noFill/>
          <a:ln cap="flat" cmpd="sng" w="12700">
            <a:solidFill>
              <a:srgbClr val="31538F"/>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s-BO" sz="1800" u="none" cap="none" strike="noStrike">
                <a:solidFill>
                  <a:srgbClr val="000000"/>
                </a:solidFill>
                <a:latin typeface="Calibri"/>
                <a:ea typeface="Calibri"/>
                <a:cs typeface="Calibri"/>
                <a:sym typeface="Calibri"/>
              </a:rPr>
              <a:t>Exportando los datos al Matlab</a:t>
            </a:r>
            <a:endParaRPr/>
          </a:p>
        </p:txBody>
      </p:sp>
      <p:sp>
        <p:nvSpPr>
          <p:cNvPr id="1644" name="Google Shape;1644;p76"/>
          <p:cNvSpPr/>
          <p:nvPr/>
        </p:nvSpPr>
        <p:spPr>
          <a:xfrm>
            <a:off x="5684520" y="3672840"/>
            <a:ext cx="1478280" cy="426720"/>
          </a:xfrm>
          <a:prstGeom prst="rightArrow">
            <a:avLst>
              <a:gd fmla="val 50000" name="adj1"/>
              <a:gd fmla="val 50000" name="adj2"/>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645" name="Google Shape;1645;p76"/>
          <p:cNvPicPr preferRelativeResize="0"/>
          <p:nvPr/>
        </p:nvPicPr>
        <p:blipFill rotWithShape="1">
          <a:blip r:embed="rId4">
            <a:alphaModFix/>
          </a:blip>
          <a:srcRect b="0" l="0" r="0" t="0"/>
          <a:stretch/>
        </p:blipFill>
        <p:spPr>
          <a:xfrm>
            <a:off x="7504748" y="2703222"/>
            <a:ext cx="4123372" cy="3336580"/>
          </a:xfrm>
          <a:prstGeom prst="rect">
            <a:avLst/>
          </a:prstGeom>
          <a:noFill/>
          <a:ln>
            <a:noFill/>
          </a:ln>
        </p:spPr>
      </p:pic>
      <p:sp>
        <p:nvSpPr>
          <p:cNvPr id="1646" name="Google Shape;1646;p76"/>
          <p:cNvSpPr txBox="1"/>
          <p:nvPr/>
        </p:nvSpPr>
        <p:spPr>
          <a:xfrm>
            <a:off x="1227772" y="2056891"/>
            <a:ext cx="432816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imes New Roman"/>
              <a:buNone/>
            </a:pPr>
            <a:r>
              <a:rPr b="0" i="0" lang="es-BO" sz="1800" u="none" cap="none" strike="noStrike">
                <a:solidFill>
                  <a:srgbClr val="000000"/>
                </a:solidFill>
                <a:latin typeface="Times New Roman"/>
                <a:ea typeface="Times New Roman"/>
                <a:cs typeface="Times New Roman"/>
                <a:sym typeface="Times New Roman"/>
              </a:rPr>
              <a:t>La respuesta que se obtuvo conjuntamente con el conversor es la siguiente: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0"/>
                                        </p:tgtEl>
                                        <p:attrNameLst>
                                          <p:attrName>style.visibility</p:attrName>
                                        </p:attrNameLst>
                                      </p:cBhvr>
                                      <p:to>
                                        <p:strVal val="visible"/>
                                      </p:to>
                                    </p:set>
                                    <p:animEffect filter="fade" transition="in">
                                      <p:cBhvr>
                                        <p:cTn dur="1000"/>
                                        <p:tgtEl>
                                          <p:spTgt spid="1640"/>
                                        </p:tgtEl>
                                      </p:cBhvr>
                                    </p:animEffect>
                                  </p:childTnLst>
                                </p:cTn>
                              </p:par>
                              <p:par>
                                <p:cTn fill="hold" nodeType="withEffect" presetClass="entr" presetID="10" presetSubtype="0">
                                  <p:stCondLst>
                                    <p:cond delay="0"/>
                                  </p:stCondLst>
                                  <p:childTnLst>
                                    <p:set>
                                      <p:cBhvr>
                                        <p:cTn dur="1" fill="hold">
                                          <p:stCondLst>
                                            <p:cond delay="0"/>
                                          </p:stCondLst>
                                        </p:cTn>
                                        <p:tgtEl>
                                          <p:spTgt spid="1641">
                                            <p:txEl>
                                              <p:pRg end="0" st="0"/>
                                            </p:txEl>
                                          </p:spTgt>
                                        </p:tgtEl>
                                        <p:attrNameLst>
                                          <p:attrName>style.visibility</p:attrName>
                                        </p:attrNameLst>
                                      </p:cBhvr>
                                      <p:to>
                                        <p:strVal val="visible"/>
                                      </p:to>
                                    </p:set>
                                    <p:animEffect filter="fade" transition="in">
                                      <p:cBhvr>
                                        <p:cTn dur="1000"/>
                                        <p:tgtEl>
                                          <p:spTgt spid="16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2"/>
                                        </p:tgtEl>
                                        <p:attrNameLst>
                                          <p:attrName>style.visibility</p:attrName>
                                        </p:attrNameLst>
                                      </p:cBhvr>
                                      <p:to>
                                        <p:strVal val="visible"/>
                                      </p:to>
                                    </p:set>
                                    <p:animEffect filter="fade" transition="in">
                                      <p:cBhvr>
                                        <p:cTn dur="1000"/>
                                        <p:tgtEl>
                                          <p:spTgt spid="1642"/>
                                        </p:tgtEl>
                                      </p:cBhvr>
                                    </p:animEffect>
                                  </p:childTnLst>
                                </p:cTn>
                              </p:par>
                              <p:par>
                                <p:cTn fill="hold" nodeType="withEffect" presetClass="entr" presetID="10" presetSubtype="0">
                                  <p:stCondLst>
                                    <p:cond delay="0"/>
                                  </p:stCondLst>
                                  <p:childTnLst>
                                    <p:set>
                                      <p:cBhvr>
                                        <p:cTn dur="1" fill="hold">
                                          <p:stCondLst>
                                            <p:cond delay="0"/>
                                          </p:stCondLst>
                                        </p:cTn>
                                        <p:tgtEl>
                                          <p:spTgt spid="1646"/>
                                        </p:tgtEl>
                                        <p:attrNameLst>
                                          <p:attrName>style.visibility</p:attrName>
                                        </p:attrNameLst>
                                      </p:cBhvr>
                                      <p:to>
                                        <p:strVal val="visible"/>
                                      </p:to>
                                    </p:set>
                                    <p:animEffect filter="fade" transition="in">
                                      <p:cBhvr>
                                        <p:cTn dur="1000"/>
                                        <p:tgtEl>
                                          <p:spTgt spid="16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4"/>
                                        </p:tgtEl>
                                        <p:attrNameLst>
                                          <p:attrName>style.visibility</p:attrName>
                                        </p:attrNameLst>
                                      </p:cBhvr>
                                      <p:to>
                                        <p:strVal val="visible"/>
                                      </p:to>
                                    </p:set>
                                    <p:animEffect filter="fade" transition="in">
                                      <p:cBhvr>
                                        <p:cTn dur="500"/>
                                        <p:tgtEl>
                                          <p:spTgt spid="1644"/>
                                        </p:tgtEl>
                                      </p:cBhvr>
                                    </p:animEffect>
                                  </p:childTnLst>
                                </p:cTn>
                              </p:par>
                              <p:par>
                                <p:cTn fill="hold" nodeType="withEffect" presetClass="entr" presetID="10" presetSubtype="0">
                                  <p:stCondLst>
                                    <p:cond delay="0"/>
                                  </p:stCondLst>
                                  <p:childTnLst>
                                    <p:set>
                                      <p:cBhvr>
                                        <p:cTn dur="1" fill="hold">
                                          <p:stCondLst>
                                            <p:cond delay="0"/>
                                          </p:stCondLst>
                                        </p:cTn>
                                        <p:tgtEl>
                                          <p:spTgt spid="1643"/>
                                        </p:tgtEl>
                                        <p:attrNameLst>
                                          <p:attrName>style.visibility</p:attrName>
                                        </p:attrNameLst>
                                      </p:cBhvr>
                                      <p:to>
                                        <p:strVal val="visible"/>
                                      </p:to>
                                    </p:set>
                                    <p:animEffect filter="fade" transition="in">
                                      <p:cBhvr>
                                        <p:cTn dur="500"/>
                                        <p:tgtEl>
                                          <p:spTgt spid="1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5"/>
                                        </p:tgtEl>
                                        <p:attrNameLst>
                                          <p:attrName>style.visibility</p:attrName>
                                        </p:attrNameLst>
                                      </p:cBhvr>
                                      <p:to>
                                        <p:strVal val="visible"/>
                                      </p:to>
                                    </p:set>
                                    <p:animEffect filter="fade" transition="in">
                                      <p:cBhvr>
                                        <p:cTn dur="500"/>
                                        <p:tgtEl>
                                          <p:spTgt spid="16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77"/>
          <p:cNvSpPr txBox="1"/>
          <p:nvPr>
            <p:ph type="ctrTitle"/>
          </p:nvPr>
        </p:nvSpPr>
        <p:spPr>
          <a:xfrm>
            <a:off x="883920" y="322450"/>
            <a:ext cx="10373360" cy="45719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Tratamiento de datos</a:t>
            </a:r>
            <a:endParaRPr/>
          </a:p>
        </p:txBody>
      </p:sp>
      <p:sp>
        <p:nvSpPr>
          <p:cNvPr id="1653" name="Google Shape;1653;p77"/>
          <p:cNvSpPr txBox="1"/>
          <p:nvPr>
            <p:ph idx="1" type="subTitle"/>
          </p:nvPr>
        </p:nvSpPr>
        <p:spPr>
          <a:xfrm>
            <a:off x="1117600" y="978673"/>
            <a:ext cx="10373360" cy="660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s-BO"/>
              <a:t>Utilizando la ecuación (5) con la ecuación (3) que relaciona la velocidad angular y la frecuencia del encoder obtenemos:</a:t>
            </a:r>
            <a:endParaRPr/>
          </a:p>
        </p:txBody>
      </p:sp>
      <p:sp>
        <p:nvSpPr>
          <p:cNvPr id="1654" name="Google Shape;1654;p77"/>
          <p:cNvSpPr txBox="1"/>
          <p:nvPr/>
        </p:nvSpPr>
        <p:spPr>
          <a:xfrm>
            <a:off x="3454400" y="1757680"/>
            <a:ext cx="5232400" cy="369332"/>
          </a:xfrm>
          <a:prstGeom prst="rect">
            <a:avLst/>
          </a:prstGeom>
          <a:blipFill rotWithShape="1">
            <a:blip r:embed="rId3">
              <a:alphaModFix/>
            </a:blip>
            <a:stretch>
              <a:fillRect b="-12902"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655" name="Google Shape;1655;p77"/>
          <p:cNvSpPr txBox="1"/>
          <p:nvPr/>
        </p:nvSpPr>
        <p:spPr>
          <a:xfrm>
            <a:off x="1071880" y="2275653"/>
            <a:ext cx="10464800" cy="7078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Mediante la ecuación (6) podemos realizar un escalamiento de la respuesta que se midió con el osciloscopio, obteniéndose:</a:t>
            </a:r>
            <a:endParaRPr b="0" i="0" sz="2000" u="none" cap="none" strike="noStrike">
              <a:solidFill>
                <a:srgbClr val="000000"/>
              </a:solidFill>
              <a:latin typeface="Times New Roman"/>
              <a:ea typeface="Times New Roman"/>
              <a:cs typeface="Times New Roman"/>
              <a:sym typeface="Times New Roman"/>
            </a:endParaRPr>
          </a:p>
        </p:txBody>
      </p:sp>
      <p:pic>
        <p:nvPicPr>
          <p:cNvPr id="1656" name="Google Shape;1656;p77"/>
          <p:cNvPicPr preferRelativeResize="0"/>
          <p:nvPr/>
        </p:nvPicPr>
        <p:blipFill rotWithShape="1">
          <a:blip r:embed="rId4">
            <a:alphaModFix/>
          </a:blip>
          <a:srcRect b="0" l="0" r="0" t="0"/>
          <a:stretch/>
        </p:blipFill>
        <p:spPr>
          <a:xfrm>
            <a:off x="1117600" y="3000326"/>
            <a:ext cx="4673600" cy="3508840"/>
          </a:xfrm>
          <a:prstGeom prst="rect">
            <a:avLst/>
          </a:prstGeom>
          <a:noFill/>
          <a:ln>
            <a:noFill/>
          </a:ln>
        </p:spPr>
      </p:pic>
      <p:sp>
        <p:nvSpPr>
          <p:cNvPr id="1657" name="Google Shape;1657;p77"/>
          <p:cNvSpPr txBox="1"/>
          <p:nvPr/>
        </p:nvSpPr>
        <p:spPr>
          <a:xfrm>
            <a:off x="5638800" y="3195955"/>
            <a:ext cx="5852160" cy="163121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En este caso, para simplificar el uso en un futuro de la función de transferencia que se va a aproximar, se realizó entonces dicha aproximación para un sistema de segundo orden y sin ceros. Llegando así a la siguiente función de transferencia.</a:t>
            </a:r>
            <a:endParaRPr b="0" i="0" sz="2000" u="none" cap="none" strike="noStrike">
              <a:solidFill>
                <a:srgbClr val="000000"/>
              </a:solidFill>
              <a:latin typeface="Times New Roman"/>
              <a:ea typeface="Times New Roman"/>
              <a:cs typeface="Times New Roman"/>
              <a:sym typeface="Times New Roman"/>
            </a:endParaRPr>
          </a:p>
        </p:txBody>
      </p:sp>
      <p:sp>
        <p:nvSpPr>
          <p:cNvPr id="1658" name="Google Shape;1658;p77"/>
          <p:cNvSpPr txBox="1"/>
          <p:nvPr/>
        </p:nvSpPr>
        <p:spPr>
          <a:xfrm>
            <a:off x="5981700" y="5170607"/>
            <a:ext cx="5166360" cy="7087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2"/>
                                        </p:tgtEl>
                                        <p:attrNameLst>
                                          <p:attrName>style.visibility</p:attrName>
                                        </p:attrNameLst>
                                      </p:cBhvr>
                                      <p:to>
                                        <p:strVal val="visible"/>
                                      </p:to>
                                    </p:set>
                                    <p:animEffect filter="fade" transition="in">
                                      <p:cBhvr>
                                        <p:cTn dur="1000"/>
                                        <p:tgtEl>
                                          <p:spTgt spid="1652"/>
                                        </p:tgtEl>
                                      </p:cBhvr>
                                    </p:animEffect>
                                  </p:childTnLst>
                                </p:cTn>
                              </p:par>
                              <p:par>
                                <p:cTn fill="hold" nodeType="withEffect" presetClass="entr" presetID="10" presetSubtype="0">
                                  <p:stCondLst>
                                    <p:cond delay="0"/>
                                  </p:stCondLst>
                                  <p:childTnLst>
                                    <p:set>
                                      <p:cBhvr>
                                        <p:cTn dur="1" fill="hold">
                                          <p:stCondLst>
                                            <p:cond delay="0"/>
                                          </p:stCondLst>
                                        </p:cTn>
                                        <p:tgtEl>
                                          <p:spTgt spid="1653">
                                            <p:txEl>
                                              <p:pRg end="0" st="0"/>
                                            </p:txEl>
                                          </p:spTgt>
                                        </p:tgtEl>
                                        <p:attrNameLst>
                                          <p:attrName>style.visibility</p:attrName>
                                        </p:attrNameLst>
                                      </p:cBhvr>
                                      <p:to>
                                        <p:strVal val="visible"/>
                                      </p:to>
                                    </p:set>
                                    <p:animEffect filter="fade" transition="in">
                                      <p:cBhvr>
                                        <p:cTn dur="1000"/>
                                        <p:tgtEl>
                                          <p:spTgt spid="16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4"/>
                                        </p:tgtEl>
                                        <p:attrNameLst>
                                          <p:attrName>style.visibility</p:attrName>
                                        </p:attrNameLst>
                                      </p:cBhvr>
                                      <p:to>
                                        <p:strVal val="visible"/>
                                      </p:to>
                                    </p:set>
                                    <p:animEffect filter="fade" transition="in">
                                      <p:cBhvr>
                                        <p:cTn dur="500"/>
                                        <p:tgtEl>
                                          <p:spTgt spid="1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5"/>
                                        </p:tgtEl>
                                        <p:attrNameLst>
                                          <p:attrName>style.visibility</p:attrName>
                                        </p:attrNameLst>
                                      </p:cBhvr>
                                      <p:to>
                                        <p:strVal val="visible"/>
                                      </p:to>
                                    </p:set>
                                    <p:animEffect filter="fade" transition="in">
                                      <p:cBhvr>
                                        <p:cTn dur="1000"/>
                                        <p:tgtEl>
                                          <p:spTgt spid="1655"/>
                                        </p:tgtEl>
                                      </p:cBhvr>
                                    </p:animEffect>
                                  </p:childTnLst>
                                </p:cTn>
                              </p:par>
                              <p:par>
                                <p:cTn fill="hold" nodeType="withEffect" presetClass="entr" presetID="10" presetSubtype="0">
                                  <p:stCondLst>
                                    <p:cond delay="0"/>
                                  </p:stCondLst>
                                  <p:childTnLst>
                                    <p:set>
                                      <p:cBhvr>
                                        <p:cTn dur="1" fill="hold">
                                          <p:stCondLst>
                                            <p:cond delay="0"/>
                                          </p:stCondLst>
                                        </p:cTn>
                                        <p:tgtEl>
                                          <p:spTgt spid="1656"/>
                                        </p:tgtEl>
                                        <p:attrNameLst>
                                          <p:attrName>style.visibility</p:attrName>
                                        </p:attrNameLst>
                                      </p:cBhvr>
                                      <p:to>
                                        <p:strVal val="visible"/>
                                      </p:to>
                                    </p:set>
                                    <p:animEffect filter="fade" transition="in">
                                      <p:cBhvr>
                                        <p:cTn dur="1000"/>
                                        <p:tgtEl>
                                          <p:spTgt spid="1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7"/>
                                        </p:tgtEl>
                                        <p:attrNameLst>
                                          <p:attrName>style.visibility</p:attrName>
                                        </p:attrNameLst>
                                      </p:cBhvr>
                                      <p:to>
                                        <p:strVal val="visible"/>
                                      </p:to>
                                    </p:set>
                                    <p:animEffect filter="fade" transition="in">
                                      <p:cBhvr>
                                        <p:cTn dur="1000"/>
                                        <p:tgtEl>
                                          <p:spTgt spid="1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8"/>
                                        </p:tgtEl>
                                        <p:attrNameLst>
                                          <p:attrName>style.visibility</p:attrName>
                                        </p:attrNameLst>
                                      </p:cBhvr>
                                      <p:to>
                                        <p:strVal val="visible"/>
                                      </p:to>
                                    </p:set>
                                    <p:animEffect filter="fade" transition="in">
                                      <p:cBhvr>
                                        <p:cTn dur="500"/>
                                        <p:tgtEl>
                                          <p:spTgt spid="16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78"/>
          <p:cNvSpPr txBox="1"/>
          <p:nvPr>
            <p:ph type="ctrTitle"/>
          </p:nvPr>
        </p:nvSpPr>
        <p:spPr>
          <a:xfrm>
            <a:off x="1168400" y="177483"/>
            <a:ext cx="9144000" cy="51339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b="1" lang="es-BO"/>
              <a:t>Características temporales del motor</a:t>
            </a:r>
            <a:endParaRPr/>
          </a:p>
        </p:txBody>
      </p:sp>
      <p:sp>
        <p:nvSpPr>
          <p:cNvPr id="1665" name="Google Shape;1665;p78"/>
          <p:cNvSpPr txBox="1"/>
          <p:nvPr>
            <p:ph idx="1" type="subTitle"/>
          </p:nvPr>
        </p:nvSpPr>
        <p:spPr>
          <a:xfrm>
            <a:off x="1249680" y="889318"/>
            <a:ext cx="10231120" cy="75660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s-BO"/>
              <a:t>Una vez obtenido la función de transferencia que representa al motor como una planta podemos comparar las respuestas obtenidas mediante el osciloscopio y el modelo brindado por Matlab.</a:t>
            </a:r>
            <a:endParaRPr/>
          </a:p>
        </p:txBody>
      </p:sp>
      <p:sp>
        <p:nvSpPr>
          <p:cNvPr id="1666" name="Google Shape;1666;p78"/>
          <p:cNvSpPr/>
          <p:nvPr/>
        </p:nvSpPr>
        <p:spPr>
          <a:xfrm>
            <a:off x="8027338" y="1869800"/>
            <a:ext cx="3637280" cy="1365050"/>
          </a:xfrm>
          <a:prstGeom prst="snip2DiagRect">
            <a:avLst>
              <a:gd fmla="val 0" name="adj1"/>
              <a:gd fmla="val 16667" name="adj2"/>
            </a:avLst>
          </a:prstGeom>
          <a:noFill/>
          <a:ln cap="flat" cmpd="sng" w="12700">
            <a:solidFill>
              <a:srgbClr val="00B0F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Se ve que se asemeja bastante, los características temporales de la función aproximada son las siguientes:</a:t>
            </a:r>
            <a:endParaRPr b="0" i="0" sz="2000" u="none" cap="none" strike="noStrike">
              <a:solidFill>
                <a:srgbClr val="FFFFFF"/>
              </a:solidFill>
              <a:latin typeface="Times New Roman"/>
              <a:ea typeface="Times New Roman"/>
              <a:cs typeface="Times New Roman"/>
              <a:sym typeface="Times New Roman"/>
            </a:endParaRPr>
          </a:p>
        </p:txBody>
      </p:sp>
      <p:pic>
        <p:nvPicPr>
          <p:cNvPr id="1667" name="Google Shape;1667;p78"/>
          <p:cNvPicPr preferRelativeResize="0"/>
          <p:nvPr/>
        </p:nvPicPr>
        <p:blipFill rotWithShape="1">
          <a:blip r:embed="rId3">
            <a:alphaModFix/>
          </a:blip>
          <a:srcRect b="0" l="0" r="0" t="0"/>
          <a:stretch/>
        </p:blipFill>
        <p:spPr>
          <a:xfrm>
            <a:off x="7936652" y="3606846"/>
            <a:ext cx="3818652" cy="1305446"/>
          </a:xfrm>
          <a:prstGeom prst="rect">
            <a:avLst/>
          </a:prstGeom>
          <a:noFill/>
          <a:ln>
            <a:noFill/>
          </a:ln>
        </p:spPr>
      </p:pic>
      <p:grpSp>
        <p:nvGrpSpPr>
          <p:cNvPr id="1668" name="Google Shape;1668;p78"/>
          <p:cNvGrpSpPr/>
          <p:nvPr/>
        </p:nvGrpSpPr>
        <p:grpSpPr>
          <a:xfrm>
            <a:off x="924560" y="1674065"/>
            <a:ext cx="6878320" cy="3865562"/>
            <a:chOff x="883920" y="1844358"/>
            <a:chExt cx="6971636" cy="3925888"/>
          </a:xfrm>
        </p:grpSpPr>
        <p:pic>
          <p:nvPicPr>
            <p:cNvPr id="1669" name="Google Shape;1669;p78"/>
            <p:cNvPicPr preferRelativeResize="0"/>
            <p:nvPr/>
          </p:nvPicPr>
          <p:blipFill rotWithShape="1">
            <a:blip r:embed="rId4">
              <a:alphaModFix/>
            </a:blip>
            <a:srcRect b="0" l="0" r="0" t="0"/>
            <a:stretch/>
          </p:blipFill>
          <p:spPr>
            <a:xfrm>
              <a:off x="883920" y="1844358"/>
              <a:ext cx="6971636" cy="3925888"/>
            </a:xfrm>
            <a:prstGeom prst="rect">
              <a:avLst/>
            </a:prstGeom>
            <a:noFill/>
            <a:ln>
              <a:noFill/>
            </a:ln>
          </p:spPr>
        </p:pic>
        <p:cxnSp>
          <p:nvCxnSpPr>
            <p:cNvPr id="1670" name="Google Shape;1670;p78"/>
            <p:cNvCxnSpPr/>
            <p:nvPr/>
          </p:nvCxnSpPr>
          <p:spPr>
            <a:xfrm>
              <a:off x="4369738" y="5165913"/>
              <a:ext cx="1148080" cy="0"/>
            </a:xfrm>
            <a:prstGeom prst="straightConnector1">
              <a:avLst/>
            </a:prstGeom>
            <a:noFill/>
            <a:ln cap="flat" cmpd="sng" w="38100">
              <a:solidFill>
                <a:schemeClr val="accent1"/>
              </a:solidFill>
              <a:prstDash val="solid"/>
              <a:miter lim="800000"/>
              <a:headEnd len="sm" w="sm" type="none"/>
              <a:tailEnd len="sm" w="sm" type="none"/>
            </a:ln>
          </p:spPr>
        </p:cxnSp>
        <p:cxnSp>
          <p:nvCxnSpPr>
            <p:cNvPr id="1671" name="Google Shape;1671;p78"/>
            <p:cNvCxnSpPr/>
            <p:nvPr/>
          </p:nvCxnSpPr>
          <p:spPr>
            <a:xfrm>
              <a:off x="4369738" y="4883388"/>
              <a:ext cx="1148080" cy="0"/>
            </a:xfrm>
            <a:prstGeom prst="straightConnector1">
              <a:avLst/>
            </a:prstGeom>
            <a:noFill/>
            <a:ln cap="flat" cmpd="sng" w="38100">
              <a:solidFill>
                <a:schemeClr val="accent2"/>
              </a:solidFill>
              <a:prstDash val="solid"/>
              <a:miter lim="800000"/>
              <a:headEnd len="sm" w="sm" type="none"/>
              <a:tailEnd len="sm" w="sm" type="none"/>
            </a:ln>
          </p:spPr>
        </p:cxnSp>
        <p:sp>
          <p:nvSpPr>
            <p:cNvPr id="1672" name="Google Shape;1672;p78"/>
            <p:cNvSpPr txBox="1"/>
            <p:nvPr/>
          </p:nvSpPr>
          <p:spPr>
            <a:xfrm>
              <a:off x="5443603" y="4689589"/>
              <a:ext cx="221919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D7D31"/>
                </a:buClr>
                <a:buSzPts val="1800"/>
                <a:buFont typeface="Times New Roman"/>
                <a:buNone/>
              </a:pPr>
              <a:r>
                <a:rPr b="0" i="0" lang="es-BO" sz="1800" u="none" cap="none" strike="noStrike">
                  <a:solidFill>
                    <a:srgbClr val="ED7D31"/>
                  </a:solidFill>
                  <a:latin typeface="Times New Roman"/>
                  <a:ea typeface="Times New Roman"/>
                  <a:cs typeface="Times New Roman"/>
                  <a:sym typeface="Times New Roman"/>
                </a:rPr>
                <a:t>Modelo estimado</a:t>
              </a:r>
              <a:endParaRPr/>
            </a:p>
            <a:p>
              <a:pPr indent="0" lvl="0" marL="0" marR="0" rtl="0" algn="l">
                <a:lnSpc>
                  <a:spcPct val="100000"/>
                </a:lnSpc>
                <a:spcBef>
                  <a:spcPts val="0"/>
                </a:spcBef>
                <a:spcAft>
                  <a:spcPts val="0"/>
                </a:spcAft>
                <a:buClr>
                  <a:srgbClr val="0070C0"/>
                </a:buClr>
                <a:buSzPts val="1800"/>
                <a:buFont typeface="Times New Roman"/>
                <a:buNone/>
              </a:pPr>
              <a:r>
                <a:rPr b="0" i="0" lang="es-BO" sz="1800" u="none" cap="none" strike="noStrike">
                  <a:solidFill>
                    <a:srgbClr val="0070C0"/>
                  </a:solidFill>
                  <a:latin typeface="Times New Roman"/>
                  <a:ea typeface="Times New Roman"/>
                  <a:cs typeface="Times New Roman"/>
                  <a:sym typeface="Times New Roman"/>
                </a:rPr>
                <a:t>Datos Experimentales</a:t>
              </a:r>
              <a:endParaRPr/>
            </a:p>
          </p:txBody>
        </p:sp>
      </p:grpSp>
      <p:sp>
        <p:nvSpPr>
          <p:cNvPr id="1673" name="Google Shape;1673;p78"/>
          <p:cNvSpPr/>
          <p:nvPr/>
        </p:nvSpPr>
        <p:spPr>
          <a:xfrm>
            <a:off x="9662160" y="3153443"/>
            <a:ext cx="568960" cy="518553"/>
          </a:xfrm>
          <a:prstGeom prst="downArrow">
            <a:avLst>
              <a:gd fmla="val 50000" name="adj1"/>
              <a:gd fmla="val 50000" name="adj2"/>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74" name="Google Shape;1674;p78"/>
          <p:cNvSpPr/>
          <p:nvPr/>
        </p:nvSpPr>
        <p:spPr>
          <a:xfrm>
            <a:off x="8118024" y="5512067"/>
            <a:ext cx="3637280" cy="1168450"/>
          </a:xfrm>
          <a:prstGeom prst="snip2DiagRect">
            <a:avLst>
              <a:gd fmla="val 0" name="adj1"/>
              <a:gd fmla="val 16667" name="adj2"/>
            </a:avLst>
          </a:prstGeom>
          <a:noFill/>
          <a:ln cap="flat" cmpd="sng" w="12700">
            <a:solidFill>
              <a:srgbClr val="00B0F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Con este modelo estimado ya se puede realizar el respectivo controlador</a:t>
            </a:r>
            <a:endParaRPr b="0" i="0" sz="2000" u="none" cap="none" strike="noStrike">
              <a:solidFill>
                <a:srgbClr val="FFFFFF"/>
              </a:solidFill>
              <a:latin typeface="Times New Roman"/>
              <a:ea typeface="Times New Roman"/>
              <a:cs typeface="Times New Roman"/>
              <a:sym typeface="Times New Roman"/>
            </a:endParaRPr>
          </a:p>
        </p:txBody>
      </p:sp>
      <p:sp>
        <p:nvSpPr>
          <p:cNvPr id="1675" name="Google Shape;1675;p78"/>
          <p:cNvSpPr txBox="1"/>
          <p:nvPr/>
        </p:nvSpPr>
        <p:spPr>
          <a:xfrm>
            <a:off x="1866431" y="5656926"/>
            <a:ext cx="5166360" cy="7087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
        <p:nvSpPr>
          <p:cNvPr id="1676" name="Google Shape;1676;p78"/>
          <p:cNvSpPr/>
          <p:nvPr/>
        </p:nvSpPr>
        <p:spPr>
          <a:xfrm>
            <a:off x="7194649" y="5781421"/>
            <a:ext cx="882318" cy="459730"/>
          </a:xfrm>
          <a:prstGeom prst="rightArrow">
            <a:avLst>
              <a:gd fmla="val 50000" name="adj1"/>
              <a:gd fmla="val 50000" name="adj2"/>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4"/>
                                        </p:tgtEl>
                                        <p:attrNameLst>
                                          <p:attrName>style.visibility</p:attrName>
                                        </p:attrNameLst>
                                      </p:cBhvr>
                                      <p:to>
                                        <p:strVal val="visible"/>
                                      </p:to>
                                    </p:set>
                                    <p:animEffect filter="fade" transition="in">
                                      <p:cBhvr>
                                        <p:cTn dur="1000"/>
                                        <p:tgtEl>
                                          <p:spTgt spid="1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5">
                                            <p:txEl>
                                              <p:pRg end="0" st="0"/>
                                            </p:txEl>
                                          </p:spTgt>
                                        </p:tgtEl>
                                        <p:attrNameLst>
                                          <p:attrName>style.visibility</p:attrName>
                                        </p:attrNameLst>
                                      </p:cBhvr>
                                      <p:to>
                                        <p:strVal val="visible"/>
                                      </p:to>
                                    </p:set>
                                    <p:animEffect filter="fade" transition="in">
                                      <p:cBhvr>
                                        <p:cTn dur="1000"/>
                                        <p:tgtEl>
                                          <p:spTgt spid="166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68"/>
                                        </p:tgtEl>
                                        <p:attrNameLst>
                                          <p:attrName>style.visibility</p:attrName>
                                        </p:attrNameLst>
                                      </p:cBhvr>
                                      <p:to>
                                        <p:strVal val="visible"/>
                                      </p:to>
                                    </p:set>
                                    <p:animEffect filter="fade" transition="in">
                                      <p:cBhvr>
                                        <p:cTn dur="1000"/>
                                        <p:tgtEl>
                                          <p:spTgt spid="1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6"/>
                                        </p:tgtEl>
                                        <p:attrNameLst>
                                          <p:attrName>style.visibility</p:attrName>
                                        </p:attrNameLst>
                                      </p:cBhvr>
                                      <p:to>
                                        <p:strVal val="visible"/>
                                      </p:to>
                                    </p:set>
                                    <p:animEffect filter="fade" transition="in">
                                      <p:cBhvr>
                                        <p:cTn dur="1000"/>
                                        <p:tgtEl>
                                          <p:spTgt spid="16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3"/>
                                        </p:tgtEl>
                                        <p:attrNameLst>
                                          <p:attrName>style.visibility</p:attrName>
                                        </p:attrNameLst>
                                      </p:cBhvr>
                                      <p:to>
                                        <p:strVal val="visible"/>
                                      </p:to>
                                    </p:set>
                                    <p:animEffect filter="fade" transition="in">
                                      <p:cBhvr>
                                        <p:cTn dur="500"/>
                                        <p:tgtEl>
                                          <p:spTgt spid="1673"/>
                                        </p:tgtEl>
                                      </p:cBhvr>
                                    </p:animEffect>
                                  </p:childTnLst>
                                </p:cTn>
                              </p:par>
                              <p:par>
                                <p:cTn fill="hold" nodeType="withEffect" presetClass="entr" presetID="10" presetSubtype="0">
                                  <p:stCondLst>
                                    <p:cond delay="0"/>
                                  </p:stCondLst>
                                  <p:childTnLst>
                                    <p:set>
                                      <p:cBhvr>
                                        <p:cTn dur="1" fill="hold">
                                          <p:stCondLst>
                                            <p:cond delay="0"/>
                                          </p:stCondLst>
                                        </p:cTn>
                                        <p:tgtEl>
                                          <p:spTgt spid="1667"/>
                                        </p:tgtEl>
                                        <p:attrNameLst>
                                          <p:attrName>style.visibility</p:attrName>
                                        </p:attrNameLst>
                                      </p:cBhvr>
                                      <p:to>
                                        <p:strVal val="visible"/>
                                      </p:to>
                                    </p:set>
                                    <p:animEffect filter="fade" transition="in">
                                      <p:cBhvr>
                                        <p:cTn dur="500"/>
                                        <p:tgtEl>
                                          <p:spTgt spid="1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5"/>
                                        </p:tgtEl>
                                        <p:attrNameLst>
                                          <p:attrName>style.visibility</p:attrName>
                                        </p:attrNameLst>
                                      </p:cBhvr>
                                      <p:to>
                                        <p:strVal val="visible"/>
                                      </p:to>
                                    </p:set>
                                    <p:animEffect filter="fade" transition="in">
                                      <p:cBhvr>
                                        <p:cTn dur="2000"/>
                                        <p:tgtEl>
                                          <p:spTgt spid="1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2000"/>
                                        <p:tgtEl>
                                          <p:spTgt spid="1676"/>
                                        </p:tgtEl>
                                      </p:cBhvr>
                                    </p:animEffect>
                                  </p:childTnLst>
                                </p:cTn>
                              </p:par>
                              <p:par>
                                <p:cTn fill="hold" nodeType="withEffect" presetClass="entr" presetID="10" presetSubtype="0">
                                  <p:stCondLst>
                                    <p:cond delay="0"/>
                                  </p:stCondLst>
                                  <p:childTnLst>
                                    <p:set>
                                      <p:cBhvr>
                                        <p:cTn dur="1" fill="hold">
                                          <p:stCondLst>
                                            <p:cond delay="0"/>
                                          </p:stCondLst>
                                        </p:cTn>
                                        <p:tgtEl>
                                          <p:spTgt spid="1674"/>
                                        </p:tgtEl>
                                        <p:attrNameLst>
                                          <p:attrName>style.visibility</p:attrName>
                                        </p:attrNameLst>
                                      </p:cBhvr>
                                      <p:to>
                                        <p:strVal val="visible"/>
                                      </p:to>
                                    </p:set>
                                    <p:animEffect filter="fade" transition="in">
                                      <p:cBhvr>
                                        <p:cTn dur="2000"/>
                                        <p:tgtEl>
                                          <p:spTgt spid="16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grpSp>
        <p:nvGrpSpPr>
          <p:cNvPr id="1681" name="Google Shape;1681;p79"/>
          <p:cNvGrpSpPr/>
          <p:nvPr/>
        </p:nvGrpSpPr>
        <p:grpSpPr>
          <a:xfrm>
            <a:off x="2372403" y="4053397"/>
            <a:ext cx="1787907" cy="1712681"/>
            <a:chOff x="2372403" y="4053397"/>
            <a:chExt cx="1787907" cy="1712681"/>
          </a:xfrm>
        </p:grpSpPr>
        <p:sp>
          <p:nvSpPr>
            <p:cNvPr id="1682" name="Google Shape;1682;p79"/>
            <p:cNvSpPr/>
            <p:nvPr/>
          </p:nvSpPr>
          <p:spPr>
            <a:xfrm>
              <a:off x="3137491" y="4053397"/>
              <a:ext cx="1022819" cy="955554"/>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83" name="Google Shape;1683;p79"/>
            <p:cNvSpPr/>
            <p:nvPr/>
          </p:nvSpPr>
          <p:spPr>
            <a:xfrm>
              <a:off x="2453062" y="4778654"/>
              <a:ext cx="922678" cy="914917"/>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PID</a:t>
              </a:r>
              <a:endParaRPr b="0" i="0" sz="1800" u="none" cap="none" strike="noStrike">
                <a:solidFill>
                  <a:srgbClr val="000000"/>
                </a:solidFill>
                <a:latin typeface="Calibri"/>
                <a:ea typeface="Calibri"/>
                <a:cs typeface="Calibri"/>
                <a:sym typeface="Calibri"/>
              </a:endParaRPr>
            </a:p>
          </p:txBody>
        </p:sp>
        <p:sp>
          <p:nvSpPr>
            <p:cNvPr id="1684" name="Google Shape;1684;p79"/>
            <p:cNvSpPr/>
            <p:nvPr/>
          </p:nvSpPr>
          <p:spPr>
            <a:xfrm>
              <a:off x="2372403" y="4691200"/>
              <a:ext cx="1083996" cy="1074878"/>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685" name="Google Shape;1685;p79"/>
          <p:cNvGrpSpPr/>
          <p:nvPr/>
        </p:nvGrpSpPr>
        <p:grpSpPr>
          <a:xfrm>
            <a:off x="3610902" y="3905363"/>
            <a:ext cx="1914030" cy="2149973"/>
            <a:chOff x="3610902" y="3905363"/>
            <a:chExt cx="1914030" cy="2149973"/>
          </a:xfrm>
        </p:grpSpPr>
        <p:sp>
          <p:nvSpPr>
            <p:cNvPr id="1686" name="Google Shape;1686;p79"/>
            <p:cNvSpPr/>
            <p:nvPr/>
          </p:nvSpPr>
          <p:spPr>
            <a:xfrm rot="6240305">
              <a:off x="3686832" y="4039419"/>
              <a:ext cx="1022819" cy="955554"/>
            </a:xfrm>
            <a:custGeom>
              <a:rect b="b" l="l" r="r" t="t"/>
              <a:pathLst>
                <a:path extrusionOk="0" h="39066" w="41816">
                  <a:moveTo>
                    <a:pt x="41184" y="1"/>
                  </a:moveTo>
                  <a:lnTo>
                    <a:pt x="40530" y="608"/>
                  </a:lnTo>
                  <a:lnTo>
                    <a:pt x="41161" y="1287"/>
                  </a:lnTo>
                  <a:lnTo>
                    <a:pt x="41815" y="679"/>
                  </a:lnTo>
                  <a:lnTo>
                    <a:pt x="41184" y="1"/>
                  </a:lnTo>
                  <a:close/>
                  <a:moveTo>
                    <a:pt x="38839" y="2180"/>
                  </a:moveTo>
                  <a:lnTo>
                    <a:pt x="37160" y="3751"/>
                  </a:lnTo>
                  <a:lnTo>
                    <a:pt x="37779" y="4430"/>
                  </a:lnTo>
                  <a:lnTo>
                    <a:pt x="39470" y="2858"/>
                  </a:lnTo>
                  <a:lnTo>
                    <a:pt x="38839" y="2180"/>
                  </a:lnTo>
                  <a:close/>
                  <a:moveTo>
                    <a:pt x="35469" y="5335"/>
                  </a:moveTo>
                  <a:lnTo>
                    <a:pt x="33779" y="6906"/>
                  </a:lnTo>
                  <a:lnTo>
                    <a:pt x="34410" y="7585"/>
                  </a:lnTo>
                  <a:lnTo>
                    <a:pt x="36100" y="6002"/>
                  </a:lnTo>
                  <a:lnTo>
                    <a:pt x="35469" y="5335"/>
                  </a:lnTo>
                  <a:close/>
                  <a:moveTo>
                    <a:pt x="32088" y="8478"/>
                  </a:moveTo>
                  <a:lnTo>
                    <a:pt x="30397" y="10050"/>
                  </a:lnTo>
                  <a:lnTo>
                    <a:pt x="31028" y="10728"/>
                  </a:lnTo>
                  <a:lnTo>
                    <a:pt x="32719" y="9157"/>
                  </a:lnTo>
                  <a:lnTo>
                    <a:pt x="32088" y="8478"/>
                  </a:lnTo>
                  <a:close/>
                  <a:moveTo>
                    <a:pt x="28707" y="11621"/>
                  </a:moveTo>
                  <a:lnTo>
                    <a:pt x="27016" y="13205"/>
                  </a:lnTo>
                  <a:lnTo>
                    <a:pt x="27647" y="13872"/>
                  </a:lnTo>
                  <a:lnTo>
                    <a:pt x="29338" y="12300"/>
                  </a:lnTo>
                  <a:lnTo>
                    <a:pt x="28707" y="11621"/>
                  </a:lnTo>
                  <a:close/>
                  <a:moveTo>
                    <a:pt x="25337" y="14776"/>
                  </a:moveTo>
                  <a:lnTo>
                    <a:pt x="23646" y="16348"/>
                  </a:lnTo>
                  <a:lnTo>
                    <a:pt x="24277" y="17027"/>
                  </a:lnTo>
                  <a:lnTo>
                    <a:pt x="25956" y="15455"/>
                  </a:lnTo>
                  <a:lnTo>
                    <a:pt x="25337" y="14776"/>
                  </a:lnTo>
                  <a:close/>
                  <a:moveTo>
                    <a:pt x="21956" y="17920"/>
                  </a:moveTo>
                  <a:lnTo>
                    <a:pt x="20265" y="19503"/>
                  </a:lnTo>
                  <a:lnTo>
                    <a:pt x="20896" y="20170"/>
                  </a:lnTo>
                  <a:lnTo>
                    <a:pt x="22587" y="18598"/>
                  </a:lnTo>
                  <a:lnTo>
                    <a:pt x="21956" y="17920"/>
                  </a:lnTo>
                  <a:close/>
                  <a:moveTo>
                    <a:pt x="18574" y="21075"/>
                  </a:moveTo>
                  <a:lnTo>
                    <a:pt x="16884" y="22646"/>
                  </a:lnTo>
                  <a:lnTo>
                    <a:pt x="17515" y="23325"/>
                  </a:lnTo>
                  <a:lnTo>
                    <a:pt x="19205" y="21753"/>
                  </a:lnTo>
                  <a:lnTo>
                    <a:pt x="18574" y="21075"/>
                  </a:lnTo>
                  <a:close/>
                  <a:moveTo>
                    <a:pt x="15193" y="24218"/>
                  </a:moveTo>
                  <a:lnTo>
                    <a:pt x="13502" y="25802"/>
                  </a:lnTo>
                  <a:lnTo>
                    <a:pt x="14133" y="26468"/>
                  </a:lnTo>
                  <a:lnTo>
                    <a:pt x="15824" y="24897"/>
                  </a:lnTo>
                  <a:lnTo>
                    <a:pt x="15193" y="24218"/>
                  </a:lnTo>
                  <a:close/>
                  <a:moveTo>
                    <a:pt x="11824" y="27373"/>
                  </a:moveTo>
                  <a:lnTo>
                    <a:pt x="10133" y="28945"/>
                  </a:lnTo>
                  <a:lnTo>
                    <a:pt x="10764" y="29624"/>
                  </a:lnTo>
                  <a:lnTo>
                    <a:pt x="12455" y="28052"/>
                  </a:lnTo>
                  <a:lnTo>
                    <a:pt x="11824" y="27373"/>
                  </a:lnTo>
                  <a:close/>
                  <a:moveTo>
                    <a:pt x="8442" y="30516"/>
                  </a:moveTo>
                  <a:lnTo>
                    <a:pt x="6751" y="32088"/>
                  </a:lnTo>
                  <a:lnTo>
                    <a:pt x="7383" y="32767"/>
                  </a:lnTo>
                  <a:lnTo>
                    <a:pt x="9073" y="31195"/>
                  </a:lnTo>
                  <a:lnTo>
                    <a:pt x="8442" y="30516"/>
                  </a:lnTo>
                  <a:close/>
                  <a:moveTo>
                    <a:pt x="5061" y="33672"/>
                  </a:moveTo>
                  <a:lnTo>
                    <a:pt x="3370" y="35243"/>
                  </a:lnTo>
                  <a:lnTo>
                    <a:pt x="4001" y="35922"/>
                  </a:lnTo>
                  <a:lnTo>
                    <a:pt x="5692" y="34338"/>
                  </a:lnTo>
                  <a:lnTo>
                    <a:pt x="5061" y="33672"/>
                  </a:lnTo>
                  <a:close/>
                  <a:moveTo>
                    <a:pt x="1679" y="36815"/>
                  </a:moveTo>
                  <a:lnTo>
                    <a:pt x="1" y="38386"/>
                  </a:lnTo>
                  <a:lnTo>
                    <a:pt x="632" y="39065"/>
                  </a:lnTo>
                  <a:lnTo>
                    <a:pt x="2310" y="37494"/>
                  </a:lnTo>
                  <a:lnTo>
                    <a:pt x="1679" y="36815"/>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687" name="Google Shape;1687;p79"/>
            <p:cNvGrpSpPr/>
            <p:nvPr/>
          </p:nvGrpSpPr>
          <p:grpSpPr>
            <a:xfrm>
              <a:off x="4350252" y="4916758"/>
              <a:ext cx="1174680" cy="1138578"/>
              <a:chOff x="4350252" y="4916758"/>
              <a:chExt cx="1174680" cy="1138578"/>
            </a:xfrm>
          </p:grpSpPr>
          <p:sp>
            <p:nvSpPr>
              <p:cNvPr id="1688" name="Google Shape;1688;p79"/>
              <p:cNvSpPr/>
              <p:nvPr/>
            </p:nvSpPr>
            <p:spPr>
              <a:xfrm>
                <a:off x="4437658" y="4985510"/>
                <a:ext cx="999867" cy="969138"/>
              </a:xfrm>
              <a:custGeom>
                <a:rect b="b" l="l" r="r" t="t"/>
                <a:pathLst>
                  <a:path extrusionOk="0" h="16753" w="16753">
                    <a:moveTo>
                      <a:pt x="8382" y="1"/>
                    </a:moveTo>
                    <a:cubicBezTo>
                      <a:pt x="3751" y="1"/>
                      <a:pt x="0" y="3751"/>
                      <a:pt x="0" y="8371"/>
                    </a:cubicBezTo>
                    <a:cubicBezTo>
                      <a:pt x="0" y="13003"/>
                      <a:pt x="3751" y="16753"/>
                      <a:pt x="8382" y="16753"/>
                    </a:cubicBezTo>
                    <a:cubicBezTo>
                      <a:pt x="13002" y="16753"/>
                      <a:pt x="16753" y="13003"/>
                      <a:pt x="16753" y="8371"/>
                    </a:cubicBezTo>
                    <a:cubicBezTo>
                      <a:pt x="16753" y="3751"/>
                      <a:pt x="13002" y="1"/>
                      <a:pt x="8382"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PLC</a:t>
                </a:r>
                <a:endParaRPr b="0" i="0" sz="1800" u="none" cap="none" strike="noStrike">
                  <a:solidFill>
                    <a:srgbClr val="000000"/>
                  </a:solidFill>
                  <a:latin typeface="Calibri"/>
                  <a:ea typeface="Calibri"/>
                  <a:cs typeface="Calibri"/>
                  <a:sym typeface="Calibri"/>
                </a:endParaRPr>
              </a:p>
            </p:txBody>
          </p:sp>
          <p:sp>
            <p:nvSpPr>
              <p:cNvPr id="1689" name="Google Shape;1689;p79"/>
              <p:cNvSpPr/>
              <p:nvPr/>
            </p:nvSpPr>
            <p:spPr>
              <a:xfrm>
                <a:off x="4350252" y="4916758"/>
                <a:ext cx="1174680" cy="1138578"/>
              </a:xfrm>
              <a:custGeom>
                <a:rect b="b" l="l" r="r" t="t"/>
                <a:pathLst>
                  <a:path extrusionOk="0" h="19682" w="19682">
                    <a:moveTo>
                      <a:pt x="9847" y="929"/>
                    </a:moveTo>
                    <a:cubicBezTo>
                      <a:pt x="14765" y="929"/>
                      <a:pt x="18753" y="4918"/>
                      <a:pt x="18753" y="9835"/>
                    </a:cubicBezTo>
                    <a:cubicBezTo>
                      <a:pt x="18753" y="14752"/>
                      <a:pt x="14765" y="18753"/>
                      <a:pt x="9847" y="18753"/>
                    </a:cubicBezTo>
                    <a:cubicBezTo>
                      <a:pt x="4930" y="18753"/>
                      <a:pt x="930" y="14752"/>
                      <a:pt x="930" y="9835"/>
                    </a:cubicBezTo>
                    <a:cubicBezTo>
                      <a:pt x="930" y="4918"/>
                      <a:pt x="4930" y="929"/>
                      <a:pt x="9847" y="929"/>
                    </a:cubicBezTo>
                    <a:close/>
                    <a:moveTo>
                      <a:pt x="9847" y="0"/>
                    </a:moveTo>
                    <a:cubicBezTo>
                      <a:pt x="4418" y="0"/>
                      <a:pt x="1" y="4418"/>
                      <a:pt x="1" y="9835"/>
                    </a:cubicBezTo>
                    <a:cubicBezTo>
                      <a:pt x="1" y="15264"/>
                      <a:pt x="4418" y="19681"/>
                      <a:pt x="9847" y="19681"/>
                    </a:cubicBezTo>
                    <a:cubicBezTo>
                      <a:pt x="15265" y="19681"/>
                      <a:pt x="19682" y="15264"/>
                      <a:pt x="19682" y="9835"/>
                    </a:cubicBezTo>
                    <a:cubicBezTo>
                      <a:pt x="19682" y="4418"/>
                      <a:pt x="15265" y="0"/>
                      <a:pt x="9847"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1690" name="Google Shape;1690;p79"/>
          <p:cNvSpPr txBox="1"/>
          <p:nvPr>
            <p:ph type="ctrTitle"/>
          </p:nvPr>
        </p:nvSpPr>
        <p:spPr>
          <a:xfrm>
            <a:off x="1400135" y="295771"/>
            <a:ext cx="2952987" cy="8307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02060"/>
              </a:buClr>
              <a:buSzPts val="2200"/>
              <a:buFont typeface="Times New Roman"/>
              <a:buNone/>
            </a:pPr>
            <a:r>
              <a:rPr lang="es-BO"/>
              <a:t>CONTROL </a:t>
            </a:r>
            <a:endParaRPr/>
          </a:p>
        </p:txBody>
      </p:sp>
      <p:grpSp>
        <p:nvGrpSpPr>
          <p:cNvPr id="1691" name="Google Shape;1691;p79"/>
          <p:cNvGrpSpPr/>
          <p:nvPr/>
        </p:nvGrpSpPr>
        <p:grpSpPr>
          <a:xfrm>
            <a:off x="3470958" y="2922279"/>
            <a:ext cx="1903187" cy="1816394"/>
            <a:chOff x="3470958" y="2922279"/>
            <a:chExt cx="1903187" cy="1816394"/>
          </a:xfrm>
        </p:grpSpPr>
        <p:sp>
          <p:nvSpPr>
            <p:cNvPr id="1692" name="Google Shape;1692;p79"/>
            <p:cNvSpPr/>
            <p:nvPr/>
          </p:nvSpPr>
          <p:spPr>
            <a:xfrm>
              <a:off x="3790433" y="2922279"/>
              <a:ext cx="1583712" cy="1478558"/>
            </a:xfrm>
            <a:custGeom>
              <a:rect b="b" l="l" r="r" t="t"/>
              <a:pathLst>
                <a:path extrusionOk="0" h="60448" w="64747">
                  <a:moveTo>
                    <a:pt x="64116" y="0"/>
                  </a:moveTo>
                  <a:lnTo>
                    <a:pt x="0" y="59769"/>
                  </a:lnTo>
                  <a:lnTo>
                    <a:pt x="631" y="60448"/>
                  </a:lnTo>
                  <a:lnTo>
                    <a:pt x="64747" y="679"/>
                  </a:lnTo>
                  <a:lnTo>
                    <a:pt x="64116" y="0"/>
                  </a:ln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693" name="Google Shape;1693;p79"/>
            <p:cNvGrpSpPr/>
            <p:nvPr/>
          </p:nvGrpSpPr>
          <p:grpSpPr>
            <a:xfrm>
              <a:off x="3470958" y="3677785"/>
              <a:ext cx="1020769" cy="1060888"/>
              <a:chOff x="3470958" y="3677785"/>
              <a:chExt cx="1020769" cy="1060888"/>
            </a:xfrm>
          </p:grpSpPr>
          <p:sp>
            <p:nvSpPr>
              <p:cNvPr id="1694" name="Google Shape;1694;p79"/>
              <p:cNvSpPr/>
              <p:nvPr/>
            </p:nvSpPr>
            <p:spPr>
              <a:xfrm>
                <a:off x="3518996" y="3747758"/>
                <a:ext cx="885941" cy="908666"/>
              </a:xfrm>
              <a:custGeom>
                <a:rect b="b" l="l" r="r" t="t"/>
                <a:pathLst>
                  <a:path extrusionOk="0" h="33089" w="33100">
                    <a:moveTo>
                      <a:pt x="16550" y="1"/>
                    </a:moveTo>
                    <a:cubicBezTo>
                      <a:pt x="7406" y="1"/>
                      <a:pt x="0" y="7406"/>
                      <a:pt x="0" y="16550"/>
                    </a:cubicBezTo>
                    <a:cubicBezTo>
                      <a:pt x="0" y="25682"/>
                      <a:pt x="7406" y="33088"/>
                      <a:pt x="16550" y="33088"/>
                    </a:cubicBezTo>
                    <a:cubicBezTo>
                      <a:pt x="25682" y="33088"/>
                      <a:pt x="33100" y="25682"/>
                      <a:pt x="33100" y="16550"/>
                    </a:cubicBezTo>
                    <a:cubicBezTo>
                      <a:pt x="33100" y="7406"/>
                      <a:pt x="25682" y="1"/>
                      <a:pt x="16550"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ETN-902</a:t>
                </a:r>
                <a:endParaRPr b="0" i="0" sz="1500" u="none" cap="none" strike="noStrike">
                  <a:solidFill>
                    <a:srgbClr val="000000"/>
                  </a:solidFill>
                  <a:latin typeface="Calibri"/>
                  <a:ea typeface="Calibri"/>
                  <a:cs typeface="Calibri"/>
                  <a:sym typeface="Calibri"/>
                </a:endParaRPr>
              </a:p>
            </p:txBody>
          </p:sp>
          <p:sp>
            <p:nvSpPr>
              <p:cNvPr id="1695" name="Google Shape;1695;p79"/>
              <p:cNvSpPr/>
              <p:nvPr/>
            </p:nvSpPr>
            <p:spPr>
              <a:xfrm>
                <a:off x="3931104" y="4061640"/>
                <a:ext cx="560623" cy="629478"/>
              </a:xfrm>
              <a:custGeom>
                <a:rect b="b" l="l" r="r" t="t"/>
                <a:pathLst>
                  <a:path extrusionOk="0" h="25735" w="22920">
                    <a:moveTo>
                      <a:pt x="18772" y="0"/>
                    </a:moveTo>
                    <a:cubicBezTo>
                      <a:pt x="18718" y="0"/>
                      <a:pt x="18663" y="11"/>
                      <a:pt x="18610" y="33"/>
                    </a:cubicBezTo>
                    <a:cubicBezTo>
                      <a:pt x="18372" y="116"/>
                      <a:pt x="18264" y="378"/>
                      <a:pt x="18348" y="616"/>
                    </a:cubicBezTo>
                    <a:lnTo>
                      <a:pt x="18372" y="676"/>
                    </a:lnTo>
                    <a:cubicBezTo>
                      <a:pt x="21908" y="9808"/>
                      <a:pt x="17348" y="20095"/>
                      <a:pt x="8227" y="23631"/>
                    </a:cubicBezTo>
                    <a:cubicBezTo>
                      <a:pt x="6153" y="24435"/>
                      <a:pt x="4004" y="24834"/>
                      <a:pt x="1822" y="24834"/>
                    </a:cubicBezTo>
                    <a:cubicBezTo>
                      <a:pt x="1387" y="24834"/>
                      <a:pt x="950" y="24818"/>
                      <a:pt x="512" y="24786"/>
                    </a:cubicBezTo>
                    <a:cubicBezTo>
                      <a:pt x="498" y="24785"/>
                      <a:pt x="484" y="24784"/>
                      <a:pt x="470" y="24784"/>
                    </a:cubicBezTo>
                    <a:cubicBezTo>
                      <a:pt x="238" y="24784"/>
                      <a:pt x="46" y="24967"/>
                      <a:pt x="24" y="25203"/>
                    </a:cubicBezTo>
                    <a:cubicBezTo>
                      <a:pt x="0" y="25441"/>
                      <a:pt x="191" y="25667"/>
                      <a:pt x="441" y="25679"/>
                    </a:cubicBezTo>
                    <a:cubicBezTo>
                      <a:pt x="922" y="25716"/>
                      <a:pt x="1401" y="25735"/>
                      <a:pt x="1879" y="25735"/>
                    </a:cubicBezTo>
                    <a:cubicBezTo>
                      <a:pt x="4157" y="25735"/>
                      <a:pt x="6393" y="25313"/>
                      <a:pt x="8549" y="24476"/>
                    </a:cubicBezTo>
                    <a:cubicBezTo>
                      <a:pt x="18145" y="20762"/>
                      <a:pt x="22920" y="9939"/>
                      <a:pt x="19217" y="354"/>
                    </a:cubicBezTo>
                    <a:lnTo>
                      <a:pt x="19193" y="295"/>
                    </a:lnTo>
                    <a:cubicBezTo>
                      <a:pt x="19120" y="113"/>
                      <a:pt x="18950" y="0"/>
                      <a:pt x="18772"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96" name="Google Shape;1696;p79"/>
              <p:cNvSpPr/>
              <p:nvPr/>
            </p:nvSpPr>
            <p:spPr>
              <a:xfrm>
                <a:off x="3519878" y="4440237"/>
                <a:ext cx="808476" cy="298436"/>
              </a:xfrm>
              <a:custGeom>
                <a:rect b="b" l="l" r="r" t="t"/>
                <a:pathLst>
                  <a:path extrusionOk="0" h="12201" w="33053">
                    <a:moveTo>
                      <a:pt x="517" y="1"/>
                    </a:moveTo>
                    <a:cubicBezTo>
                      <a:pt x="452" y="1"/>
                      <a:pt x="385" y="15"/>
                      <a:pt x="322" y="45"/>
                    </a:cubicBezTo>
                    <a:cubicBezTo>
                      <a:pt x="96" y="164"/>
                      <a:pt x="1" y="426"/>
                      <a:pt x="120" y="652"/>
                    </a:cubicBezTo>
                    <a:cubicBezTo>
                      <a:pt x="1036" y="2533"/>
                      <a:pt x="2239" y="4260"/>
                      <a:pt x="3691" y="5796"/>
                    </a:cubicBezTo>
                    <a:cubicBezTo>
                      <a:pt x="7735" y="10054"/>
                      <a:pt x="13180" y="12201"/>
                      <a:pt x="18636" y="12201"/>
                    </a:cubicBezTo>
                    <a:cubicBezTo>
                      <a:pt x="23736" y="12201"/>
                      <a:pt x="28845" y="10325"/>
                      <a:pt x="32826" y="6546"/>
                    </a:cubicBezTo>
                    <a:lnTo>
                      <a:pt x="32862" y="6498"/>
                    </a:lnTo>
                    <a:cubicBezTo>
                      <a:pt x="33040" y="6331"/>
                      <a:pt x="33052" y="6046"/>
                      <a:pt x="32886" y="5867"/>
                    </a:cubicBezTo>
                    <a:cubicBezTo>
                      <a:pt x="32792" y="5773"/>
                      <a:pt x="32668" y="5725"/>
                      <a:pt x="32546" y="5725"/>
                    </a:cubicBezTo>
                    <a:cubicBezTo>
                      <a:pt x="32436" y="5725"/>
                      <a:pt x="32327" y="5764"/>
                      <a:pt x="32243" y="5843"/>
                    </a:cubicBezTo>
                    <a:lnTo>
                      <a:pt x="32207" y="5891"/>
                    </a:lnTo>
                    <a:cubicBezTo>
                      <a:pt x="28399" y="9503"/>
                      <a:pt x="23515" y="11295"/>
                      <a:pt x="18640" y="11295"/>
                    </a:cubicBezTo>
                    <a:cubicBezTo>
                      <a:pt x="13424" y="11295"/>
                      <a:pt x="8217" y="9244"/>
                      <a:pt x="4346" y="5176"/>
                    </a:cubicBezTo>
                    <a:cubicBezTo>
                      <a:pt x="2953" y="3712"/>
                      <a:pt x="1810" y="2057"/>
                      <a:pt x="929" y="259"/>
                    </a:cubicBezTo>
                    <a:cubicBezTo>
                      <a:pt x="852" y="96"/>
                      <a:pt x="688" y="1"/>
                      <a:pt x="517"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97" name="Google Shape;1697;p79"/>
              <p:cNvSpPr/>
              <p:nvPr/>
            </p:nvSpPr>
            <p:spPr>
              <a:xfrm>
                <a:off x="3470958" y="3677785"/>
                <a:ext cx="608100" cy="331115"/>
              </a:xfrm>
              <a:custGeom>
                <a:rect b="b" l="l" r="r" t="t"/>
                <a:pathLst>
                  <a:path extrusionOk="0" h="13537" w="24861">
                    <a:moveTo>
                      <a:pt x="20668" y="0"/>
                    </a:moveTo>
                    <a:cubicBezTo>
                      <a:pt x="12054" y="0"/>
                      <a:pt x="3945" y="4938"/>
                      <a:pt x="119" y="12880"/>
                    </a:cubicBezTo>
                    <a:cubicBezTo>
                      <a:pt x="119" y="12880"/>
                      <a:pt x="107" y="12904"/>
                      <a:pt x="107" y="12904"/>
                    </a:cubicBezTo>
                    <a:cubicBezTo>
                      <a:pt x="0" y="13130"/>
                      <a:pt x="96" y="13380"/>
                      <a:pt x="322" y="13488"/>
                    </a:cubicBezTo>
                    <a:cubicBezTo>
                      <a:pt x="386" y="13521"/>
                      <a:pt x="453" y="13537"/>
                      <a:pt x="520" y="13537"/>
                    </a:cubicBezTo>
                    <a:cubicBezTo>
                      <a:pt x="689" y="13537"/>
                      <a:pt x="852" y="13436"/>
                      <a:pt x="929" y="13273"/>
                    </a:cubicBezTo>
                    <a:cubicBezTo>
                      <a:pt x="4611" y="5649"/>
                      <a:pt x="12410" y="896"/>
                      <a:pt x="20681" y="896"/>
                    </a:cubicBezTo>
                    <a:cubicBezTo>
                      <a:pt x="21877" y="896"/>
                      <a:pt x="23084" y="996"/>
                      <a:pt x="24289" y="1200"/>
                    </a:cubicBezTo>
                    <a:cubicBezTo>
                      <a:pt x="24319" y="1207"/>
                      <a:pt x="24348" y="1209"/>
                      <a:pt x="24377" y="1209"/>
                    </a:cubicBezTo>
                    <a:cubicBezTo>
                      <a:pt x="24569" y="1209"/>
                      <a:pt x="24739" y="1077"/>
                      <a:pt x="24801" y="891"/>
                    </a:cubicBezTo>
                    <a:cubicBezTo>
                      <a:pt x="24801" y="879"/>
                      <a:pt x="24813" y="855"/>
                      <a:pt x="24813" y="831"/>
                    </a:cubicBezTo>
                    <a:cubicBezTo>
                      <a:pt x="24861" y="593"/>
                      <a:pt x="24694" y="355"/>
                      <a:pt x="24444" y="319"/>
                    </a:cubicBezTo>
                    <a:cubicBezTo>
                      <a:pt x="23182" y="105"/>
                      <a:pt x="21920" y="0"/>
                      <a:pt x="20668" y="0"/>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98" name="Google Shape;1698;p79"/>
              <p:cNvSpPr/>
              <p:nvPr/>
            </p:nvSpPr>
            <p:spPr>
              <a:xfrm>
                <a:off x="3715585" y="3730717"/>
                <a:ext cx="753417" cy="407455"/>
              </a:xfrm>
              <a:custGeom>
                <a:rect b="b" l="l" r="r" t="t"/>
                <a:pathLst>
                  <a:path extrusionOk="0" h="16658" w="30802">
                    <a:moveTo>
                      <a:pt x="10633" y="1"/>
                    </a:moveTo>
                    <a:cubicBezTo>
                      <a:pt x="6990" y="1"/>
                      <a:pt x="3418" y="965"/>
                      <a:pt x="298" y="2775"/>
                    </a:cubicBezTo>
                    <a:cubicBezTo>
                      <a:pt x="84" y="2906"/>
                      <a:pt x="1" y="3180"/>
                      <a:pt x="132" y="3394"/>
                    </a:cubicBezTo>
                    <a:cubicBezTo>
                      <a:pt x="220" y="3538"/>
                      <a:pt x="373" y="3618"/>
                      <a:pt x="529" y="3618"/>
                    </a:cubicBezTo>
                    <a:cubicBezTo>
                      <a:pt x="605" y="3618"/>
                      <a:pt x="681" y="3599"/>
                      <a:pt x="751" y="3561"/>
                    </a:cubicBezTo>
                    <a:cubicBezTo>
                      <a:pt x="3739" y="1822"/>
                      <a:pt x="7156" y="906"/>
                      <a:pt x="10633" y="906"/>
                    </a:cubicBezTo>
                    <a:cubicBezTo>
                      <a:pt x="19789" y="906"/>
                      <a:pt x="27873" y="7383"/>
                      <a:pt x="29861" y="16300"/>
                    </a:cubicBezTo>
                    <a:cubicBezTo>
                      <a:pt x="29909" y="16503"/>
                      <a:pt x="30100" y="16658"/>
                      <a:pt x="30302" y="16658"/>
                    </a:cubicBezTo>
                    <a:cubicBezTo>
                      <a:pt x="30338" y="16658"/>
                      <a:pt x="30373" y="16646"/>
                      <a:pt x="30397" y="16646"/>
                    </a:cubicBezTo>
                    <a:cubicBezTo>
                      <a:pt x="30647" y="16586"/>
                      <a:pt x="30802" y="16348"/>
                      <a:pt x="30742" y="16098"/>
                    </a:cubicBezTo>
                    <a:cubicBezTo>
                      <a:pt x="29742" y="11597"/>
                      <a:pt x="27206" y="7514"/>
                      <a:pt x="23599" y="4597"/>
                    </a:cubicBezTo>
                    <a:cubicBezTo>
                      <a:pt x="19955" y="1632"/>
                      <a:pt x="15348" y="1"/>
                      <a:pt x="10633" y="1"/>
                    </a:cubicBezTo>
                    <a:close/>
                  </a:path>
                </a:pathLst>
              </a:custGeom>
              <a:solidFill>
                <a:srgbClr val="69E7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1699" name="Google Shape;1699;p79"/>
          <p:cNvGrpSpPr/>
          <p:nvPr/>
        </p:nvGrpSpPr>
        <p:grpSpPr>
          <a:xfrm>
            <a:off x="6589986" y="4142020"/>
            <a:ext cx="1912566" cy="2110431"/>
            <a:chOff x="6589986" y="4142020"/>
            <a:chExt cx="1912566" cy="2110431"/>
          </a:xfrm>
        </p:grpSpPr>
        <p:sp>
          <p:nvSpPr>
            <p:cNvPr id="1700" name="Google Shape;1700;p79"/>
            <p:cNvSpPr/>
            <p:nvPr/>
          </p:nvSpPr>
          <p:spPr>
            <a:xfrm>
              <a:off x="7491963" y="4142020"/>
              <a:ext cx="1010589" cy="855635"/>
            </a:xfrm>
            <a:custGeom>
              <a:rect b="b" l="l" r="r" t="t"/>
              <a:pathLst>
                <a:path extrusionOk="0" h="34981" w="41316">
                  <a:moveTo>
                    <a:pt x="16288" y="274"/>
                  </a:moveTo>
                  <a:lnTo>
                    <a:pt x="16145" y="1179"/>
                  </a:lnTo>
                  <a:cubicBezTo>
                    <a:pt x="16884" y="1298"/>
                    <a:pt x="17646" y="1429"/>
                    <a:pt x="18396" y="1595"/>
                  </a:cubicBezTo>
                  <a:lnTo>
                    <a:pt x="18586" y="691"/>
                  </a:lnTo>
                  <a:cubicBezTo>
                    <a:pt x="17824" y="524"/>
                    <a:pt x="17050" y="381"/>
                    <a:pt x="16288" y="274"/>
                  </a:cubicBezTo>
                  <a:close/>
                  <a:moveTo>
                    <a:pt x="12931" y="0"/>
                  </a:moveTo>
                  <a:lnTo>
                    <a:pt x="12823" y="83"/>
                  </a:lnTo>
                  <a:cubicBezTo>
                    <a:pt x="12407" y="381"/>
                    <a:pt x="12002" y="691"/>
                    <a:pt x="11609" y="1000"/>
                  </a:cubicBezTo>
                  <a:lnTo>
                    <a:pt x="12181" y="1715"/>
                  </a:lnTo>
                  <a:cubicBezTo>
                    <a:pt x="12526" y="1453"/>
                    <a:pt x="12883" y="1179"/>
                    <a:pt x="13240" y="929"/>
                  </a:cubicBezTo>
                  <a:cubicBezTo>
                    <a:pt x="13371" y="929"/>
                    <a:pt x="13585" y="929"/>
                    <a:pt x="13883" y="953"/>
                  </a:cubicBezTo>
                  <a:lnTo>
                    <a:pt x="13943" y="24"/>
                  </a:lnTo>
                  <a:cubicBezTo>
                    <a:pt x="13514" y="0"/>
                    <a:pt x="13228" y="0"/>
                    <a:pt x="13121" y="0"/>
                  </a:cubicBezTo>
                  <a:close/>
                  <a:moveTo>
                    <a:pt x="20860" y="1286"/>
                  </a:moveTo>
                  <a:lnTo>
                    <a:pt x="20598" y="2179"/>
                  </a:lnTo>
                  <a:cubicBezTo>
                    <a:pt x="21325" y="2393"/>
                    <a:pt x="22051" y="2643"/>
                    <a:pt x="22753" y="2905"/>
                  </a:cubicBezTo>
                  <a:lnTo>
                    <a:pt x="23075" y="2048"/>
                  </a:lnTo>
                  <a:cubicBezTo>
                    <a:pt x="22348" y="1762"/>
                    <a:pt x="21610" y="1512"/>
                    <a:pt x="20860" y="1286"/>
                  </a:cubicBezTo>
                  <a:close/>
                  <a:moveTo>
                    <a:pt x="9835" y="2524"/>
                  </a:moveTo>
                  <a:cubicBezTo>
                    <a:pt x="9264" y="3060"/>
                    <a:pt x="8716" y="3620"/>
                    <a:pt x="8192" y="4203"/>
                  </a:cubicBezTo>
                  <a:lnTo>
                    <a:pt x="8871" y="4822"/>
                  </a:lnTo>
                  <a:cubicBezTo>
                    <a:pt x="9383" y="4262"/>
                    <a:pt x="9918" y="3715"/>
                    <a:pt x="10466" y="3203"/>
                  </a:cubicBezTo>
                  <a:lnTo>
                    <a:pt x="9835" y="2524"/>
                  </a:lnTo>
                  <a:close/>
                  <a:moveTo>
                    <a:pt x="25242" y="2965"/>
                  </a:moveTo>
                  <a:lnTo>
                    <a:pt x="24837" y="3798"/>
                  </a:lnTo>
                  <a:cubicBezTo>
                    <a:pt x="25527" y="4120"/>
                    <a:pt x="26206" y="4477"/>
                    <a:pt x="26861" y="4846"/>
                  </a:cubicBezTo>
                  <a:lnTo>
                    <a:pt x="27313" y="4048"/>
                  </a:lnTo>
                  <a:cubicBezTo>
                    <a:pt x="26647" y="3655"/>
                    <a:pt x="25944" y="3298"/>
                    <a:pt x="25242" y="2965"/>
                  </a:cubicBezTo>
                  <a:close/>
                  <a:moveTo>
                    <a:pt x="29302" y="5286"/>
                  </a:moveTo>
                  <a:lnTo>
                    <a:pt x="28790" y="6048"/>
                  </a:lnTo>
                  <a:cubicBezTo>
                    <a:pt x="29409" y="6477"/>
                    <a:pt x="30028" y="6929"/>
                    <a:pt x="30611" y="7394"/>
                  </a:cubicBezTo>
                  <a:lnTo>
                    <a:pt x="31195" y="6679"/>
                  </a:lnTo>
                  <a:cubicBezTo>
                    <a:pt x="30588" y="6191"/>
                    <a:pt x="29957" y="5727"/>
                    <a:pt x="29302" y="5286"/>
                  </a:cubicBezTo>
                  <a:close/>
                  <a:moveTo>
                    <a:pt x="6692" y="6001"/>
                  </a:moveTo>
                  <a:cubicBezTo>
                    <a:pt x="6216" y="6620"/>
                    <a:pt x="5763" y="7263"/>
                    <a:pt x="5346" y="7918"/>
                  </a:cubicBezTo>
                  <a:lnTo>
                    <a:pt x="6120" y="8418"/>
                  </a:lnTo>
                  <a:cubicBezTo>
                    <a:pt x="6525" y="7787"/>
                    <a:pt x="6966" y="7156"/>
                    <a:pt x="7418" y="6560"/>
                  </a:cubicBezTo>
                  <a:lnTo>
                    <a:pt x="6692" y="6001"/>
                  </a:lnTo>
                  <a:close/>
                  <a:moveTo>
                    <a:pt x="32957" y="8227"/>
                  </a:moveTo>
                  <a:lnTo>
                    <a:pt x="32314" y="8894"/>
                  </a:lnTo>
                  <a:cubicBezTo>
                    <a:pt x="32862" y="9418"/>
                    <a:pt x="33386" y="9966"/>
                    <a:pt x="33898" y="10525"/>
                  </a:cubicBezTo>
                  <a:lnTo>
                    <a:pt x="34588" y="9918"/>
                  </a:lnTo>
                  <a:cubicBezTo>
                    <a:pt x="34064" y="9335"/>
                    <a:pt x="33517" y="8763"/>
                    <a:pt x="32957" y="8227"/>
                  </a:cubicBezTo>
                  <a:close/>
                  <a:moveTo>
                    <a:pt x="4156" y="9942"/>
                  </a:moveTo>
                  <a:cubicBezTo>
                    <a:pt x="3787" y="10620"/>
                    <a:pt x="3441" y="11335"/>
                    <a:pt x="3132" y="12049"/>
                  </a:cubicBezTo>
                  <a:lnTo>
                    <a:pt x="3977" y="12418"/>
                  </a:lnTo>
                  <a:cubicBezTo>
                    <a:pt x="4275" y="11728"/>
                    <a:pt x="4620" y="11037"/>
                    <a:pt x="4965" y="10382"/>
                  </a:cubicBezTo>
                  <a:lnTo>
                    <a:pt x="4156" y="9942"/>
                  </a:lnTo>
                  <a:close/>
                  <a:moveTo>
                    <a:pt x="36076" y="11716"/>
                  </a:moveTo>
                  <a:lnTo>
                    <a:pt x="35338" y="12275"/>
                  </a:lnTo>
                  <a:cubicBezTo>
                    <a:pt x="35791" y="12871"/>
                    <a:pt x="36219" y="13502"/>
                    <a:pt x="36636" y="14145"/>
                  </a:cubicBezTo>
                  <a:lnTo>
                    <a:pt x="37410" y="13645"/>
                  </a:lnTo>
                  <a:cubicBezTo>
                    <a:pt x="36993" y="12978"/>
                    <a:pt x="36541" y="12335"/>
                    <a:pt x="36076" y="11716"/>
                  </a:cubicBezTo>
                  <a:close/>
                  <a:moveTo>
                    <a:pt x="2263" y="14228"/>
                  </a:moveTo>
                  <a:cubicBezTo>
                    <a:pt x="2001" y="14942"/>
                    <a:pt x="1751" y="15692"/>
                    <a:pt x="1536" y="16454"/>
                  </a:cubicBezTo>
                  <a:lnTo>
                    <a:pt x="2429" y="16704"/>
                  </a:lnTo>
                  <a:cubicBezTo>
                    <a:pt x="2644" y="15966"/>
                    <a:pt x="2870" y="15240"/>
                    <a:pt x="3132" y="14538"/>
                  </a:cubicBezTo>
                  <a:lnTo>
                    <a:pt x="2263" y="14228"/>
                  </a:lnTo>
                  <a:close/>
                  <a:moveTo>
                    <a:pt x="38601" y="15657"/>
                  </a:moveTo>
                  <a:lnTo>
                    <a:pt x="37791" y="16097"/>
                  </a:lnTo>
                  <a:cubicBezTo>
                    <a:pt x="38148" y="16752"/>
                    <a:pt x="38493" y="17431"/>
                    <a:pt x="38803" y="18133"/>
                  </a:cubicBezTo>
                  <a:lnTo>
                    <a:pt x="39648" y="17740"/>
                  </a:lnTo>
                  <a:cubicBezTo>
                    <a:pt x="39315" y="17038"/>
                    <a:pt x="38970" y="16323"/>
                    <a:pt x="38601" y="15657"/>
                  </a:cubicBezTo>
                  <a:close/>
                  <a:moveTo>
                    <a:pt x="965" y="18717"/>
                  </a:moveTo>
                  <a:cubicBezTo>
                    <a:pt x="810" y="19467"/>
                    <a:pt x="655" y="20241"/>
                    <a:pt x="536" y="21015"/>
                  </a:cubicBezTo>
                  <a:lnTo>
                    <a:pt x="1453" y="21157"/>
                  </a:lnTo>
                  <a:cubicBezTo>
                    <a:pt x="1572" y="20395"/>
                    <a:pt x="1715" y="19645"/>
                    <a:pt x="1870" y="18919"/>
                  </a:cubicBezTo>
                  <a:lnTo>
                    <a:pt x="965" y="18717"/>
                  </a:lnTo>
                  <a:close/>
                  <a:moveTo>
                    <a:pt x="40553" y="19895"/>
                  </a:moveTo>
                  <a:lnTo>
                    <a:pt x="39684" y="20229"/>
                  </a:lnTo>
                  <a:cubicBezTo>
                    <a:pt x="39946" y="20931"/>
                    <a:pt x="40208" y="21646"/>
                    <a:pt x="40434" y="22384"/>
                  </a:cubicBezTo>
                  <a:lnTo>
                    <a:pt x="41315" y="22110"/>
                  </a:lnTo>
                  <a:cubicBezTo>
                    <a:pt x="41077" y="21360"/>
                    <a:pt x="40815" y="20610"/>
                    <a:pt x="40553" y="19895"/>
                  </a:cubicBezTo>
                  <a:close/>
                  <a:moveTo>
                    <a:pt x="239" y="23324"/>
                  </a:moveTo>
                  <a:cubicBezTo>
                    <a:pt x="155" y="24098"/>
                    <a:pt x="96" y="24872"/>
                    <a:pt x="60" y="25658"/>
                  </a:cubicBezTo>
                  <a:lnTo>
                    <a:pt x="977" y="25706"/>
                  </a:lnTo>
                  <a:cubicBezTo>
                    <a:pt x="1012" y="24944"/>
                    <a:pt x="1072" y="24170"/>
                    <a:pt x="1155" y="23420"/>
                  </a:cubicBezTo>
                  <a:lnTo>
                    <a:pt x="239" y="23324"/>
                  </a:lnTo>
                  <a:close/>
                  <a:moveTo>
                    <a:pt x="0" y="27992"/>
                  </a:moveTo>
                  <a:cubicBezTo>
                    <a:pt x="0" y="28765"/>
                    <a:pt x="12" y="29551"/>
                    <a:pt x="60" y="30325"/>
                  </a:cubicBezTo>
                  <a:lnTo>
                    <a:pt x="977" y="30278"/>
                  </a:lnTo>
                  <a:cubicBezTo>
                    <a:pt x="941" y="29516"/>
                    <a:pt x="917" y="28754"/>
                    <a:pt x="917" y="27992"/>
                  </a:cubicBezTo>
                  <a:close/>
                  <a:moveTo>
                    <a:pt x="1155" y="32552"/>
                  </a:moveTo>
                  <a:lnTo>
                    <a:pt x="239" y="32647"/>
                  </a:lnTo>
                  <a:cubicBezTo>
                    <a:pt x="381" y="34099"/>
                    <a:pt x="548" y="34945"/>
                    <a:pt x="560" y="34981"/>
                  </a:cubicBezTo>
                  <a:lnTo>
                    <a:pt x="1465" y="34802"/>
                  </a:lnTo>
                  <a:cubicBezTo>
                    <a:pt x="1465" y="34790"/>
                    <a:pt x="1298" y="33957"/>
                    <a:pt x="1155" y="32552"/>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01" name="Google Shape;1701;p79"/>
            <p:cNvSpPr/>
            <p:nvPr/>
          </p:nvSpPr>
          <p:spPr>
            <a:xfrm>
              <a:off x="6708556" y="5065450"/>
              <a:ext cx="1476516" cy="1038957"/>
            </a:xfrm>
            <a:custGeom>
              <a:rect b="b" l="l" r="r" t="t"/>
              <a:pathLst>
                <a:path extrusionOk="0" h="16765" w="16753">
                  <a:moveTo>
                    <a:pt x="8371" y="0"/>
                  </a:moveTo>
                  <a:cubicBezTo>
                    <a:pt x="3751" y="0"/>
                    <a:pt x="0" y="3751"/>
                    <a:pt x="0" y="8382"/>
                  </a:cubicBezTo>
                  <a:cubicBezTo>
                    <a:pt x="0" y="13014"/>
                    <a:pt x="3751" y="16764"/>
                    <a:pt x="8371" y="16764"/>
                  </a:cubicBezTo>
                  <a:cubicBezTo>
                    <a:pt x="13002" y="16764"/>
                    <a:pt x="16753" y="13014"/>
                    <a:pt x="16753" y="8382"/>
                  </a:cubicBezTo>
                  <a:cubicBezTo>
                    <a:pt x="16753" y="3751"/>
                    <a:pt x="13002" y="0"/>
                    <a:pt x="8371"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Realimentación de estados</a:t>
              </a:r>
              <a:endParaRPr b="0" i="0" sz="1800" u="none" cap="none" strike="noStrike">
                <a:solidFill>
                  <a:srgbClr val="000000"/>
                </a:solidFill>
                <a:latin typeface="Calibri"/>
                <a:ea typeface="Calibri"/>
                <a:cs typeface="Calibri"/>
                <a:sym typeface="Calibri"/>
              </a:endParaRPr>
            </a:p>
          </p:txBody>
        </p:sp>
        <p:sp>
          <p:nvSpPr>
            <p:cNvPr id="1702" name="Google Shape;1702;p79"/>
            <p:cNvSpPr/>
            <p:nvPr/>
          </p:nvSpPr>
          <p:spPr>
            <a:xfrm>
              <a:off x="6589986" y="4980457"/>
              <a:ext cx="1683922" cy="1271994"/>
            </a:xfrm>
            <a:custGeom>
              <a:rect b="b" l="l" r="r" t="t"/>
              <a:pathLst>
                <a:path extrusionOk="0" h="19456" w="19443">
                  <a:moveTo>
                    <a:pt x="9716" y="703"/>
                  </a:moveTo>
                  <a:cubicBezTo>
                    <a:pt x="14704" y="703"/>
                    <a:pt x="18752" y="4751"/>
                    <a:pt x="18752" y="9728"/>
                  </a:cubicBezTo>
                  <a:cubicBezTo>
                    <a:pt x="18752" y="14705"/>
                    <a:pt x="14704" y="18765"/>
                    <a:pt x="9716" y="18765"/>
                  </a:cubicBezTo>
                  <a:cubicBezTo>
                    <a:pt x="4739" y="18765"/>
                    <a:pt x="691" y="14705"/>
                    <a:pt x="691" y="9728"/>
                  </a:cubicBezTo>
                  <a:cubicBezTo>
                    <a:pt x="691" y="4751"/>
                    <a:pt x="4739" y="703"/>
                    <a:pt x="9716" y="703"/>
                  </a:cubicBezTo>
                  <a:close/>
                  <a:moveTo>
                    <a:pt x="9716" y="1"/>
                  </a:moveTo>
                  <a:cubicBezTo>
                    <a:pt x="4358" y="1"/>
                    <a:pt x="0" y="4370"/>
                    <a:pt x="0" y="9728"/>
                  </a:cubicBezTo>
                  <a:cubicBezTo>
                    <a:pt x="0" y="15086"/>
                    <a:pt x="4358" y="19455"/>
                    <a:pt x="9716" y="19455"/>
                  </a:cubicBezTo>
                  <a:cubicBezTo>
                    <a:pt x="15085" y="19455"/>
                    <a:pt x="19443" y="15086"/>
                    <a:pt x="19443" y="9728"/>
                  </a:cubicBezTo>
                  <a:cubicBezTo>
                    <a:pt x="19443" y="4370"/>
                    <a:pt x="15085" y="1"/>
                    <a:pt x="9716"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703" name="Google Shape;1703;p79"/>
          <p:cNvGrpSpPr/>
          <p:nvPr/>
        </p:nvGrpSpPr>
        <p:grpSpPr>
          <a:xfrm>
            <a:off x="8382831" y="4400837"/>
            <a:ext cx="1267196" cy="1271994"/>
            <a:chOff x="8382831" y="4400837"/>
            <a:chExt cx="1267196" cy="1271994"/>
          </a:xfrm>
        </p:grpSpPr>
        <p:sp>
          <p:nvSpPr>
            <p:cNvPr id="1704" name="Google Shape;1704;p79"/>
            <p:cNvSpPr/>
            <p:nvPr/>
          </p:nvSpPr>
          <p:spPr>
            <a:xfrm>
              <a:off x="8464129" y="4552771"/>
              <a:ext cx="1093550" cy="1022617"/>
            </a:xfrm>
            <a:custGeom>
              <a:rect b="b" l="l" r="r" t="t"/>
              <a:pathLst>
                <a:path extrusionOk="0" h="16765" w="16753">
                  <a:moveTo>
                    <a:pt x="8370" y="1"/>
                  </a:moveTo>
                  <a:cubicBezTo>
                    <a:pt x="3751" y="1"/>
                    <a:pt x="0" y="3751"/>
                    <a:pt x="0" y="8383"/>
                  </a:cubicBezTo>
                  <a:cubicBezTo>
                    <a:pt x="0" y="13014"/>
                    <a:pt x="3751" y="16765"/>
                    <a:pt x="8370" y="16765"/>
                  </a:cubicBezTo>
                  <a:cubicBezTo>
                    <a:pt x="13002" y="16765"/>
                    <a:pt x="16752" y="13014"/>
                    <a:pt x="16752" y="8383"/>
                  </a:cubicBezTo>
                  <a:cubicBezTo>
                    <a:pt x="16752" y="3751"/>
                    <a:pt x="13002" y="1"/>
                    <a:pt x="83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PLC</a:t>
              </a:r>
              <a:endParaRPr b="0" i="0" sz="1800" u="none" cap="none" strike="noStrike">
                <a:solidFill>
                  <a:srgbClr val="000000"/>
                </a:solidFill>
                <a:latin typeface="Calibri"/>
                <a:ea typeface="Calibri"/>
                <a:cs typeface="Calibri"/>
                <a:sym typeface="Calibri"/>
              </a:endParaRPr>
            </a:p>
          </p:txBody>
        </p:sp>
        <p:sp>
          <p:nvSpPr>
            <p:cNvPr id="1705" name="Google Shape;1705;p79"/>
            <p:cNvSpPr/>
            <p:nvPr/>
          </p:nvSpPr>
          <p:spPr>
            <a:xfrm>
              <a:off x="8382831" y="4400837"/>
              <a:ext cx="1267196" cy="1271994"/>
            </a:xfrm>
            <a:custGeom>
              <a:rect b="b" l="l" r="r" t="t"/>
              <a:pathLst>
                <a:path extrusionOk="0" h="19444" w="19444">
                  <a:moveTo>
                    <a:pt x="9716" y="691"/>
                  </a:moveTo>
                  <a:cubicBezTo>
                    <a:pt x="14705" y="691"/>
                    <a:pt x="18753" y="4739"/>
                    <a:pt x="18753" y="9728"/>
                  </a:cubicBezTo>
                  <a:cubicBezTo>
                    <a:pt x="18753" y="14704"/>
                    <a:pt x="14705" y="18753"/>
                    <a:pt x="9716" y="18753"/>
                  </a:cubicBezTo>
                  <a:cubicBezTo>
                    <a:pt x="4739" y="18753"/>
                    <a:pt x="691" y="14704"/>
                    <a:pt x="691" y="9728"/>
                  </a:cubicBezTo>
                  <a:cubicBezTo>
                    <a:pt x="691" y="4739"/>
                    <a:pt x="4739" y="691"/>
                    <a:pt x="9716" y="691"/>
                  </a:cubicBezTo>
                  <a:close/>
                  <a:moveTo>
                    <a:pt x="9716" y="0"/>
                  </a:moveTo>
                  <a:cubicBezTo>
                    <a:pt x="4358" y="0"/>
                    <a:pt x="1" y="4358"/>
                    <a:pt x="1" y="9728"/>
                  </a:cubicBezTo>
                  <a:cubicBezTo>
                    <a:pt x="1" y="15085"/>
                    <a:pt x="4358" y="19443"/>
                    <a:pt x="9716" y="19443"/>
                  </a:cubicBezTo>
                  <a:cubicBezTo>
                    <a:pt x="15086" y="19443"/>
                    <a:pt x="19444" y="15085"/>
                    <a:pt x="19444" y="9728"/>
                  </a:cubicBezTo>
                  <a:cubicBezTo>
                    <a:pt x="19444" y="4358"/>
                    <a:pt x="15086" y="0"/>
                    <a:pt x="9716"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706" name="Google Shape;1706;p79"/>
          <p:cNvGrpSpPr/>
          <p:nvPr/>
        </p:nvGrpSpPr>
        <p:grpSpPr>
          <a:xfrm>
            <a:off x="6265013" y="2715980"/>
            <a:ext cx="2100373" cy="2056256"/>
            <a:chOff x="6402185" y="2811672"/>
            <a:chExt cx="1963201" cy="1960564"/>
          </a:xfrm>
        </p:grpSpPr>
        <p:sp>
          <p:nvSpPr>
            <p:cNvPr id="1707" name="Google Shape;1707;p79"/>
            <p:cNvSpPr/>
            <p:nvPr/>
          </p:nvSpPr>
          <p:spPr>
            <a:xfrm>
              <a:off x="7882203" y="3664554"/>
              <a:ext cx="483183" cy="491157"/>
            </a:xfrm>
            <a:custGeom>
              <a:rect b="b" l="l" r="r" t="t"/>
              <a:pathLst>
                <a:path extrusionOk="0" h="20080" w="19754">
                  <a:moveTo>
                    <a:pt x="470" y="1"/>
                  </a:moveTo>
                  <a:cubicBezTo>
                    <a:pt x="249" y="1"/>
                    <a:pt x="69" y="159"/>
                    <a:pt x="37" y="387"/>
                  </a:cubicBezTo>
                  <a:cubicBezTo>
                    <a:pt x="1" y="637"/>
                    <a:pt x="179" y="863"/>
                    <a:pt x="429" y="899"/>
                  </a:cubicBezTo>
                  <a:cubicBezTo>
                    <a:pt x="10014" y="2363"/>
                    <a:pt x="17574" y="10090"/>
                    <a:pt x="18825" y="19687"/>
                  </a:cubicBezTo>
                  <a:cubicBezTo>
                    <a:pt x="18848" y="19913"/>
                    <a:pt x="19051" y="20080"/>
                    <a:pt x="19265" y="20080"/>
                  </a:cubicBezTo>
                  <a:lnTo>
                    <a:pt x="19325" y="20080"/>
                  </a:lnTo>
                  <a:cubicBezTo>
                    <a:pt x="19575" y="20044"/>
                    <a:pt x="19753" y="19818"/>
                    <a:pt x="19718" y="19568"/>
                  </a:cubicBezTo>
                  <a:cubicBezTo>
                    <a:pt x="18420" y="9578"/>
                    <a:pt x="10538" y="1530"/>
                    <a:pt x="560" y="6"/>
                  </a:cubicBezTo>
                  <a:lnTo>
                    <a:pt x="537" y="6"/>
                  </a:lnTo>
                  <a:cubicBezTo>
                    <a:pt x="514" y="2"/>
                    <a:pt x="492" y="1"/>
                    <a:pt x="47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708" name="Google Shape;1708;p79"/>
            <p:cNvGrpSpPr/>
            <p:nvPr/>
          </p:nvGrpSpPr>
          <p:grpSpPr>
            <a:xfrm>
              <a:off x="6402185" y="2811672"/>
              <a:ext cx="1866213" cy="1960564"/>
              <a:chOff x="6402185" y="2811672"/>
              <a:chExt cx="1866213" cy="1960564"/>
            </a:xfrm>
          </p:grpSpPr>
          <p:sp>
            <p:nvSpPr>
              <p:cNvPr id="1709" name="Google Shape;1709;p79"/>
              <p:cNvSpPr/>
              <p:nvPr/>
            </p:nvSpPr>
            <p:spPr>
              <a:xfrm>
                <a:off x="6402185" y="2811672"/>
                <a:ext cx="1418582" cy="1412467"/>
              </a:xfrm>
              <a:custGeom>
                <a:rect b="b" l="l" r="r" t="t"/>
                <a:pathLst>
                  <a:path extrusionOk="0" h="57746" w="57996">
                    <a:moveTo>
                      <a:pt x="655" y="0"/>
                    </a:moveTo>
                    <a:lnTo>
                      <a:pt x="0" y="655"/>
                    </a:lnTo>
                    <a:lnTo>
                      <a:pt x="57341" y="57746"/>
                    </a:lnTo>
                    <a:lnTo>
                      <a:pt x="57996" y="57091"/>
                    </a:lnTo>
                    <a:lnTo>
                      <a:pt x="655" y="0"/>
                    </a:ln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710" name="Google Shape;1710;p79"/>
              <p:cNvGrpSpPr/>
              <p:nvPr/>
            </p:nvGrpSpPr>
            <p:grpSpPr>
              <a:xfrm>
                <a:off x="7277031" y="3745342"/>
                <a:ext cx="991367" cy="1026894"/>
                <a:chOff x="7277031" y="3745342"/>
                <a:chExt cx="991367" cy="1026894"/>
              </a:xfrm>
            </p:grpSpPr>
            <p:sp>
              <p:nvSpPr>
                <p:cNvPr id="1711" name="Google Shape;1711;p79"/>
                <p:cNvSpPr/>
                <p:nvPr/>
              </p:nvSpPr>
              <p:spPr>
                <a:xfrm>
                  <a:off x="7363522" y="3745342"/>
                  <a:ext cx="904875" cy="926433"/>
                </a:xfrm>
                <a:custGeom>
                  <a:rect b="b" l="l" r="r" t="t"/>
                  <a:pathLst>
                    <a:path extrusionOk="0" h="33089" w="33101">
                      <a:moveTo>
                        <a:pt x="16550" y="1"/>
                      </a:moveTo>
                      <a:cubicBezTo>
                        <a:pt x="7418" y="1"/>
                        <a:pt x="1" y="7406"/>
                        <a:pt x="1" y="16538"/>
                      </a:cubicBezTo>
                      <a:cubicBezTo>
                        <a:pt x="1" y="25682"/>
                        <a:pt x="7418" y="33088"/>
                        <a:pt x="16550" y="33088"/>
                      </a:cubicBezTo>
                      <a:cubicBezTo>
                        <a:pt x="25694" y="33088"/>
                        <a:pt x="33100" y="25682"/>
                        <a:pt x="33100" y="16538"/>
                      </a:cubicBezTo>
                      <a:cubicBezTo>
                        <a:pt x="33100" y="7406"/>
                        <a:pt x="25694" y="1"/>
                        <a:pt x="16550"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500" u="none" cap="none" strike="noStrike">
                      <a:solidFill>
                        <a:srgbClr val="FFFFFF"/>
                      </a:solidFill>
                      <a:latin typeface="Fira Sans Extra Condensed Medium"/>
                      <a:ea typeface="Fira Sans Extra Condensed Medium"/>
                      <a:cs typeface="Fira Sans Extra Condensed Medium"/>
                      <a:sym typeface="Fira Sans Extra Condensed Medium"/>
                    </a:rPr>
                    <a:t>ETN-1034</a:t>
                  </a:r>
                  <a:endParaRPr b="0" i="0" sz="1500" u="none" cap="none" strike="noStrike">
                    <a:solidFill>
                      <a:srgbClr val="000000"/>
                    </a:solidFill>
                    <a:latin typeface="Calibri"/>
                    <a:ea typeface="Calibri"/>
                    <a:cs typeface="Calibri"/>
                    <a:sym typeface="Calibri"/>
                  </a:endParaRPr>
                </a:p>
              </p:txBody>
            </p:sp>
            <p:sp>
              <p:nvSpPr>
                <p:cNvPr id="1712" name="Google Shape;1712;p79"/>
                <p:cNvSpPr/>
                <p:nvPr/>
              </p:nvSpPr>
              <p:spPr>
                <a:xfrm>
                  <a:off x="7608443" y="4202877"/>
                  <a:ext cx="659955" cy="468898"/>
                </a:xfrm>
                <a:custGeom>
                  <a:rect b="b" l="l" r="r" t="t"/>
                  <a:pathLst>
                    <a:path extrusionOk="0" h="19170" w="26981">
                      <a:moveTo>
                        <a:pt x="26528" y="0"/>
                      </a:moveTo>
                      <a:cubicBezTo>
                        <a:pt x="26278" y="0"/>
                        <a:pt x="26076" y="203"/>
                        <a:pt x="26076" y="453"/>
                      </a:cubicBezTo>
                      <a:lnTo>
                        <a:pt x="26076" y="512"/>
                      </a:lnTo>
                      <a:cubicBezTo>
                        <a:pt x="26076" y="10299"/>
                        <a:pt x="18110" y="18265"/>
                        <a:pt x="8323" y="18265"/>
                      </a:cubicBezTo>
                      <a:cubicBezTo>
                        <a:pt x="5656" y="18265"/>
                        <a:pt x="3097" y="17693"/>
                        <a:pt x="715" y="16550"/>
                      </a:cubicBezTo>
                      <a:cubicBezTo>
                        <a:pt x="652" y="16520"/>
                        <a:pt x="586" y="16506"/>
                        <a:pt x="520" y="16506"/>
                      </a:cubicBezTo>
                      <a:cubicBezTo>
                        <a:pt x="350" y="16506"/>
                        <a:pt x="185" y="16601"/>
                        <a:pt x="108" y="16764"/>
                      </a:cubicBezTo>
                      <a:cubicBezTo>
                        <a:pt x="1" y="16991"/>
                        <a:pt x="96" y="17264"/>
                        <a:pt x="322" y="17372"/>
                      </a:cubicBezTo>
                      <a:cubicBezTo>
                        <a:pt x="2835" y="18562"/>
                        <a:pt x="5525" y="19169"/>
                        <a:pt x="8323" y="19169"/>
                      </a:cubicBezTo>
                      <a:cubicBezTo>
                        <a:pt x="18610" y="19169"/>
                        <a:pt x="26981" y="10799"/>
                        <a:pt x="26981" y="512"/>
                      </a:cubicBezTo>
                      <a:lnTo>
                        <a:pt x="26981" y="453"/>
                      </a:lnTo>
                      <a:cubicBezTo>
                        <a:pt x="26981" y="203"/>
                        <a:pt x="26778" y="0"/>
                        <a:pt x="26528"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13" name="Google Shape;1713;p79"/>
                <p:cNvSpPr/>
                <p:nvPr/>
              </p:nvSpPr>
              <p:spPr>
                <a:xfrm>
                  <a:off x="7277031" y="3753932"/>
                  <a:ext cx="347454" cy="798839"/>
                </a:xfrm>
                <a:custGeom>
                  <a:rect b="b" l="l" r="r" t="t"/>
                  <a:pathLst>
                    <a:path extrusionOk="0" h="32659" w="14205">
                      <a:moveTo>
                        <a:pt x="13699" y="1"/>
                      </a:moveTo>
                      <a:cubicBezTo>
                        <a:pt x="13637" y="1"/>
                        <a:pt x="13574" y="14"/>
                        <a:pt x="13514" y="43"/>
                      </a:cubicBezTo>
                      <a:cubicBezTo>
                        <a:pt x="8252" y="2376"/>
                        <a:pt x="4180" y="6841"/>
                        <a:pt x="2346" y="12294"/>
                      </a:cubicBezTo>
                      <a:cubicBezTo>
                        <a:pt x="1" y="19247"/>
                        <a:pt x="1560" y="26986"/>
                        <a:pt x="6418" y="32511"/>
                      </a:cubicBezTo>
                      <a:cubicBezTo>
                        <a:pt x="6478" y="32570"/>
                        <a:pt x="6537" y="32606"/>
                        <a:pt x="6621" y="32630"/>
                      </a:cubicBezTo>
                      <a:cubicBezTo>
                        <a:pt x="6667" y="32649"/>
                        <a:pt x="6716" y="32659"/>
                        <a:pt x="6766" y="32659"/>
                      </a:cubicBezTo>
                      <a:cubicBezTo>
                        <a:pt x="6868" y="32659"/>
                        <a:pt x="6973" y="32619"/>
                        <a:pt x="7061" y="32547"/>
                      </a:cubicBezTo>
                      <a:cubicBezTo>
                        <a:pt x="7240" y="32380"/>
                        <a:pt x="7263" y="32094"/>
                        <a:pt x="7097" y="31904"/>
                      </a:cubicBezTo>
                      <a:cubicBezTo>
                        <a:pt x="2453" y="26641"/>
                        <a:pt x="965" y="19224"/>
                        <a:pt x="3203" y="12580"/>
                      </a:cubicBezTo>
                      <a:cubicBezTo>
                        <a:pt x="4954" y="7365"/>
                        <a:pt x="8847" y="3091"/>
                        <a:pt x="13871" y="864"/>
                      </a:cubicBezTo>
                      <a:cubicBezTo>
                        <a:pt x="14098" y="757"/>
                        <a:pt x="14205" y="495"/>
                        <a:pt x="14110" y="269"/>
                      </a:cubicBezTo>
                      <a:cubicBezTo>
                        <a:pt x="14031" y="103"/>
                        <a:pt x="13869" y="1"/>
                        <a:pt x="13699" y="1"/>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14" name="Google Shape;1714;p79"/>
                <p:cNvSpPr/>
                <p:nvPr/>
              </p:nvSpPr>
              <p:spPr>
                <a:xfrm>
                  <a:off x="7363523" y="4532822"/>
                  <a:ext cx="657045" cy="239414"/>
                </a:xfrm>
                <a:custGeom>
                  <a:rect b="b" l="l" r="r" t="t"/>
                  <a:pathLst>
                    <a:path extrusionOk="0" h="9788" w="26862">
                      <a:moveTo>
                        <a:pt x="507" y="0"/>
                      </a:moveTo>
                      <a:cubicBezTo>
                        <a:pt x="410" y="0"/>
                        <a:pt x="311" y="32"/>
                        <a:pt x="227" y="96"/>
                      </a:cubicBezTo>
                      <a:cubicBezTo>
                        <a:pt x="48" y="227"/>
                        <a:pt x="1" y="477"/>
                        <a:pt x="108" y="680"/>
                      </a:cubicBezTo>
                      <a:cubicBezTo>
                        <a:pt x="120" y="692"/>
                        <a:pt x="132" y="704"/>
                        <a:pt x="144" y="727"/>
                      </a:cubicBezTo>
                      <a:cubicBezTo>
                        <a:pt x="4517" y="6544"/>
                        <a:pt x="11375" y="9787"/>
                        <a:pt x="18403" y="9787"/>
                      </a:cubicBezTo>
                      <a:cubicBezTo>
                        <a:pt x="21115" y="9787"/>
                        <a:pt x="23851" y="9304"/>
                        <a:pt x="26480" y="8300"/>
                      </a:cubicBezTo>
                      <a:lnTo>
                        <a:pt x="26504" y="8288"/>
                      </a:lnTo>
                      <a:cubicBezTo>
                        <a:pt x="26742" y="8193"/>
                        <a:pt x="26861" y="7943"/>
                        <a:pt x="26766" y="7705"/>
                      </a:cubicBezTo>
                      <a:cubicBezTo>
                        <a:pt x="26702" y="7522"/>
                        <a:pt x="26534" y="7410"/>
                        <a:pt x="26357" y="7410"/>
                      </a:cubicBezTo>
                      <a:cubicBezTo>
                        <a:pt x="26303" y="7410"/>
                        <a:pt x="26248" y="7420"/>
                        <a:pt x="26195" y="7443"/>
                      </a:cubicBezTo>
                      <a:lnTo>
                        <a:pt x="26147" y="7454"/>
                      </a:lnTo>
                      <a:cubicBezTo>
                        <a:pt x="23622" y="8420"/>
                        <a:pt x="20994" y="8884"/>
                        <a:pt x="18388" y="8884"/>
                      </a:cubicBezTo>
                      <a:cubicBezTo>
                        <a:pt x="11643" y="8884"/>
                        <a:pt x="5058" y="5771"/>
                        <a:pt x="858" y="180"/>
                      </a:cubicBezTo>
                      <a:cubicBezTo>
                        <a:pt x="775" y="62"/>
                        <a:pt x="643" y="0"/>
                        <a:pt x="507" y="0"/>
                      </a:cubicBezTo>
                      <a:close/>
                    </a:path>
                  </a:pathLst>
                </a:custGeom>
                <a:solidFill>
                  <a:srgbClr val="FCBD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grpSp>
        <p:nvGrpSpPr>
          <p:cNvPr id="1715" name="Google Shape;1715;p79"/>
          <p:cNvGrpSpPr/>
          <p:nvPr/>
        </p:nvGrpSpPr>
        <p:grpSpPr>
          <a:xfrm>
            <a:off x="4818473" y="1853037"/>
            <a:ext cx="1955189" cy="1786807"/>
            <a:chOff x="3957339" y="1906303"/>
            <a:chExt cx="1259005" cy="1259299"/>
          </a:xfrm>
        </p:grpSpPr>
        <p:sp>
          <p:nvSpPr>
            <p:cNvPr id="1716" name="Google Shape;1716;p79"/>
            <p:cNvSpPr/>
            <p:nvPr/>
          </p:nvSpPr>
          <p:spPr>
            <a:xfrm>
              <a:off x="3999288" y="1948546"/>
              <a:ext cx="1175132" cy="1174814"/>
            </a:xfrm>
            <a:custGeom>
              <a:rect b="b" l="l" r="r" t="t"/>
              <a:pathLst>
                <a:path extrusionOk="0" h="48030" w="48043">
                  <a:moveTo>
                    <a:pt x="24027" y="0"/>
                  </a:moveTo>
                  <a:cubicBezTo>
                    <a:pt x="10752" y="0"/>
                    <a:pt x="0" y="10751"/>
                    <a:pt x="0" y="24015"/>
                  </a:cubicBezTo>
                  <a:cubicBezTo>
                    <a:pt x="0" y="37279"/>
                    <a:pt x="10752" y="48030"/>
                    <a:pt x="24027" y="48030"/>
                  </a:cubicBezTo>
                  <a:cubicBezTo>
                    <a:pt x="37291" y="48030"/>
                    <a:pt x="48042" y="37279"/>
                    <a:pt x="48042" y="24015"/>
                  </a:cubicBezTo>
                  <a:cubicBezTo>
                    <a:pt x="48042" y="10751"/>
                    <a:pt x="37291" y="0"/>
                    <a:pt x="24027" y="0"/>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s-BO" sz="1800" u="none" cap="none" strike="noStrike">
                  <a:solidFill>
                    <a:srgbClr val="FFFFFF"/>
                  </a:solidFill>
                  <a:latin typeface="Fira Sans Extra Condensed Medium"/>
                  <a:ea typeface="Fira Sans Extra Condensed Medium"/>
                  <a:cs typeface="Fira Sans Extra Condensed Medium"/>
                  <a:sym typeface="Fira Sans Extra Condensed Medium"/>
                </a:rPr>
                <a:t>CONTROL  </a:t>
              </a:r>
              <a:endParaRPr b="0" i="0" sz="1800" u="none" cap="none" strike="noStrike">
                <a:solidFill>
                  <a:srgbClr val="000000"/>
                </a:solidFill>
                <a:latin typeface="Fira Sans Extra Condensed"/>
                <a:ea typeface="Fira Sans Extra Condensed"/>
                <a:cs typeface="Fira Sans Extra Condensed"/>
                <a:sym typeface="Fira Sans Extra Condensed"/>
              </a:endParaRPr>
            </a:p>
          </p:txBody>
        </p:sp>
        <p:sp>
          <p:nvSpPr>
            <p:cNvPr id="1717" name="Google Shape;1717;p79"/>
            <p:cNvSpPr/>
            <p:nvPr/>
          </p:nvSpPr>
          <p:spPr>
            <a:xfrm>
              <a:off x="3957339" y="1906303"/>
              <a:ext cx="1259005" cy="1259299"/>
            </a:xfrm>
            <a:custGeom>
              <a:rect b="b" l="l" r="r" t="t"/>
              <a:pathLst>
                <a:path extrusionOk="0" h="51484" w="51472">
                  <a:moveTo>
                    <a:pt x="25742" y="929"/>
                  </a:moveTo>
                  <a:cubicBezTo>
                    <a:pt x="39423" y="929"/>
                    <a:pt x="50555" y="12062"/>
                    <a:pt x="50555" y="25742"/>
                  </a:cubicBezTo>
                  <a:cubicBezTo>
                    <a:pt x="50555" y="39422"/>
                    <a:pt x="39423" y="50555"/>
                    <a:pt x="25742" y="50555"/>
                  </a:cubicBezTo>
                  <a:cubicBezTo>
                    <a:pt x="12050" y="50555"/>
                    <a:pt x="918" y="39422"/>
                    <a:pt x="918" y="25742"/>
                  </a:cubicBezTo>
                  <a:cubicBezTo>
                    <a:pt x="918" y="12062"/>
                    <a:pt x="12050" y="929"/>
                    <a:pt x="25742" y="929"/>
                  </a:cubicBezTo>
                  <a:close/>
                  <a:moveTo>
                    <a:pt x="25742" y="1"/>
                  </a:moveTo>
                  <a:cubicBezTo>
                    <a:pt x="11550" y="1"/>
                    <a:pt x="1" y="11550"/>
                    <a:pt x="1" y="25742"/>
                  </a:cubicBezTo>
                  <a:cubicBezTo>
                    <a:pt x="1" y="39934"/>
                    <a:pt x="11550" y="51483"/>
                    <a:pt x="25742" y="51483"/>
                  </a:cubicBezTo>
                  <a:cubicBezTo>
                    <a:pt x="39935" y="51483"/>
                    <a:pt x="51472" y="39934"/>
                    <a:pt x="51472" y="25742"/>
                  </a:cubicBezTo>
                  <a:cubicBezTo>
                    <a:pt x="51472" y="11550"/>
                    <a:pt x="39935" y="1"/>
                    <a:pt x="25742" y="1"/>
                  </a:cubicBezTo>
                  <a:close/>
                </a:path>
              </a:pathLst>
            </a:custGeom>
            <a:solidFill>
              <a:srgbClr val="869F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715"/>
                                        </p:tgtEl>
                                        <p:attrNameLst>
                                          <p:attrName>style.visibility</p:attrName>
                                        </p:attrNameLst>
                                      </p:cBhvr>
                                      <p:to>
                                        <p:strVal val="visible"/>
                                      </p:to>
                                    </p:set>
                                    <p:anim calcmode="lin" valueType="num">
                                      <p:cBhvr additive="base">
                                        <p:cTn dur="500"/>
                                        <p:tgtEl>
                                          <p:spTgt spid="1715"/>
                                        </p:tgtEl>
                                        <p:attrNameLst>
                                          <p:attrName>ppt_w</p:attrName>
                                        </p:attrNameLst>
                                      </p:cBhvr>
                                      <p:tavLst>
                                        <p:tav fmla="" tm="0">
                                          <p:val>
                                            <p:strVal val="0"/>
                                          </p:val>
                                        </p:tav>
                                        <p:tav fmla="" tm="100000">
                                          <p:val>
                                            <p:strVal val="#ppt_w"/>
                                          </p:val>
                                        </p:tav>
                                      </p:tavLst>
                                    </p:anim>
                                    <p:anim calcmode="lin" valueType="num">
                                      <p:cBhvr additive="base">
                                        <p:cTn dur="500"/>
                                        <p:tgtEl>
                                          <p:spTgt spid="171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91"/>
                                        </p:tgtEl>
                                        <p:attrNameLst>
                                          <p:attrName>style.visibility</p:attrName>
                                        </p:attrNameLst>
                                      </p:cBhvr>
                                      <p:to>
                                        <p:strVal val="visible"/>
                                      </p:to>
                                    </p:set>
                                    <p:anim calcmode="lin" valueType="num">
                                      <p:cBhvr additive="base">
                                        <p:cTn dur="500"/>
                                        <p:tgtEl>
                                          <p:spTgt spid="1691"/>
                                        </p:tgtEl>
                                        <p:attrNameLst>
                                          <p:attrName>ppt_w</p:attrName>
                                        </p:attrNameLst>
                                      </p:cBhvr>
                                      <p:tavLst>
                                        <p:tav fmla="" tm="0">
                                          <p:val>
                                            <p:strVal val="0"/>
                                          </p:val>
                                        </p:tav>
                                        <p:tav fmla="" tm="100000">
                                          <p:val>
                                            <p:strVal val="#ppt_w"/>
                                          </p:val>
                                        </p:tav>
                                      </p:tavLst>
                                    </p:anim>
                                    <p:anim calcmode="lin" valueType="num">
                                      <p:cBhvr additive="base">
                                        <p:cTn dur="500"/>
                                        <p:tgtEl>
                                          <p:spTgt spid="169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1"/>
                                        </p:tgtEl>
                                        <p:attrNameLst>
                                          <p:attrName>style.visibility</p:attrName>
                                        </p:attrNameLst>
                                      </p:cBhvr>
                                      <p:to>
                                        <p:strVal val="visible"/>
                                      </p:to>
                                    </p:set>
                                    <p:animEffect filter="fade" transition="in">
                                      <p:cBhvr>
                                        <p:cTn dur="500"/>
                                        <p:tgtEl>
                                          <p:spTgt spid="168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85"/>
                                        </p:tgtEl>
                                        <p:attrNameLst>
                                          <p:attrName>style.visibility</p:attrName>
                                        </p:attrNameLst>
                                      </p:cBhvr>
                                      <p:to>
                                        <p:strVal val="visible"/>
                                      </p:to>
                                    </p:set>
                                    <p:animEffect filter="fade" transition="in">
                                      <p:cBhvr>
                                        <p:cTn dur="500"/>
                                        <p:tgtEl>
                                          <p:spTgt spid="1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6"/>
                                        </p:tgtEl>
                                        <p:attrNameLst>
                                          <p:attrName>style.visibility</p:attrName>
                                        </p:attrNameLst>
                                      </p:cBhvr>
                                      <p:to>
                                        <p:strVal val="visible"/>
                                      </p:to>
                                    </p:set>
                                    <p:animEffect filter="fade" transition="in">
                                      <p:cBhvr>
                                        <p:cTn dur="500"/>
                                        <p:tgtEl>
                                          <p:spTgt spid="17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gtEl>
                                        <p:attrNameLst>
                                          <p:attrName>style.visibility</p:attrName>
                                        </p:attrNameLst>
                                      </p:cBhvr>
                                      <p:to>
                                        <p:strVal val="visible"/>
                                      </p:to>
                                    </p:set>
                                    <p:animEffect filter="fade" transition="in">
                                      <p:cBhvr>
                                        <p:cTn dur="500"/>
                                        <p:tgtEl>
                                          <p:spTgt spid="169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7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80"/>
          <p:cNvSpPr txBox="1"/>
          <p:nvPr>
            <p:ph type="title"/>
          </p:nvPr>
        </p:nvSpPr>
        <p:spPr>
          <a:xfrm>
            <a:off x="1121286" y="371256"/>
            <a:ext cx="11360800" cy="521199"/>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rgbClr val="002060"/>
              </a:buClr>
              <a:buSzPts val="3600"/>
              <a:buFont typeface="Times New Roman"/>
              <a:buNone/>
            </a:pPr>
            <a:r>
              <a:rPr lang="es-BO" sz="2200">
                <a:solidFill>
                  <a:srgbClr val="002060"/>
                </a:solidFill>
                <a:latin typeface="Times New Roman"/>
                <a:ea typeface="Times New Roman"/>
                <a:cs typeface="Times New Roman"/>
                <a:sym typeface="Times New Roman"/>
              </a:rPr>
              <a:t>Control del conjunto variador motor - FT a lazo cerrado</a:t>
            </a:r>
            <a:endParaRPr sz="2200">
              <a:solidFill>
                <a:srgbClr val="002060"/>
              </a:solidFill>
              <a:latin typeface="Times New Roman"/>
              <a:ea typeface="Times New Roman"/>
              <a:cs typeface="Times New Roman"/>
              <a:sym typeface="Times New Roman"/>
            </a:endParaRPr>
          </a:p>
        </p:txBody>
      </p:sp>
      <p:sp>
        <p:nvSpPr>
          <p:cNvPr id="1723" name="Google Shape;1723;p80"/>
          <p:cNvSpPr txBox="1"/>
          <p:nvPr>
            <p:ph idx="1" type="body"/>
          </p:nvPr>
        </p:nvSpPr>
        <p:spPr>
          <a:xfrm>
            <a:off x="831200" y="766216"/>
            <a:ext cx="10900000" cy="2662783"/>
          </a:xfrm>
          <a:prstGeom prst="rect">
            <a:avLst/>
          </a:prstGeom>
          <a:noFill/>
          <a:ln>
            <a:noFill/>
          </a:ln>
        </p:spPr>
        <p:txBody>
          <a:bodyPr anchorCtr="0" anchor="t" bIns="121900" lIns="121900" spcFirstLastPara="1" rIns="121900" wrap="square" tIns="121900">
            <a:noAutofit/>
          </a:bodyPr>
          <a:lstStyle/>
          <a:p>
            <a:pPr indent="-397922" lvl="0" marL="609585" rtl="0" algn="l">
              <a:lnSpc>
                <a:spcPct val="90000"/>
              </a:lnSpc>
              <a:spcBef>
                <a:spcPts val="0"/>
              </a:spcBef>
              <a:spcAft>
                <a:spcPts val="0"/>
              </a:spcAft>
              <a:buClr>
                <a:srgbClr val="000000"/>
              </a:buClr>
              <a:buSzPts val="1100"/>
              <a:buFont typeface="Arial"/>
              <a:buChar char="●"/>
            </a:pPr>
            <a:r>
              <a:rPr lang="es-BO" sz="2000">
                <a:solidFill>
                  <a:srgbClr val="000000"/>
                </a:solidFill>
                <a:latin typeface="Times New Roman"/>
                <a:ea typeface="Times New Roman"/>
                <a:cs typeface="Times New Roman"/>
                <a:sym typeface="Times New Roman"/>
              </a:rPr>
              <a:t>Se logró obtener una función de transferencia para modelar el conjunto variador - motor, tomando como entrada un voltaje analógico y como salida la velocidad angular del eje del motor.</a:t>
            </a:r>
            <a:endParaRPr sz="2000">
              <a:solidFill>
                <a:srgbClr val="000000"/>
              </a:solidFill>
              <a:latin typeface="Times New Roman"/>
              <a:ea typeface="Times New Roman"/>
              <a:cs typeface="Times New Roman"/>
              <a:sym typeface="Times New Roman"/>
            </a:endParaRPr>
          </a:p>
          <a:p>
            <a:pPr indent="-397922" lvl="0" marL="609585" rtl="0" algn="l">
              <a:lnSpc>
                <a:spcPct val="90000"/>
              </a:lnSpc>
              <a:spcBef>
                <a:spcPts val="0"/>
              </a:spcBef>
              <a:spcAft>
                <a:spcPts val="0"/>
              </a:spcAft>
              <a:buClr>
                <a:srgbClr val="000000"/>
              </a:buClr>
              <a:buSzPts val="1100"/>
              <a:buFont typeface="Arial"/>
              <a:buChar char="●"/>
            </a:pPr>
            <a:r>
              <a:rPr lang="es-BO" sz="2000">
                <a:solidFill>
                  <a:srgbClr val="000000"/>
                </a:solidFill>
                <a:latin typeface="Times New Roman"/>
                <a:ea typeface="Times New Roman"/>
                <a:cs typeface="Times New Roman"/>
                <a:sym typeface="Times New Roman"/>
              </a:rPr>
              <a:t>En base a esta función de transferencia se diseñó un controlador PID en tiempo discreto mediante control clásico.</a:t>
            </a:r>
            <a:endParaRPr sz="2000">
              <a:solidFill>
                <a:srgbClr val="000000"/>
              </a:solidFill>
              <a:latin typeface="Times New Roman"/>
              <a:ea typeface="Times New Roman"/>
              <a:cs typeface="Times New Roman"/>
              <a:sym typeface="Times New Roman"/>
            </a:endParaRPr>
          </a:p>
          <a:p>
            <a:pPr indent="-397922" lvl="0" marL="609585" rtl="0" algn="l">
              <a:lnSpc>
                <a:spcPct val="90000"/>
              </a:lnSpc>
              <a:spcBef>
                <a:spcPts val="0"/>
              </a:spcBef>
              <a:spcAft>
                <a:spcPts val="0"/>
              </a:spcAft>
              <a:buClr>
                <a:srgbClr val="000000"/>
              </a:buClr>
              <a:buSzPts val="1100"/>
              <a:buFont typeface="Arial"/>
              <a:buChar char="●"/>
            </a:pPr>
            <a:r>
              <a:rPr lang="es-BO" sz="2000">
                <a:solidFill>
                  <a:srgbClr val="000000"/>
                </a:solidFill>
                <a:latin typeface="Times New Roman"/>
                <a:ea typeface="Times New Roman"/>
                <a:cs typeface="Times New Roman"/>
                <a:sym typeface="Times New Roman"/>
              </a:rPr>
              <a:t>El objetivo principal de introducir un controlador fue dar la posibilidad de rechazo a perturbaciones de la velocidad del eje del motor, y por ende de la banda transportadora, esto ya que una velocidad constante de la banda transportadora es vital para que la unidad de selección funcione correctamente. Para este fin, también se pretende disminuir el tiempo de asentamiento. </a:t>
            </a:r>
            <a:endParaRPr sz="2000">
              <a:solidFill>
                <a:srgbClr val="000000"/>
              </a:solidFill>
              <a:latin typeface="Times New Roman"/>
              <a:ea typeface="Times New Roman"/>
              <a:cs typeface="Times New Roman"/>
              <a:sym typeface="Times New Roman"/>
            </a:endParaRPr>
          </a:p>
        </p:txBody>
      </p:sp>
      <p:pic>
        <p:nvPicPr>
          <p:cNvPr id="1724" name="Google Shape;1724;p80"/>
          <p:cNvPicPr preferRelativeResize="0"/>
          <p:nvPr/>
        </p:nvPicPr>
        <p:blipFill rotWithShape="1">
          <a:blip r:embed="rId3">
            <a:alphaModFix/>
          </a:blip>
          <a:srcRect b="0" l="0" r="0" t="0"/>
          <a:stretch/>
        </p:blipFill>
        <p:spPr>
          <a:xfrm>
            <a:off x="9426641" y="3184373"/>
            <a:ext cx="2003359" cy="828100"/>
          </a:xfrm>
          <a:prstGeom prst="rect">
            <a:avLst/>
          </a:prstGeom>
          <a:noFill/>
          <a:ln>
            <a:noFill/>
          </a:ln>
        </p:spPr>
      </p:pic>
      <p:pic>
        <p:nvPicPr>
          <p:cNvPr id="1725" name="Google Shape;1725;p80"/>
          <p:cNvPicPr preferRelativeResize="0"/>
          <p:nvPr/>
        </p:nvPicPr>
        <p:blipFill rotWithShape="1">
          <a:blip r:embed="rId4">
            <a:alphaModFix/>
          </a:blip>
          <a:srcRect b="0" l="4824" r="0" t="6147"/>
          <a:stretch/>
        </p:blipFill>
        <p:spPr>
          <a:xfrm>
            <a:off x="1346200" y="3197086"/>
            <a:ext cx="9157565" cy="3139715"/>
          </a:xfrm>
          <a:prstGeom prst="rect">
            <a:avLst/>
          </a:prstGeom>
          <a:noFill/>
          <a:ln>
            <a:noFill/>
          </a:ln>
        </p:spPr>
      </p:pic>
      <p:pic>
        <p:nvPicPr>
          <p:cNvPr id="1726" name="Google Shape;1726;p80"/>
          <p:cNvPicPr preferRelativeResize="0"/>
          <p:nvPr/>
        </p:nvPicPr>
        <p:blipFill rotWithShape="1">
          <a:blip r:embed="rId5">
            <a:alphaModFix/>
          </a:blip>
          <a:srcRect b="0" l="0" r="0" t="0"/>
          <a:stretch/>
        </p:blipFill>
        <p:spPr>
          <a:xfrm>
            <a:off x="9478815" y="5519793"/>
            <a:ext cx="2049900" cy="828100"/>
          </a:xfrm>
          <a:prstGeom prst="rect">
            <a:avLst/>
          </a:prstGeom>
          <a:noFill/>
          <a:ln>
            <a:noFill/>
          </a:ln>
        </p:spPr>
      </p:pic>
      <p:sp>
        <p:nvSpPr>
          <p:cNvPr id="1727" name="Google Shape;1727;p80"/>
          <p:cNvSpPr/>
          <p:nvPr/>
        </p:nvSpPr>
        <p:spPr>
          <a:xfrm>
            <a:off x="10231200" y="4127567"/>
            <a:ext cx="327600" cy="1411200"/>
          </a:xfrm>
          <a:prstGeom prst="down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pic>
        <p:nvPicPr>
          <p:cNvPr id="1728" name="Google Shape;1728;p80"/>
          <p:cNvPicPr preferRelativeResize="0"/>
          <p:nvPr/>
        </p:nvPicPr>
        <p:blipFill rotWithShape="1">
          <a:blip r:embed="rId6">
            <a:alphaModFix/>
          </a:blip>
          <a:srcRect b="0" l="0" r="0" t="0"/>
          <a:stretch/>
        </p:blipFill>
        <p:spPr>
          <a:xfrm>
            <a:off x="9426632" y="4655051"/>
            <a:ext cx="843787" cy="405973"/>
          </a:xfrm>
          <a:prstGeom prst="rect">
            <a:avLst/>
          </a:prstGeom>
          <a:noFill/>
          <a:ln cap="flat" cmpd="sng" w="9525">
            <a:solidFill>
              <a:srgbClr val="4A86E8"/>
            </a:solidFill>
            <a:prstDash val="solid"/>
            <a:round/>
            <a:headEnd len="sm" w="sm" type="none"/>
            <a:tailEnd len="sm" w="sm" type="none"/>
          </a:ln>
        </p:spPr>
      </p:pic>
      <p:pic>
        <p:nvPicPr>
          <p:cNvPr id="1729" name="Google Shape;1729;p80"/>
          <p:cNvPicPr preferRelativeResize="0"/>
          <p:nvPr/>
        </p:nvPicPr>
        <p:blipFill rotWithShape="1">
          <a:blip r:embed="rId7">
            <a:alphaModFix/>
          </a:blip>
          <a:srcRect b="0" l="0" r="0" t="0"/>
          <a:stretch/>
        </p:blipFill>
        <p:spPr>
          <a:xfrm>
            <a:off x="10558801" y="4591233"/>
            <a:ext cx="1445884" cy="533600"/>
          </a:xfrm>
          <a:prstGeom prst="rect">
            <a:avLst/>
          </a:prstGeom>
          <a:noFill/>
          <a:ln cap="flat" cmpd="sng" w="9525">
            <a:solidFill>
              <a:srgbClr val="4A86E8"/>
            </a:solidFill>
            <a:prstDash val="solid"/>
            <a:round/>
            <a:headEnd len="sm" w="sm" type="none"/>
            <a:tailEnd len="sm" w="sm" type="none"/>
          </a:ln>
        </p:spPr>
      </p:pic>
      <p:sp>
        <p:nvSpPr>
          <p:cNvPr id="1730" name="Google Shape;1730;p80"/>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1731" name="Google Shape;1731;p80"/>
          <p:cNvSpPr txBox="1"/>
          <p:nvPr/>
        </p:nvSpPr>
        <p:spPr>
          <a:xfrm>
            <a:off x="1121286" y="53110"/>
            <a:ext cx="11360800" cy="521199"/>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rgbClr val="002060"/>
              </a:buClr>
              <a:buSzPts val="3600"/>
              <a:buFont typeface="Times New Roman"/>
              <a:buNone/>
            </a:pPr>
            <a:r>
              <a:rPr b="0" i="0" lang="es-BO" sz="2200" u="none" cap="none" strike="noStrike">
                <a:solidFill>
                  <a:srgbClr val="002060"/>
                </a:solidFill>
                <a:latin typeface="Times New Roman"/>
                <a:ea typeface="Times New Roman"/>
                <a:cs typeface="Times New Roman"/>
                <a:sym typeface="Times New Roman"/>
              </a:rPr>
              <a:t>ETN-902 (Sistemas de control II)</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1"/>
                                        </p:tgtEl>
                                        <p:attrNameLst>
                                          <p:attrName>style.visibility</p:attrName>
                                        </p:attrNameLst>
                                      </p:cBhvr>
                                      <p:to>
                                        <p:strVal val="visible"/>
                                      </p:to>
                                    </p:set>
                                    <p:animEffect filter="fade" transition="in">
                                      <p:cBhvr>
                                        <p:cTn dur="500"/>
                                        <p:tgtEl>
                                          <p:spTgt spid="1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3">
                                            <p:txEl>
                                              <p:pRg end="0" st="0"/>
                                            </p:txEl>
                                          </p:spTgt>
                                        </p:tgtEl>
                                        <p:attrNameLst>
                                          <p:attrName>style.visibility</p:attrName>
                                        </p:attrNameLst>
                                      </p:cBhvr>
                                      <p:to>
                                        <p:strVal val="visible"/>
                                      </p:to>
                                    </p:set>
                                    <p:animEffect filter="fade" transition="in">
                                      <p:cBhvr>
                                        <p:cTn dur="500"/>
                                        <p:tgtEl>
                                          <p:spTgt spid="17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3">
                                            <p:txEl>
                                              <p:pRg end="1" st="1"/>
                                            </p:txEl>
                                          </p:spTgt>
                                        </p:tgtEl>
                                        <p:attrNameLst>
                                          <p:attrName>style.visibility</p:attrName>
                                        </p:attrNameLst>
                                      </p:cBhvr>
                                      <p:to>
                                        <p:strVal val="visible"/>
                                      </p:to>
                                    </p:set>
                                    <p:animEffect filter="fade" transition="in">
                                      <p:cBhvr>
                                        <p:cTn dur="500"/>
                                        <p:tgtEl>
                                          <p:spTgt spid="17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3">
                                            <p:txEl>
                                              <p:pRg end="2" st="2"/>
                                            </p:txEl>
                                          </p:spTgt>
                                        </p:tgtEl>
                                        <p:attrNameLst>
                                          <p:attrName>style.visibility</p:attrName>
                                        </p:attrNameLst>
                                      </p:cBhvr>
                                      <p:to>
                                        <p:strVal val="visible"/>
                                      </p:to>
                                    </p:set>
                                    <p:animEffect filter="fade" transition="in">
                                      <p:cBhvr>
                                        <p:cTn dur="500"/>
                                        <p:tgtEl>
                                          <p:spTgt spid="17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5"/>
                                        </p:tgtEl>
                                        <p:attrNameLst>
                                          <p:attrName>style.visibility</p:attrName>
                                        </p:attrNameLst>
                                      </p:cBhvr>
                                      <p:to>
                                        <p:strVal val="visible"/>
                                      </p:to>
                                    </p:set>
                                    <p:animEffect filter="fade" transition="in">
                                      <p:cBhvr>
                                        <p:cTn dur="500"/>
                                        <p:tgtEl>
                                          <p:spTgt spid="17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4"/>
                                        </p:tgtEl>
                                        <p:attrNameLst>
                                          <p:attrName>style.visibility</p:attrName>
                                        </p:attrNameLst>
                                      </p:cBhvr>
                                      <p:to>
                                        <p:strVal val="visible"/>
                                      </p:to>
                                    </p:set>
                                    <p:animEffect filter="fade" transition="in">
                                      <p:cBhvr>
                                        <p:cTn dur="500"/>
                                        <p:tgtEl>
                                          <p:spTgt spid="1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7"/>
                                        </p:tgtEl>
                                        <p:attrNameLst>
                                          <p:attrName>style.visibility</p:attrName>
                                        </p:attrNameLst>
                                      </p:cBhvr>
                                      <p:to>
                                        <p:strVal val="visible"/>
                                      </p:to>
                                    </p:set>
                                    <p:animEffect filter="fade" transition="in">
                                      <p:cBhvr>
                                        <p:cTn dur="500"/>
                                        <p:tgtEl>
                                          <p:spTgt spid="1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8"/>
                                        </p:tgtEl>
                                        <p:attrNameLst>
                                          <p:attrName>style.visibility</p:attrName>
                                        </p:attrNameLst>
                                      </p:cBhvr>
                                      <p:to>
                                        <p:strVal val="visible"/>
                                      </p:to>
                                    </p:set>
                                    <p:animEffect filter="fade" transition="in">
                                      <p:cBhvr>
                                        <p:cTn dur="500"/>
                                        <p:tgtEl>
                                          <p:spTgt spid="1728"/>
                                        </p:tgtEl>
                                      </p:cBhvr>
                                    </p:animEffect>
                                  </p:childTnLst>
                                </p:cTn>
                              </p:par>
                              <p:par>
                                <p:cTn fill="hold" nodeType="withEffect" presetClass="entr" presetID="10" presetSubtype="0">
                                  <p:stCondLst>
                                    <p:cond delay="0"/>
                                  </p:stCondLst>
                                  <p:childTnLst>
                                    <p:set>
                                      <p:cBhvr>
                                        <p:cTn dur="1" fill="hold">
                                          <p:stCondLst>
                                            <p:cond delay="0"/>
                                          </p:stCondLst>
                                        </p:cTn>
                                        <p:tgtEl>
                                          <p:spTgt spid="1729"/>
                                        </p:tgtEl>
                                        <p:attrNameLst>
                                          <p:attrName>style.visibility</p:attrName>
                                        </p:attrNameLst>
                                      </p:cBhvr>
                                      <p:to>
                                        <p:strVal val="visible"/>
                                      </p:to>
                                    </p:set>
                                    <p:animEffect filter="fade" transition="in">
                                      <p:cBhvr>
                                        <p:cTn dur="500"/>
                                        <p:tgtEl>
                                          <p:spTgt spid="1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6"/>
                                        </p:tgtEl>
                                        <p:attrNameLst>
                                          <p:attrName>style.visibility</p:attrName>
                                        </p:attrNameLst>
                                      </p:cBhvr>
                                      <p:to>
                                        <p:strVal val="visible"/>
                                      </p:to>
                                    </p:set>
                                    <p:animEffect filter="fade" transition="in">
                                      <p:cBhvr>
                                        <p:cTn dur="500"/>
                                        <p:tgtEl>
                                          <p:spTgt spid="17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81"/>
          <p:cNvSpPr txBox="1"/>
          <p:nvPr>
            <p:ph type="title"/>
          </p:nvPr>
        </p:nvSpPr>
        <p:spPr>
          <a:xfrm>
            <a:off x="722700" y="161289"/>
            <a:ext cx="10275800" cy="8031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rgbClr val="002060"/>
              </a:buClr>
              <a:buSzPts val="3600"/>
              <a:buFont typeface="Times New Roman"/>
              <a:buNone/>
            </a:pPr>
            <a:r>
              <a:rPr lang="es-BO" sz="2200">
                <a:solidFill>
                  <a:srgbClr val="002060"/>
                </a:solidFill>
                <a:latin typeface="Times New Roman"/>
                <a:ea typeface="Times New Roman"/>
                <a:cs typeface="Times New Roman"/>
                <a:sym typeface="Times New Roman"/>
              </a:rPr>
              <a:t>Control del conjunto variador motor - PID analógico</a:t>
            </a:r>
            <a:endParaRPr sz="2200">
              <a:solidFill>
                <a:srgbClr val="002060"/>
              </a:solidFill>
              <a:latin typeface="Times New Roman"/>
              <a:ea typeface="Times New Roman"/>
              <a:cs typeface="Times New Roman"/>
              <a:sym typeface="Times New Roman"/>
            </a:endParaRPr>
          </a:p>
        </p:txBody>
      </p:sp>
      <p:sp>
        <p:nvSpPr>
          <p:cNvPr id="1737" name="Google Shape;1737;p81"/>
          <p:cNvSpPr txBox="1"/>
          <p:nvPr>
            <p:ph idx="1" type="body"/>
          </p:nvPr>
        </p:nvSpPr>
        <p:spPr>
          <a:xfrm>
            <a:off x="746460" y="647340"/>
            <a:ext cx="10660890" cy="1740400"/>
          </a:xfrm>
          <a:prstGeom prst="rect">
            <a:avLst/>
          </a:prstGeom>
          <a:noFill/>
          <a:ln>
            <a:noFill/>
          </a:ln>
        </p:spPr>
        <p:txBody>
          <a:bodyPr anchorCtr="0" anchor="t" bIns="121900" lIns="121900" spcFirstLastPara="1" rIns="121900" wrap="square" tIns="121900">
            <a:normAutofit/>
          </a:bodyPr>
          <a:lstStyle/>
          <a:p>
            <a:pPr indent="-422899" lvl="0" marL="609585" rtl="0" algn="l">
              <a:lnSpc>
                <a:spcPct val="90000"/>
              </a:lnSpc>
              <a:spcBef>
                <a:spcPts val="0"/>
              </a:spcBef>
              <a:spcAft>
                <a:spcPts val="0"/>
              </a:spcAft>
              <a:buClr>
                <a:schemeClr val="dk1"/>
              </a:buClr>
              <a:buSzPts val="2000"/>
              <a:buChar char="●"/>
            </a:pPr>
            <a:r>
              <a:rPr lang="es-BO" sz="2000">
                <a:latin typeface="Times New Roman"/>
                <a:ea typeface="Times New Roman"/>
                <a:cs typeface="Times New Roman"/>
                <a:sym typeface="Times New Roman"/>
              </a:rPr>
              <a:t>Los parámetros elegidos para realizar el controlador fueron un tiempo de asentamiento de 0.25[s] para la respuesta al paso unitario y un factor de amortiguamiento relativo de 0.5</a:t>
            </a:r>
            <a:endParaRPr sz="2000">
              <a:latin typeface="Times New Roman"/>
              <a:ea typeface="Times New Roman"/>
              <a:cs typeface="Times New Roman"/>
              <a:sym typeface="Times New Roman"/>
            </a:endParaRPr>
          </a:p>
          <a:p>
            <a:pPr indent="-422899" lvl="0" marL="609585" rtl="0" algn="l">
              <a:lnSpc>
                <a:spcPct val="90000"/>
              </a:lnSpc>
              <a:spcBef>
                <a:spcPts val="0"/>
              </a:spcBef>
              <a:spcAft>
                <a:spcPts val="0"/>
              </a:spcAft>
              <a:buClr>
                <a:schemeClr val="dk1"/>
              </a:buClr>
              <a:buSzPts val="2000"/>
              <a:buChar char="●"/>
            </a:pPr>
            <a:r>
              <a:rPr lang="es-BO" sz="2000">
                <a:latin typeface="Times New Roman"/>
                <a:ea typeface="Times New Roman"/>
                <a:cs typeface="Times New Roman"/>
                <a:sym typeface="Times New Roman"/>
              </a:rPr>
              <a:t>La forma de realizar el diseño fue: Diseño de un controlador de tiempo continuo, el cual posteriormente se discretizo.</a:t>
            </a:r>
            <a:endParaRPr sz="2000">
              <a:latin typeface="Times New Roman"/>
              <a:ea typeface="Times New Roman"/>
              <a:cs typeface="Times New Roman"/>
              <a:sym typeface="Times New Roman"/>
            </a:endParaRPr>
          </a:p>
          <a:p>
            <a:pPr indent="-422899" lvl="0" marL="609585" rtl="0" algn="l">
              <a:lnSpc>
                <a:spcPct val="90000"/>
              </a:lnSpc>
              <a:spcBef>
                <a:spcPts val="0"/>
              </a:spcBef>
              <a:spcAft>
                <a:spcPts val="0"/>
              </a:spcAft>
              <a:buClr>
                <a:schemeClr val="dk1"/>
              </a:buClr>
              <a:buSzPts val="2000"/>
              <a:buChar char="●"/>
            </a:pPr>
            <a:r>
              <a:rPr lang="es-BO" sz="2000">
                <a:latin typeface="Times New Roman"/>
                <a:ea typeface="Times New Roman"/>
                <a:cs typeface="Times New Roman"/>
                <a:sym typeface="Times New Roman"/>
              </a:rPr>
              <a:t>El diseño del controlador continuo se hizo mediante el lugar de las raíces. </a:t>
            </a:r>
            <a:endParaRPr sz="2000">
              <a:latin typeface="Times New Roman"/>
              <a:ea typeface="Times New Roman"/>
              <a:cs typeface="Times New Roman"/>
              <a:sym typeface="Times New Roman"/>
            </a:endParaRPr>
          </a:p>
        </p:txBody>
      </p:sp>
      <p:pic>
        <p:nvPicPr>
          <p:cNvPr id="1738" name="Google Shape;1738;p81"/>
          <p:cNvPicPr preferRelativeResize="0"/>
          <p:nvPr/>
        </p:nvPicPr>
        <p:blipFill rotWithShape="1">
          <a:blip r:embed="rId3">
            <a:alphaModFix/>
          </a:blip>
          <a:srcRect b="0" l="0" r="0" t="0"/>
          <a:stretch/>
        </p:blipFill>
        <p:spPr>
          <a:xfrm>
            <a:off x="2405981" y="2253386"/>
            <a:ext cx="2540001" cy="2593200"/>
          </a:xfrm>
          <a:prstGeom prst="rect">
            <a:avLst/>
          </a:prstGeom>
          <a:noFill/>
          <a:ln cap="flat" cmpd="sng" w="9525">
            <a:solidFill>
              <a:srgbClr val="FF0000"/>
            </a:solidFill>
            <a:prstDash val="solid"/>
            <a:round/>
            <a:headEnd len="sm" w="sm" type="none"/>
            <a:tailEnd len="sm" w="sm" type="none"/>
          </a:ln>
        </p:spPr>
      </p:pic>
      <p:pic>
        <p:nvPicPr>
          <p:cNvPr id="1739" name="Google Shape;1739;p81"/>
          <p:cNvPicPr preferRelativeResize="0"/>
          <p:nvPr/>
        </p:nvPicPr>
        <p:blipFill rotWithShape="1">
          <a:blip r:embed="rId4">
            <a:alphaModFix/>
          </a:blip>
          <a:srcRect b="0" l="0" r="0" t="0"/>
          <a:stretch/>
        </p:blipFill>
        <p:spPr>
          <a:xfrm>
            <a:off x="931364" y="4014643"/>
            <a:ext cx="1454800" cy="671447"/>
          </a:xfrm>
          <a:prstGeom prst="rect">
            <a:avLst/>
          </a:prstGeom>
          <a:noFill/>
          <a:ln>
            <a:noFill/>
          </a:ln>
        </p:spPr>
      </p:pic>
      <p:pic>
        <p:nvPicPr>
          <p:cNvPr id="1740" name="Google Shape;1740;p81"/>
          <p:cNvPicPr preferRelativeResize="0"/>
          <p:nvPr/>
        </p:nvPicPr>
        <p:blipFill rotWithShape="1">
          <a:blip r:embed="rId5">
            <a:alphaModFix/>
          </a:blip>
          <a:srcRect b="0" l="0" r="0" t="0"/>
          <a:stretch/>
        </p:blipFill>
        <p:spPr>
          <a:xfrm>
            <a:off x="1059781" y="5882257"/>
            <a:ext cx="1346200" cy="635000"/>
          </a:xfrm>
          <a:prstGeom prst="rect">
            <a:avLst/>
          </a:prstGeom>
          <a:noFill/>
          <a:ln>
            <a:noFill/>
          </a:ln>
        </p:spPr>
      </p:pic>
      <p:sp>
        <p:nvSpPr>
          <p:cNvPr id="1741" name="Google Shape;1741;p81"/>
          <p:cNvSpPr txBox="1"/>
          <p:nvPr/>
        </p:nvSpPr>
        <p:spPr>
          <a:xfrm>
            <a:off x="980013" y="2483987"/>
            <a:ext cx="1771650" cy="86173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Acción derivativa</a:t>
            </a:r>
            <a:endParaRPr b="0" i="0" sz="2000" u="none" cap="none" strike="noStrike">
              <a:solidFill>
                <a:srgbClr val="000000"/>
              </a:solidFill>
              <a:latin typeface="Times New Roman"/>
              <a:ea typeface="Times New Roman"/>
              <a:cs typeface="Times New Roman"/>
              <a:sym typeface="Times New Roman"/>
            </a:endParaRPr>
          </a:p>
        </p:txBody>
      </p:sp>
      <p:sp>
        <p:nvSpPr>
          <p:cNvPr id="1742" name="Google Shape;1742;p81"/>
          <p:cNvSpPr txBox="1"/>
          <p:nvPr/>
        </p:nvSpPr>
        <p:spPr>
          <a:xfrm>
            <a:off x="1319082" y="5150240"/>
            <a:ext cx="1549600" cy="86173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Acción integral</a:t>
            </a:r>
            <a:endParaRPr b="0" i="0" sz="2000" u="none" cap="none" strike="noStrike">
              <a:solidFill>
                <a:srgbClr val="000000"/>
              </a:solidFill>
              <a:latin typeface="Times New Roman"/>
              <a:ea typeface="Times New Roman"/>
              <a:cs typeface="Times New Roman"/>
              <a:sym typeface="Times New Roman"/>
            </a:endParaRPr>
          </a:p>
        </p:txBody>
      </p:sp>
      <p:cxnSp>
        <p:nvCxnSpPr>
          <p:cNvPr id="1743" name="Google Shape;1743;p81"/>
          <p:cNvCxnSpPr>
            <a:endCxn id="1738" idx="1"/>
          </p:cNvCxnSpPr>
          <p:nvPr/>
        </p:nvCxnSpPr>
        <p:spPr>
          <a:xfrm>
            <a:off x="1936181" y="3237686"/>
            <a:ext cx="469800" cy="312300"/>
          </a:xfrm>
          <a:prstGeom prst="straightConnector1">
            <a:avLst/>
          </a:prstGeom>
          <a:noFill/>
          <a:ln cap="flat" cmpd="sng" w="19050">
            <a:solidFill>
              <a:schemeClr val="dk2"/>
            </a:solidFill>
            <a:prstDash val="solid"/>
            <a:round/>
            <a:headEnd len="sm" w="sm" type="none"/>
            <a:tailEnd len="med" w="med" type="triangle"/>
          </a:ln>
        </p:spPr>
      </p:cxnSp>
      <p:cxnSp>
        <p:nvCxnSpPr>
          <p:cNvPr id="1744" name="Google Shape;1744;p81"/>
          <p:cNvCxnSpPr/>
          <p:nvPr/>
        </p:nvCxnSpPr>
        <p:spPr>
          <a:xfrm>
            <a:off x="2405981" y="5515508"/>
            <a:ext cx="402409" cy="0"/>
          </a:xfrm>
          <a:prstGeom prst="straightConnector1">
            <a:avLst/>
          </a:prstGeom>
          <a:noFill/>
          <a:ln cap="flat" cmpd="sng" w="19050">
            <a:solidFill>
              <a:schemeClr val="dk2"/>
            </a:solidFill>
            <a:prstDash val="solid"/>
            <a:round/>
            <a:headEnd len="sm" w="sm" type="none"/>
            <a:tailEnd len="med" w="med" type="triangle"/>
          </a:ln>
        </p:spPr>
      </p:cxnSp>
      <p:sp>
        <p:nvSpPr>
          <p:cNvPr id="1745" name="Google Shape;1745;p81"/>
          <p:cNvSpPr txBox="1"/>
          <p:nvPr/>
        </p:nvSpPr>
        <p:spPr>
          <a:xfrm>
            <a:off x="2807369" y="4973203"/>
            <a:ext cx="2026800" cy="1169511"/>
          </a:xfrm>
          <a:prstGeom prst="rect">
            <a:avLst/>
          </a:prstGeom>
          <a:noFill/>
          <a:ln cap="flat" cmpd="sng" w="9525">
            <a:solidFill>
              <a:srgbClr val="FF0000"/>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Cero cercano al origen (arbitrario)</a:t>
            </a:r>
            <a:endParaRPr b="0" i="0" sz="2000" u="none" cap="none" strike="noStrike">
              <a:solidFill>
                <a:srgbClr val="000000"/>
              </a:solidFill>
              <a:latin typeface="Times New Roman"/>
              <a:ea typeface="Times New Roman"/>
              <a:cs typeface="Times New Roman"/>
              <a:sym typeface="Times New Roman"/>
            </a:endParaRPr>
          </a:p>
        </p:txBody>
      </p:sp>
      <p:sp>
        <p:nvSpPr>
          <p:cNvPr id="1746" name="Google Shape;1746;p81"/>
          <p:cNvSpPr txBox="1"/>
          <p:nvPr/>
        </p:nvSpPr>
        <p:spPr>
          <a:xfrm>
            <a:off x="5452038" y="3611724"/>
            <a:ext cx="2026800" cy="1477287"/>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Multiplicando ambas acciones, y hallando la ganancia K</a:t>
            </a:r>
            <a:endParaRPr b="0" i="0" sz="2000" u="none" cap="none" strike="noStrike">
              <a:solidFill>
                <a:srgbClr val="000000"/>
              </a:solidFill>
              <a:latin typeface="Times New Roman"/>
              <a:ea typeface="Times New Roman"/>
              <a:cs typeface="Times New Roman"/>
              <a:sym typeface="Times New Roman"/>
            </a:endParaRPr>
          </a:p>
        </p:txBody>
      </p:sp>
      <p:cxnSp>
        <p:nvCxnSpPr>
          <p:cNvPr id="1747" name="Google Shape;1747;p81"/>
          <p:cNvCxnSpPr>
            <a:stCxn id="1738" idx="3"/>
            <a:endCxn id="1746" idx="1"/>
          </p:cNvCxnSpPr>
          <p:nvPr/>
        </p:nvCxnSpPr>
        <p:spPr>
          <a:xfrm>
            <a:off x="4945982" y="3549986"/>
            <a:ext cx="506100" cy="800400"/>
          </a:xfrm>
          <a:prstGeom prst="straightConnector1">
            <a:avLst/>
          </a:prstGeom>
          <a:noFill/>
          <a:ln cap="flat" cmpd="sng" w="19050">
            <a:solidFill>
              <a:schemeClr val="dk2"/>
            </a:solidFill>
            <a:prstDash val="solid"/>
            <a:round/>
            <a:headEnd len="sm" w="sm" type="none"/>
            <a:tailEnd len="med" w="med" type="triangle"/>
          </a:ln>
        </p:spPr>
      </p:cxnSp>
      <p:cxnSp>
        <p:nvCxnSpPr>
          <p:cNvPr id="1748" name="Google Shape;1748;p81"/>
          <p:cNvCxnSpPr>
            <a:stCxn id="1745" idx="3"/>
            <a:endCxn id="1746" idx="1"/>
          </p:cNvCxnSpPr>
          <p:nvPr/>
        </p:nvCxnSpPr>
        <p:spPr>
          <a:xfrm flipH="1" rot="10800000">
            <a:off x="4834169" y="4350459"/>
            <a:ext cx="618000" cy="1207500"/>
          </a:xfrm>
          <a:prstGeom prst="straightConnector1">
            <a:avLst/>
          </a:prstGeom>
          <a:noFill/>
          <a:ln cap="flat" cmpd="sng" w="19050">
            <a:solidFill>
              <a:schemeClr val="dk2"/>
            </a:solidFill>
            <a:prstDash val="solid"/>
            <a:round/>
            <a:headEnd len="sm" w="sm" type="none"/>
            <a:tailEnd len="med" w="med" type="triangle"/>
          </a:ln>
        </p:spPr>
      </p:cxnSp>
      <p:cxnSp>
        <p:nvCxnSpPr>
          <p:cNvPr id="1749" name="Google Shape;1749;p81"/>
          <p:cNvCxnSpPr>
            <a:stCxn id="1746" idx="3"/>
            <a:endCxn id="1750" idx="1"/>
          </p:cNvCxnSpPr>
          <p:nvPr/>
        </p:nvCxnSpPr>
        <p:spPr>
          <a:xfrm flipH="1" rot="10800000">
            <a:off x="7478838" y="3393968"/>
            <a:ext cx="547800" cy="956400"/>
          </a:xfrm>
          <a:prstGeom prst="straightConnector1">
            <a:avLst/>
          </a:prstGeom>
          <a:noFill/>
          <a:ln cap="flat" cmpd="sng" w="19050">
            <a:solidFill>
              <a:schemeClr val="dk2"/>
            </a:solidFill>
            <a:prstDash val="solid"/>
            <a:round/>
            <a:headEnd len="sm" w="sm" type="none"/>
            <a:tailEnd len="med" w="med" type="triangle"/>
          </a:ln>
        </p:spPr>
      </p:cxnSp>
      <p:pic>
        <p:nvPicPr>
          <p:cNvPr id="1751" name="Google Shape;1751;p81"/>
          <p:cNvPicPr preferRelativeResize="0"/>
          <p:nvPr/>
        </p:nvPicPr>
        <p:blipFill rotWithShape="1">
          <a:blip r:embed="rId6">
            <a:alphaModFix/>
          </a:blip>
          <a:srcRect b="0" l="0" r="0" t="0"/>
          <a:stretch/>
        </p:blipFill>
        <p:spPr>
          <a:xfrm>
            <a:off x="8714576" y="4727516"/>
            <a:ext cx="2392424" cy="1073570"/>
          </a:xfrm>
          <a:prstGeom prst="rect">
            <a:avLst/>
          </a:prstGeom>
          <a:noFill/>
          <a:ln>
            <a:noFill/>
          </a:ln>
        </p:spPr>
      </p:pic>
      <p:cxnSp>
        <p:nvCxnSpPr>
          <p:cNvPr id="1752" name="Google Shape;1752;p81"/>
          <p:cNvCxnSpPr/>
          <p:nvPr/>
        </p:nvCxnSpPr>
        <p:spPr>
          <a:xfrm>
            <a:off x="9856791" y="4066836"/>
            <a:ext cx="3600" cy="668000"/>
          </a:xfrm>
          <a:prstGeom prst="straightConnector1">
            <a:avLst/>
          </a:prstGeom>
          <a:noFill/>
          <a:ln cap="flat" cmpd="sng" w="19050">
            <a:solidFill>
              <a:schemeClr val="dk2"/>
            </a:solidFill>
            <a:prstDash val="solid"/>
            <a:round/>
            <a:headEnd len="sm" w="sm" type="none"/>
            <a:tailEnd len="med" w="med" type="triangle"/>
          </a:ln>
        </p:spPr>
      </p:cxnSp>
      <p:grpSp>
        <p:nvGrpSpPr>
          <p:cNvPr id="1753" name="Google Shape;1753;p81"/>
          <p:cNvGrpSpPr/>
          <p:nvPr/>
        </p:nvGrpSpPr>
        <p:grpSpPr>
          <a:xfrm>
            <a:off x="8026633" y="2280845"/>
            <a:ext cx="4165367" cy="2226033"/>
            <a:chOff x="7777701" y="2878152"/>
            <a:chExt cx="4165367" cy="2226033"/>
          </a:xfrm>
        </p:grpSpPr>
        <p:pic>
          <p:nvPicPr>
            <p:cNvPr id="1750" name="Google Shape;1750;p81"/>
            <p:cNvPicPr preferRelativeResize="0"/>
            <p:nvPr/>
          </p:nvPicPr>
          <p:blipFill rotWithShape="1">
            <a:blip r:embed="rId7">
              <a:alphaModFix/>
            </a:blip>
            <a:srcRect b="-15630" l="0" r="0" t="15629"/>
            <a:stretch/>
          </p:blipFill>
          <p:spPr>
            <a:xfrm>
              <a:off x="7777701" y="2878152"/>
              <a:ext cx="4165367" cy="2226033"/>
            </a:xfrm>
            <a:prstGeom prst="rect">
              <a:avLst/>
            </a:prstGeom>
            <a:noFill/>
            <a:ln>
              <a:noFill/>
            </a:ln>
          </p:spPr>
        </p:pic>
        <p:pic>
          <p:nvPicPr>
            <p:cNvPr id="1754" name="Google Shape;1754;p81"/>
            <p:cNvPicPr preferRelativeResize="0"/>
            <p:nvPr/>
          </p:nvPicPr>
          <p:blipFill rotWithShape="1">
            <a:blip r:embed="rId8">
              <a:alphaModFix/>
            </a:blip>
            <a:srcRect b="0" l="0" r="0" t="0"/>
            <a:stretch/>
          </p:blipFill>
          <p:spPr>
            <a:xfrm>
              <a:off x="10475249" y="2956735"/>
              <a:ext cx="1166800" cy="472265"/>
            </a:xfrm>
            <a:prstGeom prst="rect">
              <a:avLst/>
            </a:prstGeom>
            <a:noFill/>
            <a:ln>
              <a:noFill/>
            </a:ln>
          </p:spPr>
        </p:pic>
      </p:grpSp>
      <p:sp>
        <p:nvSpPr>
          <p:cNvPr id="1755" name="Google Shape;1755;p81"/>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7">
                                            <p:txEl>
                                              <p:pRg end="0" st="0"/>
                                            </p:txEl>
                                          </p:spTgt>
                                        </p:tgtEl>
                                        <p:attrNameLst>
                                          <p:attrName>style.visibility</p:attrName>
                                        </p:attrNameLst>
                                      </p:cBhvr>
                                      <p:to>
                                        <p:strVal val="visible"/>
                                      </p:to>
                                    </p:set>
                                    <p:animEffect filter="fade" transition="in">
                                      <p:cBhvr>
                                        <p:cTn dur="500"/>
                                        <p:tgtEl>
                                          <p:spTgt spid="17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7">
                                            <p:txEl>
                                              <p:pRg end="1" st="1"/>
                                            </p:txEl>
                                          </p:spTgt>
                                        </p:tgtEl>
                                        <p:attrNameLst>
                                          <p:attrName>style.visibility</p:attrName>
                                        </p:attrNameLst>
                                      </p:cBhvr>
                                      <p:to>
                                        <p:strVal val="visible"/>
                                      </p:to>
                                    </p:set>
                                    <p:animEffect filter="fade" transition="in">
                                      <p:cBhvr>
                                        <p:cTn dur="500"/>
                                        <p:tgtEl>
                                          <p:spTgt spid="17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7">
                                            <p:txEl>
                                              <p:pRg end="2" st="2"/>
                                            </p:txEl>
                                          </p:spTgt>
                                        </p:tgtEl>
                                        <p:attrNameLst>
                                          <p:attrName>style.visibility</p:attrName>
                                        </p:attrNameLst>
                                      </p:cBhvr>
                                      <p:to>
                                        <p:strVal val="visible"/>
                                      </p:to>
                                    </p:set>
                                    <p:animEffect filter="fade" transition="in">
                                      <p:cBhvr>
                                        <p:cTn dur="500"/>
                                        <p:tgtEl>
                                          <p:spTgt spid="17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gtEl>
                                        <p:attrNameLst>
                                          <p:attrName>style.visibility</p:attrName>
                                        </p:attrNameLst>
                                      </p:cBhvr>
                                      <p:to>
                                        <p:strVal val="visible"/>
                                      </p:to>
                                    </p:set>
                                    <p:animEffect filter="fade" transition="in">
                                      <p:cBhvr>
                                        <p:cTn dur="500"/>
                                        <p:tgtEl>
                                          <p:spTgt spid="1738"/>
                                        </p:tgtEl>
                                      </p:cBhvr>
                                    </p:animEffect>
                                  </p:childTnLst>
                                </p:cTn>
                              </p:par>
                              <p:par>
                                <p:cTn fill="hold" nodeType="withEffect" presetClass="entr" presetID="10" presetSubtype="0">
                                  <p:stCondLst>
                                    <p:cond delay="0"/>
                                  </p:stCondLst>
                                  <p:childTnLst>
                                    <p:set>
                                      <p:cBhvr>
                                        <p:cTn dur="1" fill="hold">
                                          <p:stCondLst>
                                            <p:cond delay="0"/>
                                          </p:stCondLst>
                                        </p:cTn>
                                        <p:tgtEl>
                                          <p:spTgt spid="1745"/>
                                        </p:tgtEl>
                                        <p:attrNameLst>
                                          <p:attrName>style.visibility</p:attrName>
                                        </p:attrNameLst>
                                      </p:cBhvr>
                                      <p:to>
                                        <p:strVal val="visible"/>
                                      </p:to>
                                    </p:set>
                                    <p:animEffect filter="fade" transition="in">
                                      <p:cBhvr>
                                        <p:cTn dur="500"/>
                                        <p:tgtEl>
                                          <p:spTgt spid="17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1"/>
                                        </p:tgtEl>
                                        <p:attrNameLst>
                                          <p:attrName>style.visibility</p:attrName>
                                        </p:attrNameLst>
                                      </p:cBhvr>
                                      <p:to>
                                        <p:strVal val="visible"/>
                                      </p:to>
                                    </p:set>
                                    <p:animEffect filter="fade" transition="in">
                                      <p:cBhvr>
                                        <p:cTn dur="500"/>
                                        <p:tgtEl>
                                          <p:spTgt spid="1741"/>
                                        </p:tgtEl>
                                      </p:cBhvr>
                                    </p:animEffect>
                                  </p:childTnLst>
                                </p:cTn>
                              </p:par>
                              <p:par>
                                <p:cTn fill="hold" nodeType="withEffect" presetClass="entr" presetID="10" presetSubtype="0">
                                  <p:stCondLst>
                                    <p:cond delay="0"/>
                                  </p:stCondLst>
                                  <p:childTnLst>
                                    <p:set>
                                      <p:cBhvr>
                                        <p:cTn dur="1" fill="hold">
                                          <p:stCondLst>
                                            <p:cond delay="0"/>
                                          </p:stCondLst>
                                        </p:cTn>
                                        <p:tgtEl>
                                          <p:spTgt spid="1743"/>
                                        </p:tgtEl>
                                        <p:attrNameLst>
                                          <p:attrName>style.visibility</p:attrName>
                                        </p:attrNameLst>
                                      </p:cBhvr>
                                      <p:to>
                                        <p:strVal val="visible"/>
                                      </p:to>
                                    </p:set>
                                    <p:animEffect filter="fade" transition="in">
                                      <p:cBhvr>
                                        <p:cTn dur="500"/>
                                        <p:tgtEl>
                                          <p:spTgt spid="1743"/>
                                        </p:tgtEl>
                                      </p:cBhvr>
                                    </p:animEffect>
                                  </p:childTnLst>
                                </p:cTn>
                              </p:par>
                              <p:par>
                                <p:cTn fill="hold" nodeType="withEffect" presetClass="entr" presetID="10" presetSubtype="0">
                                  <p:stCondLst>
                                    <p:cond delay="0"/>
                                  </p:stCondLst>
                                  <p:childTnLst>
                                    <p:set>
                                      <p:cBhvr>
                                        <p:cTn dur="1" fill="hold">
                                          <p:stCondLst>
                                            <p:cond delay="0"/>
                                          </p:stCondLst>
                                        </p:cTn>
                                        <p:tgtEl>
                                          <p:spTgt spid="1739"/>
                                        </p:tgtEl>
                                        <p:attrNameLst>
                                          <p:attrName>style.visibility</p:attrName>
                                        </p:attrNameLst>
                                      </p:cBhvr>
                                      <p:to>
                                        <p:strVal val="visible"/>
                                      </p:to>
                                    </p:set>
                                    <p:animEffect filter="fade" transition="in">
                                      <p:cBhvr>
                                        <p:cTn dur="500"/>
                                        <p:tgtEl>
                                          <p:spTgt spid="17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2"/>
                                        </p:tgtEl>
                                        <p:attrNameLst>
                                          <p:attrName>style.visibility</p:attrName>
                                        </p:attrNameLst>
                                      </p:cBhvr>
                                      <p:to>
                                        <p:strVal val="visible"/>
                                      </p:to>
                                    </p:set>
                                    <p:animEffect filter="fade" transition="in">
                                      <p:cBhvr>
                                        <p:cTn dur="500"/>
                                        <p:tgtEl>
                                          <p:spTgt spid="1742"/>
                                        </p:tgtEl>
                                      </p:cBhvr>
                                    </p:animEffect>
                                  </p:childTnLst>
                                </p:cTn>
                              </p:par>
                              <p:par>
                                <p:cTn fill="hold" nodeType="withEffect" presetClass="entr" presetID="10" presetSubtype="0">
                                  <p:stCondLst>
                                    <p:cond delay="0"/>
                                  </p:stCondLst>
                                  <p:childTnLst>
                                    <p:set>
                                      <p:cBhvr>
                                        <p:cTn dur="1" fill="hold">
                                          <p:stCondLst>
                                            <p:cond delay="0"/>
                                          </p:stCondLst>
                                        </p:cTn>
                                        <p:tgtEl>
                                          <p:spTgt spid="1740"/>
                                        </p:tgtEl>
                                        <p:attrNameLst>
                                          <p:attrName>style.visibility</p:attrName>
                                        </p:attrNameLst>
                                      </p:cBhvr>
                                      <p:to>
                                        <p:strVal val="visible"/>
                                      </p:to>
                                    </p:set>
                                    <p:animEffect filter="fade" transition="in">
                                      <p:cBhvr>
                                        <p:cTn dur="500"/>
                                        <p:tgtEl>
                                          <p:spTgt spid="1740"/>
                                        </p:tgtEl>
                                      </p:cBhvr>
                                    </p:animEffect>
                                  </p:childTnLst>
                                </p:cTn>
                              </p:par>
                              <p:par>
                                <p:cTn fill="hold" nodeType="withEffect" presetClass="entr" presetID="10" presetSubtype="0">
                                  <p:stCondLst>
                                    <p:cond delay="0"/>
                                  </p:stCondLst>
                                  <p:childTnLst>
                                    <p:set>
                                      <p:cBhvr>
                                        <p:cTn dur="1" fill="hold">
                                          <p:stCondLst>
                                            <p:cond delay="0"/>
                                          </p:stCondLst>
                                        </p:cTn>
                                        <p:tgtEl>
                                          <p:spTgt spid="1744"/>
                                        </p:tgtEl>
                                        <p:attrNameLst>
                                          <p:attrName>style.visibility</p:attrName>
                                        </p:attrNameLst>
                                      </p:cBhvr>
                                      <p:to>
                                        <p:strVal val="visible"/>
                                      </p:to>
                                    </p:set>
                                    <p:animEffect filter="fade" transition="in">
                                      <p:cBhvr>
                                        <p:cTn dur="500"/>
                                        <p:tgtEl>
                                          <p:spTgt spid="1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7"/>
                                        </p:tgtEl>
                                        <p:attrNameLst>
                                          <p:attrName>style.visibility</p:attrName>
                                        </p:attrNameLst>
                                      </p:cBhvr>
                                      <p:to>
                                        <p:strVal val="visible"/>
                                      </p:to>
                                    </p:set>
                                    <p:animEffect filter="fade" transition="in">
                                      <p:cBhvr>
                                        <p:cTn dur="500"/>
                                        <p:tgtEl>
                                          <p:spTgt spid="1747"/>
                                        </p:tgtEl>
                                      </p:cBhvr>
                                    </p:animEffect>
                                  </p:childTnLst>
                                </p:cTn>
                              </p:par>
                              <p:par>
                                <p:cTn fill="hold" nodeType="withEffect" presetClass="entr" presetID="10" presetSubtype="0">
                                  <p:stCondLst>
                                    <p:cond delay="0"/>
                                  </p:stCondLst>
                                  <p:childTnLst>
                                    <p:set>
                                      <p:cBhvr>
                                        <p:cTn dur="1" fill="hold">
                                          <p:stCondLst>
                                            <p:cond delay="0"/>
                                          </p:stCondLst>
                                        </p:cTn>
                                        <p:tgtEl>
                                          <p:spTgt spid="1748"/>
                                        </p:tgtEl>
                                        <p:attrNameLst>
                                          <p:attrName>style.visibility</p:attrName>
                                        </p:attrNameLst>
                                      </p:cBhvr>
                                      <p:to>
                                        <p:strVal val="visible"/>
                                      </p:to>
                                    </p:set>
                                    <p:animEffect filter="fade" transition="in">
                                      <p:cBhvr>
                                        <p:cTn dur="500"/>
                                        <p:tgtEl>
                                          <p:spTgt spid="1748"/>
                                        </p:tgtEl>
                                      </p:cBhvr>
                                    </p:animEffect>
                                  </p:childTnLst>
                                </p:cTn>
                              </p:par>
                              <p:par>
                                <p:cTn fill="hold" nodeType="withEffect" presetClass="entr" presetID="10" presetSubtype="0">
                                  <p:stCondLst>
                                    <p:cond delay="0"/>
                                  </p:stCondLst>
                                  <p:childTnLst>
                                    <p:set>
                                      <p:cBhvr>
                                        <p:cTn dur="1" fill="hold">
                                          <p:stCondLst>
                                            <p:cond delay="0"/>
                                          </p:stCondLst>
                                        </p:cTn>
                                        <p:tgtEl>
                                          <p:spTgt spid="1746"/>
                                        </p:tgtEl>
                                        <p:attrNameLst>
                                          <p:attrName>style.visibility</p:attrName>
                                        </p:attrNameLst>
                                      </p:cBhvr>
                                      <p:to>
                                        <p:strVal val="visible"/>
                                      </p:to>
                                    </p:set>
                                    <p:animEffect filter="fade" transition="in">
                                      <p:cBhvr>
                                        <p:cTn dur="500"/>
                                        <p:tgtEl>
                                          <p:spTgt spid="17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9"/>
                                        </p:tgtEl>
                                        <p:attrNameLst>
                                          <p:attrName>style.visibility</p:attrName>
                                        </p:attrNameLst>
                                      </p:cBhvr>
                                      <p:to>
                                        <p:strVal val="visible"/>
                                      </p:to>
                                    </p:set>
                                    <p:animEffect filter="fade" transition="in">
                                      <p:cBhvr>
                                        <p:cTn dur="500"/>
                                        <p:tgtEl>
                                          <p:spTgt spid="1749"/>
                                        </p:tgtEl>
                                      </p:cBhvr>
                                    </p:animEffect>
                                  </p:childTnLst>
                                </p:cTn>
                              </p:par>
                              <p:par>
                                <p:cTn fill="hold" nodeType="withEffect" presetClass="entr" presetID="10" presetSubtype="0">
                                  <p:stCondLst>
                                    <p:cond delay="0"/>
                                  </p:stCondLst>
                                  <p:childTnLst>
                                    <p:set>
                                      <p:cBhvr>
                                        <p:cTn dur="1" fill="hold">
                                          <p:stCondLst>
                                            <p:cond delay="0"/>
                                          </p:stCondLst>
                                        </p:cTn>
                                        <p:tgtEl>
                                          <p:spTgt spid="1753"/>
                                        </p:tgtEl>
                                        <p:attrNameLst>
                                          <p:attrName>style.visibility</p:attrName>
                                        </p:attrNameLst>
                                      </p:cBhvr>
                                      <p:to>
                                        <p:strVal val="visible"/>
                                      </p:to>
                                    </p:set>
                                    <p:animEffect filter="fade" transition="in">
                                      <p:cBhvr>
                                        <p:cTn dur="500"/>
                                        <p:tgtEl>
                                          <p:spTgt spid="17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2"/>
                                        </p:tgtEl>
                                        <p:attrNameLst>
                                          <p:attrName>style.visibility</p:attrName>
                                        </p:attrNameLst>
                                      </p:cBhvr>
                                      <p:to>
                                        <p:strVal val="visible"/>
                                      </p:to>
                                    </p:set>
                                    <p:animEffect filter="fade" transition="in">
                                      <p:cBhvr>
                                        <p:cTn dur="500"/>
                                        <p:tgtEl>
                                          <p:spTgt spid="1752"/>
                                        </p:tgtEl>
                                      </p:cBhvr>
                                    </p:animEffect>
                                  </p:childTnLst>
                                </p:cTn>
                              </p:par>
                              <p:par>
                                <p:cTn fill="hold" nodeType="withEffect" presetClass="entr" presetID="10" presetSubtype="0">
                                  <p:stCondLst>
                                    <p:cond delay="0"/>
                                  </p:stCondLst>
                                  <p:childTnLst>
                                    <p:set>
                                      <p:cBhvr>
                                        <p:cTn dur="1" fill="hold">
                                          <p:stCondLst>
                                            <p:cond delay="0"/>
                                          </p:stCondLst>
                                        </p:cTn>
                                        <p:tgtEl>
                                          <p:spTgt spid="1751"/>
                                        </p:tgtEl>
                                        <p:attrNameLst>
                                          <p:attrName>style.visibility</p:attrName>
                                        </p:attrNameLst>
                                      </p:cBhvr>
                                      <p:to>
                                        <p:strVal val="visible"/>
                                      </p:to>
                                    </p:set>
                                    <p:animEffect filter="fade" transition="in">
                                      <p:cBhvr>
                                        <p:cTn dur="500"/>
                                        <p:tgtEl>
                                          <p:spTgt spid="17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sp>
        <p:nvSpPr>
          <p:cNvPr id="1760" name="Google Shape;1760;p82"/>
          <p:cNvSpPr txBox="1"/>
          <p:nvPr>
            <p:ph type="title"/>
          </p:nvPr>
        </p:nvSpPr>
        <p:spPr>
          <a:xfrm>
            <a:off x="1172954" y="270528"/>
            <a:ext cx="10918146" cy="633133"/>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rgbClr val="002060"/>
              </a:buClr>
              <a:buSzPts val="3600"/>
              <a:buFont typeface="Times New Roman"/>
              <a:buNone/>
            </a:pPr>
            <a:r>
              <a:rPr lang="es-BO" sz="2200">
                <a:solidFill>
                  <a:srgbClr val="002060"/>
                </a:solidFill>
                <a:latin typeface="Times New Roman"/>
                <a:ea typeface="Times New Roman"/>
                <a:cs typeface="Times New Roman"/>
                <a:sym typeface="Times New Roman"/>
              </a:rPr>
              <a:t>Control del conjunto variador motor - discretización del PID</a:t>
            </a:r>
            <a:endParaRPr sz="2200">
              <a:solidFill>
                <a:srgbClr val="002060"/>
              </a:solidFill>
              <a:latin typeface="Times New Roman"/>
              <a:ea typeface="Times New Roman"/>
              <a:cs typeface="Times New Roman"/>
              <a:sym typeface="Times New Roman"/>
            </a:endParaRPr>
          </a:p>
        </p:txBody>
      </p:sp>
      <p:sp>
        <p:nvSpPr>
          <p:cNvPr id="1761" name="Google Shape;1761;p82"/>
          <p:cNvSpPr txBox="1"/>
          <p:nvPr>
            <p:ph idx="1" type="body"/>
          </p:nvPr>
        </p:nvSpPr>
        <p:spPr>
          <a:xfrm>
            <a:off x="1172953" y="739928"/>
            <a:ext cx="8832011" cy="889717"/>
          </a:xfrm>
          <a:prstGeom prst="rect">
            <a:avLst/>
          </a:prstGeom>
          <a:noFill/>
          <a:ln>
            <a:noFill/>
          </a:ln>
        </p:spPr>
        <p:txBody>
          <a:bodyPr anchorCtr="0" anchor="t" bIns="121900" lIns="121900" spcFirstLastPara="1" rIns="121900" wrap="square" tIns="121900">
            <a:normAutofit/>
          </a:bodyPr>
          <a:lstStyle/>
          <a:p>
            <a:pPr indent="-457188" lvl="0" marL="609585" rtl="0" algn="l">
              <a:lnSpc>
                <a:spcPct val="90000"/>
              </a:lnSpc>
              <a:spcBef>
                <a:spcPts val="0"/>
              </a:spcBef>
              <a:spcAft>
                <a:spcPts val="0"/>
              </a:spcAft>
              <a:buClr>
                <a:schemeClr val="dk1"/>
              </a:buClr>
              <a:buSzPts val="1800"/>
              <a:buChar char="●"/>
            </a:pPr>
            <a:r>
              <a:rPr lang="es-BO" sz="2000">
                <a:latin typeface="Times New Roman"/>
                <a:ea typeface="Times New Roman"/>
                <a:cs typeface="Times New Roman"/>
                <a:sym typeface="Times New Roman"/>
              </a:rPr>
              <a:t>Se discretiza el controlador mediante el operador derivada</a:t>
            </a:r>
            <a:endParaRPr sz="2000">
              <a:latin typeface="Times New Roman"/>
              <a:ea typeface="Times New Roman"/>
              <a:cs typeface="Times New Roman"/>
              <a:sym typeface="Times New Roman"/>
            </a:endParaRPr>
          </a:p>
          <a:p>
            <a:pPr indent="-457188" lvl="0" marL="609585" rtl="0" algn="l">
              <a:lnSpc>
                <a:spcPct val="90000"/>
              </a:lnSpc>
              <a:spcBef>
                <a:spcPts val="0"/>
              </a:spcBef>
              <a:spcAft>
                <a:spcPts val="0"/>
              </a:spcAft>
              <a:buClr>
                <a:schemeClr val="dk1"/>
              </a:buClr>
              <a:buSzPts val="1800"/>
              <a:buChar char="●"/>
            </a:pPr>
            <a:r>
              <a:rPr lang="es-BO" sz="2000">
                <a:latin typeface="Times New Roman"/>
                <a:ea typeface="Times New Roman"/>
                <a:cs typeface="Times New Roman"/>
                <a:sym typeface="Times New Roman"/>
              </a:rPr>
              <a:t>Para la acción derivativa se utiliza un filtro de primer orden con α = 0.08</a:t>
            </a:r>
            <a:endParaRPr sz="2000">
              <a:latin typeface="Times New Roman"/>
              <a:ea typeface="Times New Roman"/>
              <a:cs typeface="Times New Roman"/>
              <a:sym typeface="Times New Roman"/>
            </a:endParaRPr>
          </a:p>
        </p:txBody>
      </p:sp>
      <p:pic>
        <p:nvPicPr>
          <p:cNvPr id="1762" name="Google Shape;1762;p82"/>
          <p:cNvPicPr preferRelativeResize="0"/>
          <p:nvPr/>
        </p:nvPicPr>
        <p:blipFill rotWithShape="1">
          <a:blip r:embed="rId3">
            <a:alphaModFix/>
          </a:blip>
          <a:srcRect b="0" l="0" r="0" t="0"/>
          <a:stretch/>
        </p:blipFill>
        <p:spPr>
          <a:xfrm>
            <a:off x="2187036" y="1592088"/>
            <a:ext cx="1187333" cy="660467"/>
          </a:xfrm>
          <a:prstGeom prst="rect">
            <a:avLst/>
          </a:prstGeom>
          <a:noFill/>
          <a:ln>
            <a:noFill/>
          </a:ln>
        </p:spPr>
      </p:pic>
      <p:pic>
        <p:nvPicPr>
          <p:cNvPr id="1763" name="Google Shape;1763;p82"/>
          <p:cNvPicPr preferRelativeResize="0"/>
          <p:nvPr/>
        </p:nvPicPr>
        <p:blipFill rotWithShape="1">
          <a:blip r:embed="rId4">
            <a:alphaModFix/>
          </a:blip>
          <a:srcRect b="0" l="0" r="0" t="0"/>
          <a:stretch/>
        </p:blipFill>
        <p:spPr>
          <a:xfrm>
            <a:off x="3985976" y="1592087"/>
            <a:ext cx="2030929" cy="660467"/>
          </a:xfrm>
          <a:prstGeom prst="rect">
            <a:avLst/>
          </a:prstGeom>
          <a:noFill/>
          <a:ln>
            <a:noFill/>
          </a:ln>
        </p:spPr>
      </p:pic>
      <p:pic>
        <p:nvPicPr>
          <p:cNvPr id="1764" name="Google Shape;1764;p82"/>
          <p:cNvPicPr preferRelativeResize="0"/>
          <p:nvPr/>
        </p:nvPicPr>
        <p:blipFill rotWithShape="1">
          <a:blip r:embed="rId5">
            <a:alphaModFix/>
          </a:blip>
          <a:srcRect b="0" l="0" r="0" t="0"/>
          <a:stretch/>
        </p:blipFill>
        <p:spPr>
          <a:xfrm>
            <a:off x="1051963" y="2799743"/>
            <a:ext cx="4070467" cy="2132133"/>
          </a:xfrm>
          <a:prstGeom prst="rect">
            <a:avLst/>
          </a:prstGeom>
          <a:noFill/>
          <a:ln>
            <a:noFill/>
          </a:ln>
        </p:spPr>
      </p:pic>
      <p:pic>
        <p:nvPicPr>
          <p:cNvPr id="1765" name="Google Shape;1765;p82"/>
          <p:cNvPicPr preferRelativeResize="0"/>
          <p:nvPr/>
        </p:nvPicPr>
        <p:blipFill rotWithShape="1">
          <a:blip r:embed="rId6">
            <a:alphaModFix/>
          </a:blip>
          <a:srcRect b="0" l="0" r="0" t="0"/>
          <a:stretch/>
        </p:blipFill>
        <p:spPr>
          <a:xfrm>
            <a:off x="5664234" y="2176834"/>
            <a:ext cx="5927933" cy="4445940"/>
          </a:xfrm>
          <a:prstGeom prst="rect">
            <a:avLst/>
          </a:prstGeom>
          <a:noFill/>
          <a:ln>
            <a:noFill/>
          </a:ln>
        </p:spPr>
      </p:pic>
      <p:sp>
        <p:nvSpPr>
          <p:cNvPr id="1766" name="Google Shape;1766;p82"/>
          <p:cNvSpPr/>
          <p:nvPr/>
        </p:nvSpPr>
        <p:spPr>
          <a:xfrm>
            <a:off x="4843167" y="3746300"/>
            <a:ext cx="1087166" cy="459940"/>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FFFFFF"/>
              </a:solidFill>
              <a:latin typeface="Times New Roman"/>
              <a:ea typeface="Times New Roman"/>
              <a:cs typeface="Times New Roman"/>
              <a:sym typeface="Times New Roman"/>
            </a:endParaRPr>
          </a:p>
        </p:txBody>
      </p:sp>
      <p:sp>
        <p:nvSpPr>
          <p:cNvPr id="1767" name="Google Shape;1767;p82"/>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
        <p:nvSpPr>
          <p:cNvPr id="1768" name="Google Shape;1768;p82"/>
          <p:cNvSpPr txBox="1"/>
          <p:nvPr/>
        </p:nvSpPr>
        <p:spPr>
          <a:xfrm>
            <a:off x="4843167" y="3131288"/>
            <a:ext cx="131799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Times New Roman"/>
              <a:buNone/>
            </a:pPr>
            <a:r>
              <a:rPr b="0" i="0" lang="es-BO" sz="1800" u="none" cap="none" strike="noStrike">
                <a:solidFill>
                  <a:srgbClr val="002060"/>
                </a:solidFill>
                <a:latin typeface="Times New Roman"/>
                <a:ea typeface="Times New Roman"/>
                <a:cs typeface="Times New Roman"/>
                <a:sym typeface="Times New Roman"/>
              </a:rPr>
              <a:t>Respuesta </a:t>
            </a:r>
            <a:br>
              <a:rPr b="0" i="0" lang="es-BO" sz="1800" u="none" cap="none" strike="noStrike">
                <a:solidFill>
                  <a:srgbClr val="002060"/>
                </a:solidFill>
                <a:latin typeface="Times New Roman"/>
                <a:ea typeface="Times New Roman"/>
                <a:cs typeface="Times New Roman"/>
                <a:sym typeface="Times New Roman"/>
              </a:rPr>
            </a:br>
            <a:r>
              <a:rPr b="0" i="0" lang="es-BO" sz="1800" u="none" cap="none" strike="noStrike">
                <a:solidFill>
                  <a:srgbClr val="002060"/>
                </a:solidFill>
                <a:latin typeface="Times New Roman"/>
                <a:ea typeface="Times New Roman"/>
                <a:cs typeface="Times New Roman"/>
                <a:sym typeface="Times New Roman"/>
              </a:rPr>
              <a:t>al escalón</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1">
                                            <p:txEl>
                                              <p:pRg end="0" st="0"/>
                                            </p:txEl>
                                          </p:spTgt>
                                        </p:tgtEl>
                                        <p:attrNameLst>
                                          <p:attrName>style.visibility</p:attrName>
                                        </p:attrNameLst>
                                      </p:cBhvr>
                                      <p:to>
                                        <p:strVal val="visible"/>
                                      </p:to>
                                    </p:set>
                                    <p:animEffect filter="fade" transition="in">
                                      <p:cBhvr>
                                        <p:cTn dur="500"/>
                                        <p:tgtEl>
                                          <p:spTgt spid="17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1">
                                            <p:txEl>
                                              <p:pRg end="1" st="1"/>
                                            </p:txEl>
                                          </p:spTgt>
                                        </p:tgtEl>
                                        <p:attrNameLst>
                                          <p:attrName>style.visibility</p:attrName>
                                        </p:attrNameLst>
                                      </p:cBhvr>
                                      <p:to>
                                        <p:strVal val="visible"/>
                                      </p:to>
                                    </p:set>
                                    <p:animEffect filter="fade" transition="in">
                                      <p:cBhvr>
                                        <p:cTn dur="500"/>
                                        <p:tgtEl>
                                          <p:spTgt spid="17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2"/>
                                        </p:tgtEl>
                                        <p:attrNameLst>
                                          <p:attrName>style.visibility</p:attrName>
                                        </p:attrNameLst>
                                      </p:cBhvr>
                                      <p:to>
                                        <p:strVal val="visible"/>
                                      </p:to>
                                    </p:set>
                                    <p:animEffect filter="fade" transition="in">
                                      <p:cBhvr>
                                        <p:cTn dur="500"/>
                                        <p:tgtEl>
                                          <p:spTgt spid="1762"/>
                                        </p:tgtEl>
                                      </p:cBhvr>
                                    </p:animEffect>
                                  </p:childTnLst>
                                </p:cTn>
                              </p:par>
                              <p:par>
                                <p:cTn fill="hold" nodeType="withEffect" presetClass="entr" presetID="10" presetSubtype="0">
                                  <p:stCondLst>
                                    <p:cond delay="0"/>
                                  </p:stCondLst>
                                  <p:childTnLst>
                                    <p:set>
                                      <p:cBhvr>
                                        <p:cTn dur="1" fill="hold">
                                          <p:stCondLst>
                                            <p:cond delay="0"/>
                                          </p:stCondLst>
                                        </p:cTn>
                                        <p:tgtEl>
                                          <p:spTgt spid="1763"/>
                                        </p:tgtEl>
                                        <p:attrNameLst>
                                          <p:attrName>style.visibility</p:attrName>
                                        </p:attrNameLst>
                                      </p:cBhvr>
                                      <p:to>
                                        <p:strVal val="visible"/>
                                      </p:to>
                                    </p:set>
                                    <p:animEffect filter="fade" transition="in">
                                      <p:cBhvr>
                                        <p:cTn dur="500"/>
                                        <p:tgtEl>
                                          <p:spTgt spid="17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4"/>
                                        </p:tgtEl>
                                        <p:attrNameLst>
                                          <p:attrName>style.visibility</p:attrName>
                                        </p:attrNameLst>
                                      </p:cBhvr>
                                      <p:to>
                                        <p:strVal val="visible"/>
                                      </p:to>
                                    </p:set>
                                    <p:animEffect filter="fade" transition="in">
                                      <p:cBhvr>
                                        <p:cTn dur="500"/>
                                        <p:tgtEl>
                                          <p:spTgt spid="1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6"/>
                                        </p:tgtEl>
                                        <p:attrNameLst>
                                          <p:attrName>style.visibility</p:attrName>
                                        </p:attrNameLst>
                                      </p:cBhvr>
                                      <p:to>
                                        <p:strVal val="visible"/>
                                      </p:to>
                                    </p:set>
                                    <p:animEffect filter="fade" transition="in">
                                      <p:cBhvr>
                                        <p:cTn dur="500"/>
                                        <p:tgtEl>
                                          <p:spTgt spid="1766"/>
                                        </p:tgtEl>
                                      </p:cBhvr>
                                    </p:animEffect>
                                  </p:childTnLst>
                                </p:cTn>
                              </p:par>
                              <p:par>
                                <p:cTn fill="hold" nodeType="withEffect" presetClass="entr" presetID="10" presetSubtype="0">
                                  <p:stCondLst>
                                    <p:cond delay="0"/>
                                  </p:stCondLst>
                                  <p:childTnLst>
                                    <p:set>
                                      <p:cBhvr>
                                        <p:cTn dur="1" fill="hold">
                                          <p:stCondLst>
                                            <p:cond delay="0"/>
                                          </p:stCondLst>
                                        </p:cTn>
                                        <p:tgtEl>
                                          <p:spTgt spid="1768"/>
                                        </p:tgtEl>
                                        <p:attrNameLst>
                                          <p:attrName>style.visibility</p:attrName>
                                        </p:attrNameLst>
                                      </p:cBhvr>
                                      <p:to>
                                        <p:strVal val="visible"/>
                                      </p:to>
                                    </p:set>
                                    <p:animEffect filter="fade" transition="in">
                                      <p:cBhvr>
                                        <p:cTn dur="500"/>
                                        <p:tgtEl>
                                          <p:spTgt spid="17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5"/>
                                        </p:tgtEl>
                                        <p:attrNameLst>
                                          <p:attrName>style.visibility</p:attrName>
                                        </p:attrNameLst>
                                      </p:cBhvr>
                                      <p:to>
                                        <p:strVal val="visible"/>
                                      </p:to>
                                    </p:set>
                                    <p:animEffect filter="fade" transition="in">
                                      <p:cBhvr>
                                        <p:cTn dur="500"/>
                                        <p:tgtEl>
                                          <p:spTgt spid="17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2" name="Shape 1772"/>
        <p:cNvGrpSpPr/>
        <p:nvPr/>
      </p:nvGrpSpPr>
      <p:grpSpPr>
        <a:xfrm>
          <a:off x="0" y="0"/>
          <a:ext cx="0" cy="0"/>
          <a:chOff x="0" y="0"/>
          <a:chExt cx="0" cy="0"/>
        </a:xfrm>
      </p:grpSpPr>
      <p:sp>
        <p:nvSpPr>
          <p:cNvPr id="1773" name="Google Shape;1773;p83"/>
          <p:cNvSpPr txBox="1"/>
          <p:nvPr>
            <p:ph idx="1" type="body"/>
          </p:nvPr>
        </p:nvSpPr>
        <p:spPr>
          <a:xfrm>
            <a:off x="831200" y="675215"/>
            <a:ext cx="5726000" cy="853600"/>
          </a:xfrm>
          <a:prstGeom prst="rect">
            <a:avLst/>
          </a:prstGeom>
          <a:noFill/>
          <a:ln>
            <a:noFill/>
          </a:ln>
        </p:spPr>
        <p:txBody>
          <a:bodyPr anchorCtr="0" anchor="t" bIns="121900" lIns="121900" spcFirstLastPara="1" rIns="121900" wrap="square" tIns="121900">
            <a:normAutofit/>
          </a:bodyPr>
          <a:lstStyle/>
          <a:p>
            <a:pPr indent="-434328" lvl="0" marL="609585" rtl="0" algn="l">
              <a:lnSpc>
                <a:spcPct val="90000"/>
              </a:lnSpc>
              <a:spcBef>
                <a:spcPts val="0"/>
              </a:spcBef>
              <a:spcAft>
                <a:spcPts val="0"/>
              </a:spcAft>
              <a:buClr>
                <a:schemeClr val="dk1"/>
              </a:buClr>
              <a:buSzPts val="2000"/>
              <a:buChar char="●"/>
            </a:pPr>
            <a:r>
              <a:rPr lang="es-BO" sz="2000">
                <a:latin typeface="Times New Roman"/>
                <a:ea typeface="Times New Roman"/>
                <a:cs typeface="Times New Roman"/>
                <a:sym typeface="Times New Roman"/>
              </a:rPr>
              <a:t>Para comprobar el rechazo a perturbaciones usamos SIMULINK.</a:t>
            </a:r>
            <a:endParaRPr sz="2000">
              <a:latin typeface="Times New Roman"/>
              <a:ea typeface="Times New Roman"/>
              <a:cs typeface="Times New Roman"/>
              <a:sym typeface="Times New Roman"/>
            </a:endParaRPr>
          </a:p>
        </p:txBody>
      </p:sp>
      <p:pic>
        <p:nvPicPr>
          <p:cNvPr id="1774" name="Google Shape;1774;p83"/>
          <p:cNvPicPr preferRelativeResize="0"/>
          <p:nvPr/>
        </p:nvPicPr>
        <p:blipFill rotWithShape="1">
          <a:blip r:embed="rId3">
            <a:alphaModFix/>
          </a:blip>
          <a:srcRect b="0" l="0" r="0" t="0"/>
          <a:stretch/>
        </p:blipFill>
        <p:spPr>
          <a:xfrm>
            <a:off x="831200" y="2254462"/>
            <a:ext cx="5443967" cy="3851189"/>
          </a:xfrm>
          <a:prstGeom prst="rect">
            <a:avLst/>
          </a:prstGeom>
          <a:noFill/>
          <a:ln>
            <a:noFill/>
          </a:ln>
        </p:spPr>
      </p:pic>
      <p:pic>
        <p:nvPicPr>
          <p:cNvPr id="1775" name="Google Shape;1775;p83"/>
          <p:cNvPicPr preferRelativeResize="0"/>
          <p:nvPr/>
        </p:nvPicPr>
        <p:blipFill rotWithShape="1">
          <a:blip r:embed="rId4">
            <a:alphaModFix/>
          </a:blip>
          <a:srcRect b="0" l="0" r="0" t="10201"/>
          <a:stretch/>
        </p:blipFill>
        <p:spPr>
          <a:xfrm>
            <a:off x="6251773" y="225812"/>
            <a:ext cx="5341567" cy="1910868"/>
          </a:xfrm>
          <a:prstGeom prst="rect">
            <a:avLst/>
          </a:prstGeom>
          <a:noFill/>
          <a:ln>
            <a:noFill/>
          </a:ln>
        </p:spPr>
      </p:pic>
      <p:sp>
        <p:nvSpPr>
          <p:cNvPr id="1776" name="Google Shape;1776;p83"/>
          <p:cNvSpPr txBox="1"/>
          <p:nvPr>
            <p:ph type="title"/>
          </p:nvPr>
        </p:nvSpPr>
        <p:spPr>
          <a:xfrm>
            <a:off x="831200" y="108030"/>
            <a:ext cx="7467768" cy="9432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rgbClr val="002060"/>
              </a:buClr>
              <a:buSzPts val="3600"/>
              <a:buFont typeface="Times New Roman"/>
              <a:buNone/>
            </a:pPr>
            <a:r>
              <a:rPr lang="es-BO" sz="2200">
                <a:solidFill>
                  <a:srgbClr val="002060"/>
                </a:solidFill>
                <a:latin typeface="Times New Roman"/>
                <a:ea typeface="Times New Roman"/>
                <a:cs typeface="Times New Roman"/>
                <a:sym typeface="Times New Roman"/>
              </a:rPr>
              <a:t>Control del conjunto variador motor rechazo a perturbaciones</a:t>
            </a:r>
            <a:endParaRPr sz="2200">
              <a:solidFill>
                <a:srgbClr val="002060"/>
              </a:solidFill>
              <a:latin typeface="Times New Roman"/>
              <a:ea typeface="Times New Roman"/>
              <a:cs typeface="Times New Roman"/>
              <a:sym typeface="Times New Roman"/>
            </a:endParaRPr>
          </a:p>
        </p:txBody>
      </p:sp>
      <p:sp>
        <p:nvSpPr>
          <p:cNvPr id="1777" name="Google Shape;1777;p83"/>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pic>
        <p:nvPicPr>
          <p:cNvPr id="1778" name="Google Shape;1778;p83"/>
          <p:cNvPicPr preferRelativeResize="0"/>
          <p:nvPr/>
        </p:nvPicPr>
        <p:blipFill rotWithShape="1">
          <a:blip r:embed="rId5">
            <a:alphaModFix/>
          </a:blip>
          <a:srcRect b="0" l="0" r="0" t="0"/>
          <a:stretch/>
        </p:blipFill>
        <p:spPr>
          <a:xfrm>
            <a:off x="6251773" y="2006401"/>
            <a:ext cx="5940228" cy="4381787"/>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3">
                                            <p:txEl>
                                              <p:pRg end="0" st="0"/>
                                            </p:txEl>
                                          </p:spTgt>
                                        </p:tgtEl>
                                        <p:attrNameLst>
                                          <p:attrName>style.visibility</p:attrName>
                                        </p:attrNameLst>
                                      </p:cBhvr>
                                      <p:to>
                                        <p:strVal val="visible"/>
                                      </p:to>
                                    </p:set>
                                    <p:animEffect filter="fade" transition="in">
                                      <p:cBhvr>
                                        <p:cTn dur="500"/>
                                        <p:tgtEl>
                                          <p:spTgt spid="17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5"/>
                                        </p:tgtEl>
                                        <p:attrNameLst>
                                          <p:attrName>style.visibility</p:attrName>
                                        </p:attrNameLst>
                                      </p:cBhvr>
                                      <p:to>
                                        <p:strVal val="visible"/>
                                      </p:to>
                                    </p:set>
                                    <p:animEffect filter="fade" transition="in">
                                      <p:cBhvr>
                                        <p:cTn dur="500"/>
                                        <p:tgtEl>
                                          <p:spTgt spid="1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4"/>
                                        </p:tgtEl>
                                        <p:attrNameLst>
                                          <p:attrName>style.visibility</p:attrName>
                                        </p:attrNameLst>
                                      </p:cBhvr>
                                      <p:to>
                                        <p:strVal val="visible"/>
                                      </p:to>
                                    </p:set>
                                    <p:animEffect filter="fade" transition="in">
                                      <p:cBhvr>
                                        <p:cTn dur="500"/>
                                        <p:tgtEl>
                                          <p:spTgt spid="17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8"/>
                                        </p:tgtEl>
                                        <p:attrNameLst>
                                          <p:attrName>style.visibility</p:attrName>
                                        </p:attrNameLst>
                                      </p:cBhvr>
                                      <p:to>
                                        <p:strVal val="visible"/>
                                      </p:to>
                                    </p:set>
                                    <p:animEffect filter="fade" transition="in">
                                      <p:cBhvr>
                                        <p:cTn dur="500"/>
                                        <p:tgtEl>
                                          <p:spTgt spid="17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84"/>
          <p:cNvSpPr txBox="1"/>
          <p:nvPr>
            <p:ph idx="1" type="body"/>
          </p:nvPr>
        </p:nvSpPr>
        <p:spPr>
          <a:xfrm>
            <a:off x="933319" y="870551"/>
            <a:ext cx="10489846" cy="1606000"/>
          </a:xfrm>
          <a:prstGeom prst="rect">
            <a:avLst/>
          </a:prstGeom>
          <a:noFill/>
          <a:ln>
            <a:noFill/>
          </a:ln>
        </p:spPr>
        <p:txBody>
          <a:bodyPr anchorCtr="0" anchor="t" bIns="121900" lIns="121900" spcFirstLastPara="1" rIns="121900" wrap="square" tIns="121900">
            <a:normAutofit/>
          </a:bodyPr>
          <a:lstStyle/>
          <a:p>
            <a:pPr indent="-445757" lvl="0" marL="609585" rtl="0" algn="just">
              <a:lnSpc>
                <a:spcPct val="90000"/>
              </a:lnSpc>
              <a:spcBef>
                <a:spcPts val="0"/>
              </a:spcBef>
              <a:spcAft>
                <a:spcPts val="0"/>
              </a:spcAft>
              <a:buClr>
                <a:schemeClr val="dk1"/>
              </a:buClr>
              <a:buSzPts val="2000"/>
              <a:buChar char="●"/>
            </a:pPr>
            <a:r>
              <a:rPr lang="es-BO" sz="2000">
                <a:latin typeface="Times New Roman"/>
                <a:ea typeface="Times New Roman"/>
                <a:cs typeface="Times New Roman"/>
                <a:sym typeface="Times New Roman"/>
              </a:rPr>
              <a:t>La implementación se realizó en el lenguaje de programación LADDER, en el PLC s7-200.</a:t>
            </a:r>
            <a:endParaRPr sz="2000">
              <a:latin typeface="Times New Roman"/>
              <a:ea typeface="Times New Roman"/>
              <a:cs typeface="Times New Roman"/>
              <a:sym typeface="Times New Roman"/>
            </a:endParaRPr>
          </a:p>
          <a:p>
            <a:pPr indent="-445757" lvl="0" marL="609585" rtl="0" algn="just">
              <a:lnSpc>
                <a:spcPct val="90000"/>
              </a:lnSpc>
              <a:spcBef>
                <a:spcPts val="0"/>
              </a:spcBef>
              <a:spcAft>
                <a:spcPts val="0"/>
              </a:spcAft>
              <a:buClr>
                <a:schemeClr val="dk1"/>
              </a:buClr>
              <a:buSzPts val="2000"/>
              <a:buChar char="●"/>
            </a:pPr>
            <a:r>
              <a:rPr lang="es-BO" sz="2000">
                <a:latin typeface="Times New Roman"/>
                <a:ea typeface="Times New Roman"/>
                <a:cs typeface="Times New Roman"/>
                <a:sym typeface="Times New Roman"/>
              </a:rPr>
              <a:t>Basándonos en las interrupciones temporizadas del s7-200 para implementar el periodo de muestreo y la ejecución de la ecuación en recurrencia del controlador.</a:t>
            </a:r>
            <a:endParaRPr sz="2000">
              <a:latin typeface="Times New Roman"/>
              <a:ea typeface="Times New Roman"/>
              <a:cs typeface="Times New Roman"/>
              <a:sym typeface="Times New Roman"/>
            </a:endParaRPr>
          </a:p>
        </p:txBody>
      </p:sp>
      <p:sp>
        <p:nvSpPr>
          <p:cNvPr id="1784" name="Google Shape;1784;p84"/>
          <p:cNvSpPr txBox="1"/>
          <p:nvPr>
            <p:ph type="title"/>
          </p:nvPr>
        </p:nvSpPr>
        <p:spPr>
          <a:xfrm>
            <a:off x="933319" y="213154"/>
            <a:ext cx="12192000" cy="9432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rgbClr val="002060"/>
              </a:buClr>
              <a:buSzPts val="3600"/>
              <a:buFont typeface="Times New Roman"/>
              <a:buNone/>
            </a:pPr>
            <a:r>
              <a:rPr lang="es-BO" sz="2200">
                <a:solidFill>
                  <a:srgbClr val="002060"/>
                </a:solidFill>
                <a:latin typeface="Times New Roman"/>
                <a:ea typeface="Times New Roman"/>
                <a:cs typeface="Times New Roman"/>
                <a:sym typeface="Times New Roman"/>
              </a:rPr>
              <a:t>Control del conjunto variador motor - programación del PLC</a:t>
            </a:r>
            <a:endParaRPr sz="2200">
              <a:solidFill>
                <a:srgbClr val="002060"/>
              </a:solidFill>
              <a:latin typeface="Times New Roman"/>
              <a:ea typeface="Times New Roman"/>
              <a:cs typeface="Times New Roman"/>
              <a:sym typeface="Times New Roman"/>
            </a:endParaRPr>
          </a:p>
        </p:txBody>
      </p:sp>
      <p:pic>
        <p:nvPicPr>
          <p:cNvPr id="1785" name="Google Shape;1785;p84"/>
          <p:cNvPicPr preferRelativeResize="0"/>
          <p:nvPr/>
        </p:nvPicPr>
        <p:blipFill rotWithShape="1">
          <a:blip r:embed="rId3">
            <a:alphaModFix/>
          </a:blip>
          <a:srcRect b="0" l="0" r="0" t="0"/>
          <a:stretch/>
        </p:blipFill>
        <p:spPr>
          <a:xfrm>
            <a:off x="715001" y="2373267"/>
            <a:ext cx="6814249" cy="3174533"/>
          </a:xfrm>
          <a:prstGeom prst="rect">
            <a:avLst/>
          </a:prstGeom>
          <a:noFill/>
          <a:ln>
            <a:noFill/>
          </a:ln>
        </p:spPr>
      </p:pic>
      <p:pic>
        <p:nvPicPr>
          <p:cNvPr id="1786" name="Google Shape;1786;p84"/>
          <p:cNvPicPr preferRelativeResize="0"/>
          <p:nvPr/>
        </p:nvPicPr>
        <p:blipFill rotWithShape="1">
          <a:blip r:embed="rId4">
            <a:alphaModFix/>
          </a:blip>
          <a:srcRect b="0" l="0" r="0" t="0"/>
          <a:stretch/>
        </p:blipFill>
        <p:spPr>
          <a:xfrm>
            <a:off x="7529267" y="2579834"/>
            <a:ext cx="4556367" cy="2967967"/>
          </a:xfrm>
          <a:prstGeom prst="rect">
            <a:avLst/>
          </a:prstGeom>
          <a:noFill/>
          <a:ln>
            <a:noFill/>
          </a:ln>
        </p:spPr>
      </p:pic>
      <p:sp>
        <p:nvSpPr>
          <p:cNvPr id="1787" name="Google Shape;1787;p84"/>
          <p:cNvSpPr txBox="1"/>
          <p:nvPr/>
        </p:nvSpPr>
        <p:spPr>
          <a:xfrm rot="-5400000">
            <a:off x="-2915553" y="3256743"/>
            <a:ext cx="6574425" cy="276999"/>
          </a:xfrm>
          <a:prstGeom prst="rect">
            <a:avLst/>
          </a:prstGeom>
          <a:gradFill>
            <a:gsLst>
              <a:gs pos="0">
                <a:srgbClr val="213F76"/>
              </a:gs>
              <a:gs pos="50000">
                <a:srgbClr val="2F5CAB"/>
              </a:gs>
              <a:gs pos="100000">
                <a:srgbClr val="3A6FCD"/>
              </a:gs>
            </a:gsLst>
            <a:lin ang="10800000" scaled="0"/>
          </a:gra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Times New Roman"/>
              <a:buNone/>
            </a:pPr>
            <a:r>
              <a:rPr b="1" i="0" lang="es-BO" sz="1200" u="none" cap="none" strike="noStrike">
                <a:solidFill>
                  <a:srgbClr val="FFFFFF"/>
                </a:solidFill>
                <a:latin typeface="Times New Roman"/>
                <a:ea typeface="Times New Roman"/>
                <a:cs typeface="Times New Roman"/>
                <a:sym typeface="Times New Roman"/>
              </a:rPr>
              <a:t>MAQUETA DE PROCESAMIENTO - ETN-902 ETN-1034 INGENIERIA ELECTRONICA 2022</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3">
                                            <p:txEl>
                                              <p:pRg end="0" st="0"/>
                                            </p:txEl>
                                          </p:spTgt>
                                        </p:tgtEl>
                                        <p:attrNameLst>
                                          <p:attrName>style.visibility</p:attrName>
                                        </p:attrNameLst>
                                      </p:cBhvr>
                                      <p:to>
                                        <p:strVal val="visible"/>
                                      </p:to>
                                    </p:set>
                                    <p:animEffect filter="fade" transition="in">
                                      <p:cBhvr>
                                        <p:cTn dur="500"/>
                                        <p:tgtEl>
                                          <p:spTgt spid="17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3">
                                            <p:txEl>
                                              <p:pRg end="1" st="1"/>
                                            </p:txEl>
                                          </p:spTgt>
                                        </p:tgtEl>
                                        <p:attrNameLst>
                                          <p:attrName>style.visibility</p:attrName>
                                        </p:attrNameLst>
                                      </p:cBhvr>
                                      <p:to>
                                        <p:strVal val="visible"/>
                                      </p:to>
                                    </p:set>
                                    <p:animEffect filter="fade" transition="in">
                                      <p:cBhvr>
                                        <p:cTn dur="500"/>
                                        <p:tgtEl>
                                          <p:spTgt spid="17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5"/>
                                        </p:tgtEl>
                                        <p:attrNameLst>
                                          <p:attrName>style.visibility</p:attrName>
                                        </p:attrNameLst>
                                      </p:cBhvr>
                                      <p:to>
                                        <p:strVal val="visible"/>
                                      </p:to>
                                    </p:set>
                                    <p:animEffect filter="fade" transition="in">
                                      <p:cBhvr>
                                        <p:cTn dur="500"/>
                                        <p:tgtEl>
                                          <p:spTgt spid="1785"/>
                                        </p:tgtEl>
                                      </p:cBhvr>
                                    </p:animEffect>
                                  </p:childTnLst>
                                </p:cTn>
                              </p:par>
                              <p:par>
                                <p:cTn fill="hold" nodeType="withEffect" presetClass="entr" presetID="10" presetSubtype="0">
                                  <p:stCondLst>
                                    <p:cond delay="0"/>
                                  </p:stCondLst>
                                  <p:childTnLst>
                                    <p:set>
                                      <p:cBhvr>
                                        <p:cTn dur="1" fill="hold">
                                          <p:stCondLst>
                                            <p:cond delay="0"/>
                                          </p:stCondLst>
                                        </p:cTn>
                                        <p:tgtEl>
                                          <p:spTgt spid="1786"/>
                                        </p:tgtEl>
                                        <p:attrNameLst>
                                          <p:attrName>style.visibility</p:attrName>
                                        </p:attrNameLst>
                                      </p:cBhvr>
                                      <p:to>
                                        <p:strVal val="visible"/>
                                      </p:to>
                                    </p:set>
                                    <p:animEffect filter="fade" transition="in">
                                      <p:cBhvr>
                                        <p:cTn dur="500"/>
                                        <p:tgtEl>
                                          <p:spTgt spid="17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1" name="Shape 1791"/>
        <p:cNvGrpSpPr/>
        <p:nvPr/>
      </p:nvGrpSpPr>
      <p:grpSpPr>
        <a:xfrm>
          <a:off x="0" y="0"/>
          <a:ext cx="0" cy="0"/>
          <a:chOff x="0" y="0"/>
          <a:chExt cx="0" cy="0"/>
        </a:xfrm>
      </p:grpSpPr>
      <p:sp>
        <p:nvSpPr>
          <p:cNvPr id="1792" name="Google Shape;1792;p85"/>
          <p:cNvSpPr txBox="1"/>
          <p:nvPr/>
        </p:nvSpPr>
        <p:spPr>
          <a:xfrm>
            <a:off x="1299556" y="210799"/>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ETN-1034 (Aplicación de técnicas de control)</a:t>
            </a:r>
            <a:endParaRPr/>
          </a:p>
        </p:txBody>
      </p:sp>
      <p:sp>
        <p:nvSpPr>
          <p:cNvPr id="1793" name="Google Shape;1793;p85"/>
          <p:cNvSpPr/>
          <p:nvPr/>
        </p:nvSpPr>
        <p:spPr>
          <a:xfrm>
            <a:off x="1299556" y="641686"/>
            <a:ext cx="8474705" cy="4205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2133"/>
              <a:buFont typeface="Times New Roman"/>
              <a:buNone/>
            </a:pPr>
            <a:r>
              <a:rPr b="1" i="0" lang="es-BO" sz="2133" u="none" cap="none" strike="noStrike">
                <a:solidFill>
                  <a:srgbClr val="002060"/>
                </a:solidFill>
                <a:latin typeface="Times New Roman"/>
                <a:ea typeface="Times New Roman"/>
                <a:cs typeface="Times New Roman"/>
                <a:sym typeface="Times New Roman"/>
              </a:rPr>
              <a:t>Procedimiento para asignación de autovalores (vía forma canónica)</a:t>
            </a:r>
            <a:endParaRPr/>
          </a:p>
        </p:txBody>
      </p:sp>
      <p:sp>
        <p:nvSpPr>
          <p:cNvPr id="1794" name="Google Shape;1794;p85"/>
          <p:cNvSpPr/>
          <p:nvPr/>
        </p:nvSpPr>
        <p:spPr>
          <a:xfrm>
            <a:off x="1164682" y="1267070"/>
            <a:ext cx="9975307" cy="1015663"/>
          </a:xfrm>
          <a:prstGeom prst="rect">
            <a:avLst/>
          </a:prstGeom>
          <a:blipFill rotWithShape="1">
            <a:blip r:embed="rId3">
              <a:alphaModFix/>
            </a:blip>
            <a:stretch>
              <a:fillRect b="-10239" l="-487" r="0" t="-361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pic>
        <p:nvPicPr>
          <p:cNvPr id="1795" name="Google Shape;1795;p85"/>
          <p:cNvPicPr preferRelativeResize="0"/>
          <p:nvPr/>
        </p:nvPicPr>
        <p:blipFill rotWithShape="1">
          <a:blip r:embed="rId4">
            <a:alphaModFix/>
          </a:blip>
          <a:srcRect b="0" l="0" r="0" t="0"/>
          <a:stretch/>
        </p:blipFill>
        <p:spPr>
          <a:xfrm>
            <a:off x="3374418" y="2232024"/>
            <a:ext cx="3904204" cy="1637247"/>
          </a:xfrm>
          <a:prstGeom prst="rect">
            <a:avLst/>
          </a:prstGeom>
          <a:noFill/>
          <a:ln>
            <a:noFill/>
          </a:ln>
        </p:spPr>
      </p:pic>
      <p:sp>
        <p:nvSpPr>
          <p:cNvPr id="1796" name="Google Shape;1796;p85"/>
          <p:cNvSpPr/>
          <p:nvPr/>
        </p:nvSpPr>
        <p:spPr>
          <a:xfrm>
            <a:off x="1136263" y="3793769"/>
            <a:ext cx="10054604" cy="707886"/>
          </a:xfrm>
          <a:prstGeom prst="rect">
            <a:avLst/>
          </a:prstGeom>
          <a:blipFill rotWithShape="1">
            <a:blip r:embed="rId5">
              <a:alphaModFix/>
            </a:blip>
            <a:stretch>
              <a:fillRect b="-14653" l="-483" r="-969" t="-430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pic>
        <p:nvPicPr>
          <p:cNvPr id="1797" name="Google Shape;1797;p85"/>
          <p:cNvPicPr preferRelativeResize="0"/>
          <p:nvPr/>
        </p:nvPicPr>
        <p:blipFill rotWithShape="1">
          <a:blip r:embed="rId6">
            <a:alphaModFix/>
          </a:blip>
          <a:srcRect b="0" l="0" r="0" t="0"/>
          <a:stretch/>
        </p:blipFill>
        <p:spPr>
          <a:xfrm>
            <a:off x="3462940" y="4534329"/>
            <a:ext cx="4878868" cy="489051"/>
          </a:xfrm>
          <a:prstGeom prst="rect">
            <a:avLst/>
          </a:prstGeom>
          <a:noFill/>
          <a:ln>
            <a:noFill/>
          </a:ln>
        </p:spPr>
      </p:pic>
      <p:sp>
        <p:nvSpPr>
          <p:cNvPr id="1798" name="Google Shape;1798;p85"/>
          <p:cNvSpPr/>
          <p:nvPr/>
        </p:nvSpPr>
        <p:spPr>
          <a:xfrm>
            <a:off x="1164682" y="4985542"/>
            <a:ext cx="10457297" cy="400110"/>
          </a:xfrm>
          <a:prstGeom prst="rect">
            <a:avLst/>
          </a:prstGeom>
          <a:noFill/>
          <a:ln>
            <a:noFill/>
          </a:ln>
        </p:spPr>
        <p:txBody>
          <a:bodyPr anchorCtr="0" anchor="t" bIns="45700" lIns="91425" spcFirstLastPara="1" rIns="91425" wrap="square" tIns="45700">
            <a:spAutoFit/>
          </a:bodyPr>
          <a:lstStyle/>
          <a:p>
            <a:pPr indent="-342891" lvl="0" marL="342891" marR="0" rtl="0" algn="l">
              <a:lnSpc>
                <a:spcPct val="100000"/>
              </a:lnSpc>
              <a:spcBef>
                <a:spcPts val="0"/>
              </a:spcBef>
              <a:spcAft>
                <a:spcPts val="0"/>
              </a:spcAft>
              <a:buClr>
                <a:srgbClr val="000000"/>
              </a:buClr>
              <a:buSzPts val="2000"/>
              <a:buFont typeface="Calibri"/>
              <a:buAutoNum type="arabicPeriod" startAt="4"/>
            </a:pPr>
            <a:r>
              <a:rPr b="0" i="0" lang="es-BO" sz="2000" u="none" cap="none" strike="noStrike">
                <a:solidFill>
                  <a:srgbClr val="000000"/>
                </a:solidFill>
                <a:latin typeface="Times New Roman"/>
                <a:ea typeface="Times New Roman"/>
                <a:cs typeface="Times New Roman"/>
                <a:sym typeface="Times New Roman"/>
              </a:rPr>
              <a:t>Determinar la ganancia de realimentación en coordenadas originales</a:t>
            </a:r>
            <a:endParaRPr b="0" i="0" sz="2000" u="none" cap="none" strike="noStrike">
              <a:solidFill>
                <a:srgbClr val="000000"/>
              </a:solidFill>
              <a:latin typeface="Times New Roman"/>
              <a:ea typeface="Times New Roman"/>
              <a:cs typeface="Times New Roman"/>
              <a:sym typeface="Times New Roman"/>
            </a:endParaRPr>
          </a:p>
        </p:txBody>
      </p:sp>
      <p:sp>
        <p:nvSpPr>
          <p:cNvPr id="1799" name="Google Shape;1799;p85"/>
          <p:cNvSpPr/>
          <p:nvPr/>
        </p:nvSpPr>
        <p:spPr>
          <a:xfrm>
            <a:off x="4699680" y="5507267"/>
            <a:ext cx="1837105" cy="391389"/>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BO" sz="1800">
                <a:latin typeface="Calibri"/>
                <a:ea typeface="Calibri"/>
                <a:cs typeface="Calibri"/>
                <a:sym typeface="Calibri"/>
              </a:rPr>
              <a:t> </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2"/>
                                        </p:tgtEl>
                                        <p:attrNameLst>
                                          <p:attrName>style.visibility</p:attrName>
                                        </p:attrNameLst>
                                      </p:cBhvr>
                                      <p:to>
                                        <p:strVal val="visible"/>
                                      </p:to>
                                    </p:set>
                                    <p:animEffect filter="fade" transition="in">
                                      <p:cBhvr>
                                        <p:cTn dur="500"/>
                                        <p:tgtEl>
                                          <p:spTgt spid="1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3"/>
                                        </p:tgtEl>
                                        <p:attrNameLst>
                                          <p:attrName>style.visibility</p:attrName>
                                        </p:attrNameLst>
                                      </p:cBhvr>
                                      <p:to>
                                        <p:strVal val="visible"/>
                                      </p:to>
                                    </p:set>
                                    <p:animEffect filter="fade" transition="in">
                                      <p:cBhvr>
                                        <p:cTn dur="500"/>
                                        <p:tgtEl>
                                          <p:spTgt spid="1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4"/>
                                        </p:tgtEl>
                                        <p:attrNameLst>
                                          <p:attrName>style.visibility</p:attrName>
                                        </p:attrNameLst>
                                      </p:cBhvr>
                                      <p:to>
                                        <p:strVal val="visible"/>
                                      </p:to>
                                    </p:set>
                                    <p:animEffect filter="fade" transition="in">
                                      <p:cBhvr>
                                        <p:cTn dur="1000"/>
                                        <p:tgtEl>
                                          <p:spTgt spid="17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5"/>
                                        </p:tgtEl>
                                        <p:attrNameLst>
                                          <p:attrName>style.visibility</p:attrName>
                                        </p:attrNameLst>
                                      </p:cBhvr>
                                      <p:to>
                                        <p:strVal val="visible"/>
                                      </p:to>
                                    </p:set>
                                    <p:animEffect filter="fade" transition="in">
                                      <p:cBhvr>
                                        <p:cTn dur="1000"/>
                                        <p:tgtEl>
                                          <p:spTgt spid="1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6"/>
                                        </p:tgtEl>
                                        <p:attrNameLst>
                                          <p:attrName>style.visibility</p:attrName>
                                        </p:attrNameLst>
                                      </p:cBhvr>
                                      <p:to>
                                        <p:strVal val="visible"/>
                                      </p:to>
                                    </p:set>
                                    <p:animEffect filter="fade" transition="in">
                                      <p:cBhvr>
                                        <p:cTn dur="500"/>
                                        <p:tgtEl>
                                          <p:spTgt spid="17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7"/>
                                        </p:tgtEl>
                                        <p:attrNameLst>
                                          <p:attrName>style.visibility</p:attrName>
                                        </p:attrNameLst>
                                      </p:cBhvr>
                                      <p:to>
                                        <p:strVal val="visible"/>
                                      </p:to>
                                    </p:set>
                                    <p:animEffect filter="fade" transition="in">
                                      <p:cBhvr>
                                        <p:cTn dur="500"/>
                                        <p:tgtEl>
                                          <p:spTgt spid="1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8">
                                            <p:txEl>
                                              <p:pRg end="0" st="0"/>
                                            </p:txEl>
                                          </p:spTgt>
                                        </p:tgtEl>
                                        <p:attrNameLst>
                                          <p:attrName>style.visibility</p:attrName>
                                        </p:attrNameLst>
                                      </p:cBhvr>
                                      <p:to>
                                        <p:strVal val="visible"/>
                                      </p:to>
                                    </p:set>
                                    <p:animEffect filter="fade" transition="in">
                                      <p:cBhvr>
                                        <p:cTn dur="500"/>
                                        <p:tgtEl>
                                          <p:spTgt spid="17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9"/>
                                        </p:tgtEl>
                                        <p:attrNameLst>
                                          <p:attrName>style.visibility</p:attrName>
                                        </p:attrNameLst>
                                      </p:cBhvr>
                                      <p:to>
                                        <p:strVal val="visible"/>
                                      </p:to>
                                    </p:set>
                                    <p:animEffect filter="fade" transition="in">
                                      <p:cBhvr>
                                        <p:cTn dur="1000"/>
                                        <p:tgtEl>
                                          <p:spTgt spid="1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3" name="Shape 1803"/>
        <p:cNvGrpSpPr/>
        <p:nvPr/>
      </p:nvGrpSpPr>
      <p:grpSpPr>
        <a:xfrm>
          <a:off x="0" y="0"/>
          <a:ext cx="0" cy="0"/>
          <a:chOff x="0" y="0"/>
          <a:chExt cx="0" cy="0"/>
        </a:xfrm>
      </p:grpSpPr>
      <p:sp>
        <p:nvSpPr>
          <p:cNvPr id="1804" name="Google Shape;1804;p86"/>
          <p:cNvSpPr txBox="1"/>
          <p:nvPr/>
        </p:nvSpPr>
        <p:spPr>
          <a:xfrm>
            <a:off x="1183600" y="818933"/>
            <a:ext cx="1140936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Las especificaciones de desempeño elegidas para nuestro controlador es mejorar la rapidez de tiempo de establecimiento a 0.25[s], y el factor de amortiguamiento a 0.5</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1805" name="Google Shape;1805;p86"/>
          <p:cNvSpPr txBox="1"/>
          <p:nvPr/>
        </p:nvSpPr>
        <p:spPr>
          <a:xfrm>
            <a:off x="5486401" y="2820893"/>
            <a:ext cx="65"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1806" name="Google Shape;1806;p86"/>
          <p:cNvSpPr/>
          <p:nvPr/>
        </p:nvSpPr>
        <p:spPr>
          <a:xfrm>
            <a:off x="3335291" y="2360056"/>
            <a:ext cx="454212" cy="531507"/>
          </a:xfrm>
          <a:prstGeom prst="rightArrow">
            <a:avLst>
              <a:gd fmla="val 50000" name="adj1"/>
              <a:gd fmla="val 50000" name="adj2"/>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1807" name="Google Shape;1807;p86"/>
          <p:cNvSpPr/>
          <p:nvPr/>
        </p:nvSpPr>
        <p:spPr>
          <a:xfrm>
            <a:off x="7241369" y="2315164"/>
            <a:ext cx="454212" cy="531507"/>
          </a:xfrm>
          <a:prstGeom prst="rightArrow">
            <a:avLst>
              <a:gd fmla="val 50000" name="adj1"/>
              <a:gd fmla="val 50000" name="adj2"/>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1808" name="Google Shape;1808;p86"/>
          <p:cNvSpPr/>
          <p:nvPr/>
        </p:nvSpPr>
        <p:spPr>
          <a:xfrm>
            <a:off x="7316813" y="4749467"/>
            <a:ext cx="454212" cy="531507"/>
          </a:xfrm>
          <a:prstGeom prst="rightArrow">
            <a:avLst>
              <a:gd fmla="val 50000" name="adj1"/>
              <a:gd fmla="val 50000" name="adj2"/>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1809" name="Google Shape;1809;p86"/>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Realimentación de estados: especificaciones</a:t>
            </a:r>
            <a:endParaRPr/>
          </a:p>
        </p:txBody>
      </p:sp>
      <p:grpSp>
        <p:nvGrpSpPr>
          <p:cNvPr id="1810" name="Google Shape;1810;p86"/>
          <p:cNvGrpSpPr/>
          <p:nvPr/>
        </p:nvGrpSpPr>
        <p:grpSpPr>
          <a:xfrm>
            <a:off x="763588" y="1729593"/>
            <a:ext cx="2878988" cy="1695210"/>
            <a:chOff x="763588" y="1729593"/>
            <a:chExt cx="2878988" cy="1695210"/>
          </a:xfrm>
        </p:grpSpPr>
        <p:sp>
          <p:nvSpPr>
            <p:cNvPr id="1811" name="Google Shape;1811;p86"/>
            <p:cNvSpPr txBox="1"/>
            <p:nvPr/>
          </p:nvSpPr>
          <p:spPr>
            <a:xfrm>
              <a:off x="833332" y="1729593"/>
              <a:ext cx="280924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Matriz de controlabilidad</a:t>
              </a:r>
              <a:endParaRPr b="0" i="0" sz="2000" u="none" cap="none" strike="noStrike">
                <a:solidFill>
                  <a:srgbClr val="000000"/>
                </a:solidFill>
                <a:latin typeface="Times New Roman"/>
                <a:ea typeface="Times New Roman"/>
                <a:cs typeface="Times New Roman"/>
                <a:sym typeface="Times New Roman"/>
              </a:endParaRPr>
            </a:p>
          </p:txBody>
        </p:sp>
        <p:grpSp>
          <p:nvGrpSpPr>
            <p:cNvPr id="1812" name="Google Shape;1812;p86"/>
            <p:cNvGrpSpPr/>
            <p:nvPr/>
          </p:nvGrpSpPr>
          <p:grpSpPr>
            <a:xfrm>
              <a:off x="763588" y="2219194"/>
              <a:ext cx="2276941" cy="1205609"/>
              <a:chOff x="763588" y="2219194"/>
              <a:chExt cx="2276941" cy="1205609"/>
            </a:xfrm>
          </p:grpSpPr>
          <p:pic>
            <p:nvPicPr>
              <p:cNvPr id="1813" name="Google Shape;1813;p86"/>
              <p:cNvPicPr preferRelativeResize="0"/>
              <p:nvPr/>
            </p:nvPicPr>
            <p:blipFill rotWithShape="1">
              <a:blip r:embed="rId3">
                <a:alphaModFix/>
              </a:blip>
              <a:srcRect b="0" l="0" r="0" t="0"/>
              <a:stretch/>
            </p:blipFill>
            <p:spPr>
              <a:xfrm>
                <a:off x="856129" y="2294503"/>
                <a:ext cx="2184400" cy="1130300"/>
              </a:xfrm>
              <a:prstGeom prst="rect">
                <a:avLst/>
              </a:prstGeom>
              <a:noFill/>
              <a:ln>
                <a:noFill/>
              </a:ln>
            </p:spPr>
          </p:pic>
          <p:sp>
            <p:nvSpPr>
              <p:cNvPr id="1814" name="Google Shape;1814;p86"/>
              <p:cNvSpPr/>
              <p:nvPr/>
            </p:nvSpPr>
            <p:spPr>
              <a:xfrm>
                <a:off x="763588" y="2219194"/>
                <a:ext cx="2259942" cy="107721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15" name="Google Shape;1815;p86"/>
          <p:cNvGrpSpPr/>
          <p:nvPr/>
        </p:nvGrpSpPr>
        <p:grpSpPr>
          <a:xfrm>
            <a:off x="3884144" y="1637772"/>
            <a:ext cx="3391425" cy="1488497"/>
            <a:chOff x="3884144" y="1637772"/>
            <a:chExt cx="3391425" cy="1488497"/>
          </a:xfrm>
        </p:grpSpPr>
        <p:pic>
          <p:nvPicPr>
            <p:cNvPr id="1816" name="Google Shape;1816;p86"/>
            <p:cNvPicPr preferRelativeResize="0"/>
            <p:nvPr/>
          </p:nvPicPr>
          <p:blipFill rotWithShape="1">
            <a:blip r:embed="rId4">
              <a:alphaModFix/>
            </a:blip>
            <a:srcRect b="0" l="0" r="0" t="0"/>
            <a:stretch/>
          </p:blipFill>
          <p:spPr>
            <a:xfrm>
              <a:off x="3884144" y="2510313"/>
              <a:ext cx="2997200" cy="355600"/>
            </a:xfrm>
            <a:prstGeom prst="rect">
              <a:avLst/>
            </a:prstGeom>
            <a:noFill/>
            <a:ln>
              <a:noFill/>
            </a:ln>
          </p:spPr>
        </p:pic>
        <p:sp>
          <p:nvSpPr>
            <p:cNvPr id="1817" name="Google Shape;1817;p86"/>
            <p:cNvSpPr txBox="1"/>
            <p:nvPr/>
          </p:nvSpPr>
          <p:spPr>
            <a:xfrm>
              <a:off x="4261622" y="1637772"/>
              <a:ext cx="3013947"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Coeficientes del polinomio Característico deseado</a:t>
              </a:r>
              <a:endParaRPr b="0" i="0" sz="2000" u="none" cap="none" strike="noStrike">
                <a:solidFill>
                  <a:srgbClr val="000000"/>
                </a:solidFill>
                <a:latin typeface="Times New Roman"/>
                <a:ea typeface="Times New Roman"/>
                <a:cs typeface="Times New Roman"/>
                <a:sym typeface="Times New Roman"/>
              </a:endParaRPr>
            </a:p>
          </p:txBody>
        </p:sp>
        <p:sp>
          <p:nvSpPr>
            <p:cNvPr id="1818" name="Google Shape;1818;p86"/>
            <p:cNvSpPr/>
            <p:nvPr/>
          </p:nvSpPr>
          <p:spPr>
            <a:xfrm>
              <a:off x="3895735" y="2294503"/>
              <a:ext cx="2925622" cy="831766"/>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819" name="Google Shape;1819;p86"/>
          <p:cNvGrpSpPr/>
          <p:nvPr/>
        </p:nvGrpSpPr>
        <p:grpSpPr>
          <a:xfrm>
            <a:off x="7873939" y="1511308"/>
            <a:ext cx="3602469" cy="1545243"/>
            <a:chOff x="7873939" y="1511308"/>
            <a:chExt cx="3602469" cy="1545243"/>
          </a:xfrm>
        </p:grpSpPr>
        <p:pic>
          <p:nvPicPr>
            <p:cNvPr id="1820" name="Google Shape;1820;p86"/>
            <p:cNvPicPr preferRelativeResize="0"/>
            <p:nvPr/>
          </p:nvPicPr>
          <p:blipFill rotWithShape="1">
            <a:blip r:embed="rId5">
              <a:alphaModFix/>
            </a:blip>
            <a:srcRect b="0" l="0" r="0" t="0"/>
            <a:stretch/>
          </p:blipFill>
          <p:spPr>
            <a:xfrm>
              <a:off x="8041795" y="2503009"/>
              <a:ext cx="2895600" cy="495300"/>
            </a:xfrm>
            <a:prstGeom prst="rect">
              <a:avLst/>
            </a:prstGeom>
            <a:noFill/>
            <a:ln>
              <a:noFill/>
            </a:ln>
          </p:spPr>
        </p:pic>
        <p:sp>
          <p:nvSpPr>
            <p:cNvPr id="1821" name="Google Shape;1821;p86"/>
            <p:cNvSpPr txBox="1"/>
            <p:nvPr/>
          </p:nvSpPr>
          <p:spPr>
            <a:xfrm>
              <a:off x="8251293" y="1511308"/>
              <a:ext cx="322511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s-BO" sz="2000" u="none" cap="none" strike="noStrike">
                  <a:solidFill>
                    <a:srgbClr val="000000"/>
                  </a:solidFill>
                  <a:latin typeface="Times New Roman"/>
                  <a:ea typeface="Times New Roman"/>
                  <a:cs typeface="Times New Roman"/>
                  <a:sym typeface="Times New Roman"/>
                </a:rPr>
                <a:t>Coeficientes del polinomio Característico (lazo abierto)</a:t>
              </a:r>
              <a:endParaRPr b="0" i="0" sz="2000" u="none" cap="none" strike="noStrike">
                <a:solidFill>
                  <a:srgbClr val="000000"/>
                </a:solidFill>
                <a:latin typeface="Times New Roman"/>
                <a:ea typeface="Times New Roman"/>
                <a:cs typeface="Times New Roman"/>
                <a:sym typeface="Times New Roman"/>
              </a:endParaRPr>
            </a:p>
          </p:txBody>
        </p:sp>
        <p:sp>
          <p:nvSpPr>
            <p:cNvPr id="1822" name="Google Shape;1822;p86"/>
            <p:cNvSpPr/>
            <p:nvPr/>
          </p:nvSpPr>
          <p:spPr>
            <a:xfrm>
              <a:off x="7873939" y="2510313"/>
              <a:ext cx="3225049" cy="54623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823" name="Google Shape;1823;p86"/>
          <p:cNvGrpSpPr/>
          <p:nvPr/>
        </p:nvGrpSpPr>
        <p:grpSpPr>
          <a:xfrm>
            <a:off x="2287709" y="4301812"/>
            <a:ext cx="4681191" cy="1536582"/>
            <a:chOff x="2287709" y="4301812"/>
            <a:chExt cx="4681191" cy="1536582"/>
          </a:xfrm>
        </p:grpSpPr>
        <p:grpSp>
          <p:nvGrpSpPr>
            <p:cNvPr id="1824" name="Google Shape;1824;p86"/>
            <p:cNvGrpSpPr/>
            <p:nvPr/>
          </p:nvGrpSpPr>
          <p:grpSpPr>
            <a:xfrm>
              <a:off x="2340160" y="4301812"/>
              <a:ext cx="4628740" cy="1445466"/>
              <a:chOff x="2258386" y="4861499"/>
              <a:chExt cx="4628740" cy="1445466"/>
            </a:xfrm>
          </p:grpSpPr>
          <p:sp>
            <p:nvSpPr>
              <p:cNvPr id="1825" name="Google Shape;1825;p86"/>
              <p:cNvSpPr txBox="1"/>
              <p:nvPr/>
            </p:nvSpPr>
            <p:spPr>
              <a:xfrm>
                <a:off x="3137940" y="4861499"/>
                <a:ext cx="366115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s-BO" sz="2400" u="none" cap="none" strike="noStrike">
                    <a:solidFill>
                      <a:srgbClr val="000000"/>
                    </a:solidFill>
                    <a:latin typeface="Calibri"/>
                    <a:ea typeface="Calibri"/>
                    <a:cs typeface="Calibri"/>
                    <a:sym typeface="Calibri"/>
                  </a:rPr>
                  <a:t>R  		inv(R)</a:t>
                </a:r>
                <a:endParaRPr/>
              </a:p>
            </p:txBody>
          </p:sp>
          <p:pic>
            <p:nvPicPr>
              <p:cNvPr id="1826" name="Google Shape;1826;p86"/>
              <p:cNvPicPr preferRelativeResize="0"/>
              <p:nvPr/>
            </p:nvPicPr>
            <p:blipFill rotWithShape="1">
              <a:blip r:embed="rId6">
                <a:alphaModFix/>
              </a:blip>
              <a:srcRect b="0" l="0" r="0" t="0"/>
              <a:stretch/>
            </p:blipFill>
            <p:spPr>
              <a:xfrm>
                <a:off x="2258386" y="5252865"/>
                <a:ext cx="2247900" cy="1054100"/>
              </a:xfrm>
              <a:prstGeom prst="rect">
                <a:avLst/>
              </a:prstGeom>
              <a:noFill/>
              <a:ln>
                <a:noFill/>
              </a:ln>
            </p:spPr>
          </p:pic>
          <p:pic>
            <p:nvPicPr>
              <p:cNvPr id="1827" name="Google Shape;1827;p86"/>
              <p:cNvPicPr preferRelativeResize="0"/>
              <p:nvPr/>
            </p:nvPicPr>
            <p:blipFill rotWithShape="1">
              <a:blip r:embed="rId7">
                <a:alphaModFix/>
              </a:blip>
              <a:srcRect b="0" l="0" r="0" t="0"/>
              <a:stretch/>
            </p:blipFill>
            <p:spPr>
              <a:xfrm>
                <a:off x="4639226" y="5224119"/>
                <a:ext cx="2247900" cy="1054100"/>
              </a:xfrm>
              <a:prstGeom prst="rect">
                <a:avLst/>
              </a:prstGeom>
              <a:noFill/>
              <a:ln>
                <a:noFill/>
              </a:ln>
            </p:spPr>
          </p:pic>
        </p:grpSp>
        <p:sp>
          <p:nvSpPr>
            <p:cNvPr id="1828" name="Google Shape;1828;p86"/>
            <p:cNvSpPr/>
            <p:nvPr/>
          </p:nvSpPr>
          <p:spPr>
            <a:xfrm>
              <a:off x="2287709" y="4761176"/>
              <a:ext cx="2259942" cy="107721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29" name="Google Shape;1829;p86"/>
            <p:cNvSpPr/>
            <p:nvPr/>
          </p:nvSpPr>
          <p:spPr>
            <a:xfrm>
              <a:off x="4656046" y="4737533"/>
              <a:ext cx="2259942" cy="107721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830" name="Google Shape;1830;p86"/>
          <p:cNvGrpSpPr/>
          <p:nvPr/>
        </p:nvGrpSpPr>
        <p:grpSpPr>
          <a:xfrm>
            <a:off x="8172878" y="3840147"/>
            <a:ext cx="4019122" cy="2205727"/>
            <a:chOff x="8172878" y="3840147"/>
            <a:chExt cx="4019122" cy="2205727"/>
          </a:xfrm>
        </p:grpSpPr>
        <p:sp>
          <p:nvSpPr>
            <p:cNvPr id="1831" name="Google Shape;1831;p86"/>
            <p:cNvSpPr txBox="1"/>
            <p:nvPr/>
          </p:nvSpPr>
          <p:spPr>
            <a:xfrm>
              <a:off x="8689789" y="3840147"/>
              <a:ext cx="35022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s-BO" sz="2400" u="none" cap="none" strike="noStrike">
                  <a:solidFill>
                    <a:srgbClr val="000000"/>
                  </a:solidFill>
                  <a:latin typeface="Calibri"/>
                  <a:ea typeface="Calibri"/>
                  <a:cs typeface="Calibri"/>
                  <a:sym typeface="Calibri"/>
                </a:rPr>
                <a:t>Hallando K</a:t>
              </a:r>
              <a:endParaRPr b="0" i="0" sz="2400" u="none" cap="none" strike="noStrike">
                <a:solidFill>
                  <a:srgbClr val="000000"/>
                </a:solidFill>
                <a:latin typeface="Calibri"/>
                <a:ea typeface="Calibri"/>
                <a:cs typeface="Calibri"/>
                <a:sym typeface="Calibri"/>
              </a:endParaRPr>
            </a:p>
          </p:txBody>
        </p:sp>
        <p:pic>
          <p:nvPicPr>
            <p:cNvPr id="1832" name="Google Shape;1832;p86"/>
            <p:cNvPicPr preferRelativeResize="0"/>
            <p:nvPr/>
          </p:nvPicPr>
          <p:blipFill rotWithShape="1">
            <a:blip r:embed="rId8">
              <a:alphaModFix/>
            </a:blip>
            <a:srcRect b="0" l="0" r="0" t="0"/>
            <a:stretch/>
          </p:blipFill>
          <p:spPr>
            <a:xfrm>
              <a:off x="8308850" y="5156874"/>
              <a:ext cx="2247900" cy="889000"/>
            </a:xfrm>
            <a:prstGeom prst="rect">
              <a:avLst/>
            </a:prstGeom>
            <a:noFill/>
            <a:ln>
              <a:noFill/>
            </a:ln>
          </p:spPr>
        </p:pic>
        <p:pic>
          <p:nvPicPr>
            <p:cNvPr id="1833" name="Google Shape;1833;p86"/>
            <p:cNvPicPr preferRelativeResize="0"/>
            <p:nvPr/>
          </p:nvPicPr>
          <p:blipFill rotWithShape="1">
            <a:blip r:embed="rId9">
              <a:alphaModFix/>
            </a:blip>
            <a:srcRect b="0" l="0" r="0" t="0"/>
            <a:stretch/>
          </p:blipFill>
          <p:spPr>
            <a:xfrm>
              <a:off x="8562908" y="4374081"/>
              <a:ext cx="1823137" cy="580703"/>
            </a:xfrm>
            <a:prstGeom prst="rect">
              <a:avLst/>
            </a:prstGeom>
            <a:noFill/>
            <a:ln>
              <a:noFill/>
            </a:ln>
          </p:spPr>
        </p:pic>
        <p:sp>
          <p:nvSpPr>
            <p:cNvPr id="1834" name="Google Shape;1834;p86"/>
            <p:cNvSpPr/>
            <p:nvPr/>
          </p:nvSpPr>
          <p:spPr>
            <a:xfrm>
              <a:off x="8172878" y="4964340"/>
              <a:ext cx="2259942" cy="107721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9"/>
                                        </p:tgtEl>
                                        <p:attrNameLst>
                                          <p:attrName>style.visibility</p:attrName>
                                        </p:attrNameLst>
                                      </p:cBhvr>
                                      <p:to>
                                        <p:strVal val="visible"/>
                                      </p:to>
                                    </p:set>
                                    <p:animEffect filter="fade" transition="in">
                                      <p:cBhvr>
                                        <p:cTn dur="500"/>
                                        <p:tgtEl>
                                          <p:spTgt spid="18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4"/>
                                        </p:tgtEl>
                                        <p:attrNameLst>
                                          <p:attrName>style.visibility</p:attrName>
                                        </p:attrNameLst>
                                      </p:cBhvr>
                                      <p:to>
                                        <p:strVal val="visible"/>
                                      </p:to>
                                    </p:set>
                                    <p:animEffect filter="fade" transition="in">
                                      <p:cBhvr>
                                        <p:cTn dur="500"/>
                                        <p:tgtEl>
                                          <p:spTgt spid="18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0"/>
                                        </p:tgtEl>
                                        <p:attrNameLst>
                                          <p:attrName>style.visibility</p:attrName>
                                        </p:attrNameLst>
                                      </p:cBhvr>
                                      <p:to>
                                        <p:strVal val="visible"/>
                                      </p:to>
                                    </p:set>
                                    <p:animEffect filter="fade" transition="in">
                                      <p:cBhvr>
                                        <p:cTn dur="500"/>
                                        <p:tgtEl>
                                          <p:spTgt spid="18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6"/>
                                        </p:tgtEl>
                                        <p:attrNameLst>
                                          <p:attrName>style.visibility</p:attrName>
                                        </p:attrNameLst>
                                      </p:cBhvr>
                                      <p:to>
                                        <p:strVal val="visible"/>
                                      </p:to>
                                    </p:set>
                                    <p:animEffect filter="fade" transition="in">
                                      <p:cBhvr>
                                        <p:cTn dur="500"/>
                                        <p:tgtEl>
                                          <p:spTgt spid="1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5"/>
                                        </p:tgtEl>
                                        <p:attrNameLst>
                                          <p:attrName>style.visibility</p:attrName>
                                        </p:attrNameLst>
                                      </p:cBhvr>
                                      <p:to>
                                        <p:strVal val="visible"/>
                                      </p:to>
                                    </p:set>
                                    <p:animEffect filter="fade" transition="in">
                                      <p:cBhvr>
                                        <p:cTn dur="500"/>
                                        <p:tgtEl>
                                          <p:spTgt spid="18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7"/>
                                        </p:tgtEl>
                                        <p:attrNameLst>
                                          <p:attrName>style.visibility</p:attrName>
                                        </p:attrNameLst>
                                      </p:cBhvr>
                                      <p:to>
                                        <p:strVal val="visible"/>
                                      </p:to>
                                    </p:set>
                                    <p:animEffect filter="fade" transition="in">
                                      <p:cBhvr>
                                        <p:cTn dur="500"/>
                                        <p:tgtEl>
                                          <p:spTgt spid="18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9"/>
                                        </p:tgtEl>
                                        <p:attrNameLst>
                                          <p:attrName>style.visibility</p:attrName>
                                        </p:attrNameLst>
                                      </p:cBhvr>
                                      <p:to>
                                        <p:strVal val="visible"/>
                                      </p:to>
                                    </p:set>
                                    <p:animEffect filter="fade" transition="in">
                                      <p:cBhvr>
                                        <p:cTn dur="500"/>
                                        <p:tgtEl>
                                          <p:spTgt spid="18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3"/>
                                        </p:tgtEl>
                                        <p:attrNameLst>
                                          <p:attrName>style.visibility</p:attrName>
                                        </p:attrNameLst>
                                      </p:cBhvr>
                                      <p:to>
                                        <p:strVal val="visible"/>
                                      </p:to>
                                    </p:set>
                                    <p:animEffect filter="fade" transition="in">
                                      <p:cBhvr>
                                        <p:cTn dur="500"/>
                                        <p:tgtEl>
                                          <p:spTgt spid="18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8"/>
                                        </p:tgtEl>
                                        <p:attrNameLst>
                                          <p:attrName>style.visibility</p:attrName>
                                        </p:attrNameLst>
                                      </p:cBhvr>
                                      <p:to>
                                        <p:strVal val="visible"/>
                                      </p:to>
                                    </p:set>
                                    <p:animEffect filter="fade" transition="in">
                                      <p:cBhvr>
                                        <p:cTn dur="500"/>
                                        <p:tgtEl>
                                          <p:spTgt spid="18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0"/>
                                        </p:tgtEl>
                                        <p:attrNameLst>
                                          <p:attrName>style.visibility</p:attrName>
                                        </p:attrNameLst>
                                      </p:cBhvr>
                                      <p:to>
                                        <p:strVal val="visible"/>
                                      </p:to>
                                    </p:set>
                                    <p:animEffect filter="fade" transition="in">
                                      <p:cBhvr>
                                        <p:cTn dur="500"/>
                                        <p:tgtEl>
                                          <p:spTgt spid="18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8" name="Shape 1838"/>
        <p:cNvGrpSpPr/>
        <p:nvPr/>
      </p:nvGrpSpPr>
      <p:grpSpPr>
        <a:xfrm>
          <a:off x="0" y="0"/>
          <a:ext cx="0" cy="0"/>
          <a:chOff x="0" y="0"/>
          <a:chExt cx="0" cy="0"/>
        </a:xfrm>
      </p:grpSpPr>
      <p:sp>
        <p:nvSpPr>
          <p:cNvPr id="1839" name="Google Shape;1839;p87"/>
          <p:cNvSpPr/>
          <p:nvPr/>
        </p:nvSpPr>
        <p:spPr>
          <a:xfrm>
            <a:off x="8133567" y="1967980"/>
            <a:ext cx="454212" cy="531507"/>
          </a:xfrm>
          <a:prstGeom prst="rightArrow">
            <a:avLst>
              <a:gd fmla="val 50000" name="adj1"/>
              <a:gd fmla="val 50000" name="adj2"/>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1840" name="Google Shape;1840;p87"/>
          <p:cNvSpPr/>
          <p:nvPr/>
        </p:nvSpPr>
        <p:spPr>
          <a:xfrm>
            <a:off x="3699801" y="4261013"/>
            <a:ext cx="454212" cy="531507"/>
          </a:xfrm>
          <a:prstGeom prst="rightArrow">
            <a:avLst>
              <a:gd fmla="val 50000" name="adj1"/>
              <a:gd fmla="val 50000" name="adj2"/>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1841" name="Google Shape;1841;p87"/>
          <p:cNvSpPr txBox="1"/>
          <p:nvPr/>
        </p:nvSpPr>
        <p:spPr>
          <a:xfrm>
            <a:off x="9127000" y="599971"/>
            <a:ext cx="3502211"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0" lang="es-BO" sz="2400" u="none" cap="none" strike="noStrike">
                <a:solidFill>
                  <a:srgbClr val="FFFFFF"/>
                </a:solidFill>
                <a:latin typeface="Calibri"/>
                <a:ea typeface="Calibri"/>
                <a:cs typeface="Calibri"/>
                <a:sym typeface="Calibri"/>
              </a:rPr>
              <a:t>Evaluar Gd(0)</a:t>
            </a:r>
            <a:br>
              <a:rPr b="0" i="0" lang="es-BO" sz="2400" u="none" cap="none" strike="noStrike">
                <a:solidFill>
                  <a:srgbClr val="FFFFFF"/>
                </a:solidFill>
                <a:latin typeface="Calibri"/>
                <a:ea typeface="Calibri"/>
                <a:cs typeface="Calibri"/>
                <a:sym typeface="Calibri"/>
              </a:rPr>
            </a:br>
            <a:r>
              <a:rPr b="0" i="0" lang="es-BO" sz="2400" u="none" cap="none" strike="noStrike">
                <a:solidFill>
                  <a:srgbClr val="FFFFFF"/>
                </a:solidFill>
                <a:latin typeface="Calibri"/>
                <a:ea typeface="Calibri"/>
                <a:cs typeface="Calibri"/>
                <a:sym typeface="Calibri"/>
              </a:rPr>
              <a:t>obtener N</a:t>
            </a:r>
            <a:endParaRPr b="0" i="0" sz="2400" u="none" cap="none" strike="noStrike">
              <a:solidFill>
                <a:srgbClr val="FFFFFF"/>
              </a:solidFill>
              <a:latin typeface="Calibri"/>
              <a:ea typeface="Calibri"/>
              <a:cs typeface="Calibri"/>
              <a:sym typeface="Calibri"/>
            </a:endParaRPr>
          </a:p>
        </p:txBody>
      </p:sp>
      <p:pic>
        <p:nvPicPr>
          <p:cNvPr id="1842" name="Google Shape;1842;p87"/>
          <p:cNvPicPr preferRelativeResize="0"/>
          <p:nvPr/>
        </p:nvPicPr>
        <p:blipFill rotWithShape="1">
          <a:blip r:embed="rId3">
            <a:alphaModFix/>
          </a:blip>
          <a:srcRect b="0" l="0" r="0" t="0"/>
          <a:stretch/>
        </p:blipFill>
        <p:spPr>
          <a:xfrm>
            <a:off x="5112483" y="3252151"/>
            <a:ext cx="4216400" cy="1016000"/>
          </a:xfrm>
          <a:prstGeom prst="rect">
            <a:avLst/>
          </a:prstGeom>
          <a:noFill/>
          <a:ln>
            <a:noFill/>
          </a:ln>
        </p:spPr>
      </p:pic>
      <p:sp>
        <p:nvSpPr>
          <p:cNvPr id="1843" name="Google Shape;1843;p87"/>
          <p:cNvSpPr/>
          <p:nvPr/>
        </p:nvSpPr>
        <p:spPr>
          <a:xfrm>
            <a:off x="3965452" y="2014156"/>
            <a:ext cx="454212" cy="531507"/>
          </a:xfrm>
          <a:prstGeom prst="rightArrow">
            <a:avLst>
              <a:gd fmla="val 50000" name="adj1"/>
              <a:gd fmla="val 50000" name="adj2"/>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Calibri"/>
              <a:buNone/>
            </a:pPr>
            <a:r>
              <a:t/>
            </a:r>
            <a:endParaRPr b="0" i="0" sz="2400" u="none" cap="none" strike="noStrike">
              <a:solidFill>
                <a:srgbClr val="FFFFFF"/>
              </a:solidFill>
              <a:latin typeface="Calibri"/>
              <a:ea typeface="Calibri"/>
              <a:cs typeface="Calibri"/>
              <a:sym typeface="Calibri"/>
            </a:endParaRPr>
          </a:p>
        </p:txBody>
      </p:sp>
      <p:grpSp>
        <p:nvGrpSpPr>
          <p:cNvPr id="1844" name="Google Shape;1844;p87"/>
          <p:cNvGrpSpPr/>
          <p:nvPr/>
        </p:nvGrpSpPr>
        <p:grpSpPr>
          <a:xfrm>
            <a:off x="934031" y="1145396"/>
            <a:ext cx="2824423" cy="1659837"/>
            <a:chOff x="934031" y="1145396"/>
            <a:chExt cx="2824423" cy="1659837"/>
          </a:xfrm>
        </p:grpSpPr>
        <p:pic>
          <p:nvPicPr>
            <p:cNvPr id="1845" name="Google Shape;1845;p87"/>
            <p:cNvPicPr preferRelativeResize="0"/>
            <p:nvPr/>
          </p:nvPicPr>
          <p:blipFill rotWithShape="1">
            <a:blip r:embed="rId4">
              <a:alphaModFix/>
            </a:blip>
            <a:srcRect b="0" l="0" r="0" t="0"/>
            <a:stretch/>
          </p:blipFill>
          <p:spPr>
            <a:xfrm>
              <a:off x="1070887" y="1662233"/>
              <a:ext cx="2298700" cy="1143000"/>
            </a:xfrm>
            <a:prstGeom prst="rect">
              <a:avLst/>
            </a:prstGeom>
            <a:noFill/>
            <a:ln>
              <a:noFill/>
            </a:ln>
          </p:spPr>
        </p:pic>
        <p:sp>
          <p:nvSpPr>
            <p:cNvPr id="1846" name="Google Shape;1846;p87"/>
            <p:cNvSpPr/>
            <p:nvPr/>
          </p:nvSpPr>
          <p:spPr>
            <a:xfrm>
              <a:off x="934031" y="1689446"/>
              <a:ext cx="2525203" cy="107721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47" name="Google Shape;1847;p87"/>
            <p:cNvSpPr txBox="1"/>
            <p:nvPr/>
          </p:nvSpPr>
          <p:spPr>
            <a:xfrm>
              <a:off x="1131796" y="1145396"/>
              <a:ext cx="26266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57070"/>
                </a:buClr>
                <a:buSzPts val="1800"/>
                <a:buFont typeface="Calibri"/>
                <a:buNone/>
              </a:pPr>
              <a:r>
                <a:rPr b="0" i="0" lang="es-BO" sz="1800" u="none" cap="none" strike="noStrike">
                  <a:solidFill>
                    <a:srgbClr val="757070"/>
                  </a:solidFill>
                  <a:latin typeface="Calibri"/>
                  <a:ea typeface="Calibri"/>
                  <a:cs typeface="Calibri"/>
                  <a:sym typeface="Calibri"/>
                </a:rPr>
                <a:t>Hallando Af = A – B*K</a:t>
              </a:r>
              <a:endParaRPr b="0" i="0" sz="1800" u="none" cap="none" strike="noStrike">
                <a:solidFill>
                  <a:srgbClr val="757070"/>
                </a:solidFill>
                <a:latin typeface="Calibri"/>
                <a:ea typeface="Calibri"/>
                <a:cs typeface="Calibri"/>
                <a:sym typeface="Calibri"/>
              </a:endParaRPr>
            </a:p>
          </p:txBody>
        </p:sp>
      </p:grpSp>
      <p:grpSp>
        <p:nvGrpSpPr>
          <p:cNvPr id="1848" name="Google Shape;1848;p87"/>
          <p:cNvGrpSpPr/>
          <p:nvPr/>
        </p:nvGrpSpPr>
        <p:grpSpPr>
          <a:xfrm>
            <a:off x="4659567" y="994081"/>
            <a:ext cx="3279948" cy="2027184"/>
            <a:chOff x="4659567" y="994081"/>
            <a:chExt cx="3279948" cy="2027184"/>
          </a:xfrm>
        </p:grpSpPr>
        <p:pic>
          <p:nvPicPr>
            <p:cNvPr id="1849" name="Google Shape;1849;p87"/>
            <p:cNvPicPr preferRelativeResize="0"/>
            <p:nvPr/>
          </p:nvPicPr>
          <p:blipFill rotWithShape="1">
            <a:blip r:embed="rId5">
              <a:alphaModFix/>
            </a:blip>
            <a:srcRect b="0" l="0" r="0" t="0"/>
            <a:stretch/>
          </p:blipFill>
          <p:spPr>
            <a:xfrm>
              <a:off x="4802439" y="1700465"/>
              <a:ext cx="2806700" cy="1320800"/>
            </a:xfrm>
            <a:prstGeom prst="rect">
              <a:avLst/>
            </a:prstGeom>
            <a:noFill/>
            <a:ln>
              <a:noFill/>
            </a:ln>
          </p:spPr>
        </p:pic>
        <p:sp>
          <p:nvSpPr>
            <p:cNvPr id="1850" name="Google Shape;1850;p87"/>
            <p:cNvSpPr/>
            <p:nvPr/>
          </p:nvSpPr>
          <p:spPr>
            <a:xfrm>
              <a:off x="4659567" y="1754411"/>
              <a:ext cx="2949571" cy="1266854"/>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51" name="Google Shape;1851;p87"/>
            <p:cNvSpPr txBox="1"/>
            <p:nvPr/>
          </p:nvSpPr>
          <p:spPr>
            <a:xfrm>
              <a:off x="4689595" y="994081"/>
              <a:ext cx="324992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57070"/>
                </a:buClr>
                <a:buSzPts val="1800"/>
                <a:buFont typeface="Calibri"/>
                <a:buNone/>
              </a:pPr>
              <a:r>
                <a:rPr b="0" i="0" lang="es-BO" sz="1800" u="none" cap="none" strike="noStrike">
                  <a:solidFill>
                    <a:srgbClr val="757070"/>
                  </a:solidFill>
                  <a:latin typeface="Calibri"/>
                  <a:ea typeface="Calibri"/>
                  <a:cs typeface="Calibri"/>
                  <a:sym typeface="Calibri"/>
                </a:rPr>
                <a:t>Hallando función de transferencia del regulador</a:t>
              </a:r>
              <a:endParaRPr b="0" i="0" sz="1800" u="none" cap="none" strike="noStrike">
                <a:solidFill>
                  <a:srgbClr val="757070"/>
                </a:solidFill>
                <a:latin typeface="Calibri"/>
                <a:ea typeface="Calibri"/>
                <a:cs typeface="Calibri"/>
                <a:sym typeface="Calibri"/>
              </a:endParaRPr>
            </a:p>
          </p:txBody>
        </p:sp>
      </p:grpSp>
      <p:grpSp>
        <p:nvGrpSpPr>
          <p:cNvPr id="1852" name="Google Shape;1852;p87"/>
          <p:cNvGrpSpPr/>
          <p:nvPr/>
        </p:nvGrpSpPr>
        <p:grpSpPr>
          <a:xfrm>
            <a:off x="8899118" y="1060197"/>
            <a:ext cx="3000680" cy="1839277"/>
            <a:chOff x="8899118" y="1060197"/>
            <a:chExt cx="3000680" cy="1839277"/>
          </a:xfrm>
        </p:grpSpPr>
        <p:pic>
          <p:nvPicPr>
            <p:cNvPr id="1853" name="Google Shape;1853;p87"/>
            <p:cNvPicPr preferRelativeResize="0"/>
            <p:nvPr/>
          </p:nvPicPr>
          <p:blipFill rotWithShape="1">
            <a:blip r:embed="rId6">
              <a:alphaModFix/>
            </a:blip>
            <a:srcRect b="0" l="0" r="0" t="0"/>
            <a:stretch/>
          </p:blipFill>
          <p:spPr>
            <a:xfrm>
              <a:off x="9438320" y="1886210"/>
              <a:ext cx="1270000" cy="787400"/>
            </a:xfrm>
            <a:prstGeom prst="rect">
              <a:avLst/>
            </a:prstGeom>
            <a:noFill/>
            <a:ln>
              <a:noFill/>
            </a:ln>
          </p:spPr>
        </p:pic>
        <p:sp>
          <p:nvSpPr>
            <p:cNvPr id="1854" name="Google Shape;1854;p87"/>
            <p:cNvSpPr/>
            <p:nvPr/>
          </p:nvSpPr>
          <p:spPr>
            <a:xfrm>
              <a:off x="8899118" y="1822256"/>
              <a:ext cx="2259942" cy="107721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55" name="Google Shape;1855;p87"/>
            <p:cNvSpPr txBox="1"/>
            <p:nvPr/>
          </p:nvSpPr>
          <p:spPr>
            <a:xfrm>
              <a:off x="9273140" y="1060197"/>
              <a:ext cx="262665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57070"/>
                </a:buClr>
                <a:buSzPts val="1800"/>
                <a:buFont typeface="Calibri"/>
                <a:buNone/>
              </a:pPr>
              <a:r>
                <a:rPr b="0" i="0" lang="es-BO" sz="1800" u="none" cap="none" strike="noStrike">
                  <a:solidFill>
                    <a:srgbClr val="757070"/>
                  </a:solidFill>
                  <a:latin typeface="Calibri"/>
                  <a:ea typeface="Calibri"/>
                  <a:cs typeface="Calibri"/>
                  <a:sym typeface="Calibri"/>
                </a:rPr>
                <a:t>Evaluar Gd(0)</a:t>
              </a:r>
              <a:br>
                <a:rPr b="0" i="0" lang="es-BO" sz="1800" u="none" cap="none" strike="noStrike">
                  <a:solidFill>
                    <a:srgbClr val="757070"/>
                  </a:solidFill>
                  <a:latin typeface="Calibri"/>
                  <a:ea typeface="Calibri"/>
                  <a:cs typeface="Calibri"/>
                  <a:sym typeface="Calibri"/>
                </a:rPr>
              </a:br>
              <a:r>
                <a:rPr b="0" i="0" lang="es-BO" sz="1800" u="none" cap="none" strike="noStrike">
                  <a:solidFill>
                    <a:srgbClr val="757070"/>
                  </a:solidFill>
                  <a:latin typeface="Calibri"/>
                  <a:ea typeface="Calibri"/>
                  <a:cs typeface="Calibri"/>
                  <a:sym typeface="Calibri"/>
                </a:rPr>
                <a:t>obtener N</a:t>
              </a:r>
              <a:endParaRPr b="0" i="0" sz="1800" u="none" cap="none" strike="noStrike">
                <a:solidFill>
                  <a:srgbClr val="757070"/>
                </a:solidFill>
                <a:latin typeface="Calibri"/>
                <a:ea typeface="Calibri"/>
                <a:cs typeface="Calibri"/>
                <a:sym typeface="Calibri"/>
              </a:endParaRPr>
            </a:p>
          </p:txBody>
        </p:sp>
      </p:grpSp>
      <p:grpSp>
        <p:nvGrpSpPr>
          <p:cNvPr id="1856" name="Google Shape;1856;p87"/>
          <p:cNvGrpSpPr/>
          <p:nvPr/>
        </p:nvGrpSpPr>
        <p:grpSpPr>
          <a:xfrm>
            <a:off x="1166477" y="3606262"/>
            <a:ext cx="2742219" cy="1746951"/>
            <a:chOff x="1166477" y="3606262"/>
            <a:chExt cx="2742219" cy="1746951"/>
          </a:xfrm>
        </p:grpSpPr>
        <p:pic>
          <p:nvPicPr>
            <p:cNvPr id="1857" name="Google Shape;1857;p87"/>
            <p:cNvPicPr preferRelativeResize="0"/>
            <p:nvPr/>
          </p:nvPicPr>
          <p:blipFill rotWithShape="1">
            <a:blip r:embed="rId7">
              <a:alphaModFix/>
            </a:blip>
            <a:srcRect b="0" l="0" r="0" t="0"/>
            <a:stretch/>
          </p:blipFill>
          <p:spPr>
            <a:xfrm>
              <a:off x="1585630" y="4261013"/>
              <a:ext cx="1155700" cy="1092200"/>
            </a:xfrm>
            <a:prstGeom prst="rect">
              <a:avLst/>
            </a:prstGeom>
            <a:noFill/>
            <a:ln>
              <a:noFill/>
            </a:ln>
          </p:spPr>
        </p:pic>
        <p:sp>
          <p:nvSpPr>
            <p:cNvPr id="1858" name="Google Shape;1858;p87"/>
            <p:cNvSpPr/>
            <p:nvPr/>
          </p:nvSpPr>
          <p:spPr>
            <a:xfrm>
              <a:off x="1166477" y="4275995"/>
              <a:ext cx="2259942" cy="1077218"/>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59" name="Google Shape;1859;p87"/>
            <p:cNvSpPr txBox="1"/>
            <p:nvPr/>
          </p:nvSpPr>
          <p:spPr>
            <a:xfrm>
              <a:off x="1282038" y="3606262"/>
              <a:ext cx="262665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57070"/>
                </a:buClr>
                <a:buSzPts val="1800"/>
                <a:buFont typeface="Calibri"/>
                <a:buNone/>
              </a:pPr>
              <a:r>
                <a:rPr b="0" i="0" lang="es-BO" sz="1800" u="none" cap="none" strike="noStrike">
                  <a:solidFill>
                    <a:srgbClr val="757070"/>
                  </a:solidFill>
                  <a:latin typeface="Calibri"/>
                  <a:ea typeface="Calibri"/>
                  <a:cs typeface="Calibri"/>
                  <a:sym typeface="Calibri"/>
                </a:rPr>
                <a:t>Hallando Bf =N*B</a:t>
              </a:r>
              <a:endParaRPr b="0" i="0" sz="1800" u="none" cap="none" strike="noStrike">
                <a:solidFill>
                  <a:srgbClr val="757070"/>
                </a:solidFill>
                <a:latin typeface="Calibri"/>
                <a:ea typeface="Calibri"/>
                <a:cs typeface="Calibri"/>
                <a:sym typeface="Calibri"/>
              </a:endParaRPr>
            </a:p>
          </p:txBody>
        </p:sp>
      </p:grpSp>
      <p:grpSp>
        <p:nvGrpSpPr>
          <p:cNvPr id="1860" name="Google Shape;1860;p87"/>
          <p:cNvGrpSpPr/>
          <p:nvPr/>
        </p:nvGrpSpPr>
        <p:grpSpPr>
          <a:xfrm>
            <a:off x="5198961" y="4259034"/>
            <a:ext cx="5744562" cy="1353553"/>
            <a:chOff x="5198961" y="4259034"/>
            <a:chExt cx="5744562" cy="1353553"/>
          </a:xfrm>
        </p:grpSpPr>
        <p:pic>
          <p:nvPicPr>
            <p:cNvPr id="1861" name="Google Shape;1861;p87"/>
            <p:cNvPicPr preferRelativeResize="0"/>
            <p:nvPr/>
          </p:nvPicPr>
          <p:blipFill rotWithShape="1">
            <a:blip r:embed="rId8">
              <a:alphaModFix/>
            </a:blip>
            <a:srcRect b="0" l="0" r="0" t="0"/>
            <a:stretch/>
          </p:blipFill>
          <p:spPr>
            <a:xfrm>
              <a:off x="8378123" y="4321553"/>
              <a:ext cx="2565400" cy="1219200"/>
            </a:xfrm>
            <a:prstGeom prst="rect">
              <a:avLst/>
            </a:prstGeom>
            <a:noFill/>
            <a:ln>
              <a:noFill/>
            </a:ln>
          </p:spPr>
        </p:pic>
        <p:sp>
          <p:nvSpPr>
            <p:cNvPr id="1862" name="Google Shape;1862;p87"/>
            <p:cNvSpPr/>
            <p:nvPr/>
          </p:nvSpPr>
          <p:spPr>
            <a:xfrm>
              <a:off x="8037989" y="4259034"/>
              <a:ext cx="2905533" cy="1353553"/>
            </a:xfrm>
            <a:prstGeom prst="roundRect">
              <a:avLst>
                <a:gd fmla="val 16667" name="adj"/>
              </a:avLst>
            </a:prstGeom>
            <a:noFill/>
            <a:ln cap="flat" cmpd="sng" w="28575">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63" name="Google Shape;1863;p87"/>
            <p:cNvSpPr txBox="1"/>
            <p:nvPr/>
          </p:nvSpPr>
          <p:spPr>
            <a:xfrm>
              <a:off x="5198961" y="4465886"/>
              <a:ext cx="262665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57070"/>
                </a:buClr>
                <a:buSzPts val="1800"/>
                <a:buFont typeface="Calibri"/>
                <a:buNone/>
              </a:pPr>
              <a:r>
                <a:rPr b="0" i="0" lang="es-BO" sz="1800" u="none" cap="none" strike="noStrike">
                  <a:solidFill>
                    <a:srgbClr val="757070"/>
                  </a:solidFill>
                  <a:latin typeface="Calibri"/>
                  <a:ea typeface="Calibri"/>
                  <a:cs typeface="Calibri"/>
                  <a:sym typeface="Calibri"/>
                </a:rPr>
                <a:t>Hallando función de Planta con regulación y seguimiento</a:t>
              </a:r>
              <a:endParaRPr b="0" i="0" sz="1800" u="none" cap="none" strike="noStrike">
                <a:solidFill>
                  <a:srgbClr val="757070"/>
                </a:solidFill>
                <a:latin typeface="Calibri"/>
                <a:ea typeface="Calibri"/>
                <a:cs typeface="Calibri"/>
                <a:sym typeface="Calibri"/>
              </a:endParaRPr>
            </a:p>
          </p:txBody>
        </p:sp>
      </p:grpSp>
      <p:sp>
        <p:nvSpPr>
          <p:cNvPr id="1864" name="Google Shape;1864;p87"/>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Realimentación de estados: Diseño</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4"/>
                                        </p:tgtEl>
                                        <p:attrNameLst>
                                          <p:attrName>style.visibility</p:attrName>
                                        </p:attrNameLst>
                                      </p:cBhvr>
                                      <p:to>
                                        <p:strVal val="visible"/>
                                      </p:to>
                                    </p:set>
                                    <p:animEffect filter="fade" transition="in">
                                      <p:cBhvr>
                                        <p:cTn dur="500"/>
                                        <p:tgtEl>
                                          <p:spTgt spid="18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4"/>
                                        </p:tgtEl>
                                        <p:attrNameLst>
                                          <p:attrName>style.visibility</p:attrName>
                                        </p:attrNameLst>
                                      </p:cBhvr>
                                      <p:to>
                                        <p:strVal val="visible"/>
                                      </p:to>
                                    </p:set>
                                    <p:animEffect filter="fade" transition="in">
                                      <p:cBhvr>
                                        <p:cTn dur="500"/>
                                        <p:tgtEl>
                                          <p:spTgt spid="18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3"/>
                                        </p:tgtEl>
                                        <p:attrNameLst>
                                          <p:attrName>style.visibility</p:attrName>
                                        </p:attrNameLst>
                                      </p:cBhvr>
                                      <p:to>
                                        <p:strVal val="visible"/>
                                      </p:to>
                                    </p:set>
                                    <p:animEffect filter="fade" transition="in">
                                      <p:cBhvr>
                                        <p:cTn dur="500"/>
                                        <p:tgtEl>
                                          <p:spTgt spid="18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8"/>
                                        </p:tgtEl>
                                        <p:attrNameLst>
                                          <p:attrName>style.visibility</p:attrName>
                                        </p:attrNameLst>
                                      </p:cBhvr>
                                      <p:to>
                                        <p:strVal val="visible"/>
                                      </p:to>
                                    </p:set>
                                    <p:animEffect filter="fade" transition="in">
                                      <p:cBhvr>
                                        <p:cTn dur="500"/>
                                        <p:tgtEl>
                                          <p:spTgt spid="18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9"/>
                                        </p:tgtEl>
                                        <p:attrNameLst>
                                          <p:attrName>style.visibility</p:attrName>
                                        </p:attrNameLst>
                                      </p:cBhvr>
                                      <p:to>
                                        <p:strVal val="visible"/>
                                      </p:to>
                                    </p:set>
                                    <p:animEffect filter="fade" transition="in">
                                      <p:cBhvr>
                                        <p:cTn dur="500"/>
                                        <p:tgtEl>
                                          <p:spTgt spid="18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2"/>
                                        </p:tgtEl>
                                        <p:attrNameLst>
                                          <p:attrName>style.visibility</p:attrName>
                                        </p:attrNameLst>
                                      </p:cBhvr>
                                      <p:to>
                                        <p:strVal val="visible"/>
                                      </p:to>
                                    </p:set>
                                    <p:animEffect filter="fade" transition="in">
                                      <p:cBhvr>
                                        <p:cTn dur="500"/>
                                        <p:tgtEl>
                                          <p:spTgt spid="1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6"/>
                                        </p:tgtEl>
                                        <p:attrNameLst>
                                          <p:attrName>style.visibility</p:attrName>
                                        </p:attrNameLst>
                                      </p:cBhvr>
                                      <p:to>
                                        <p:strVal val="visible"/>
                                      </p:to>
                                    </p:set>
                                    <p:animEffect filter="fade" transition="in">
                                      <p:cBhvr>
                                        <p:cTn dur="500"/>
                                        <p:tgtEl>
                                          <p:spTgt spid="1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gtEl>
                                        <p:attrNameLst>
                                          <p:attrName>style.visibility</p:attrName>
                                        </p:attrNameLst>
                                      </p:cBhvr>
                                      <p:to>
                                        <p:strVal val="visible"/>
                                      </p:to>
                                    </p:set>
                                    <p:animEffect filter="fade" transition="in">
                                      <p:cBhvr>
                                        <p:cTn dur="500"/>
                                        <p:tgtEl>
                                          <p:spTgt spid="18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2"/>
                                        </p:tgtEl>
                                        <p:attrNameLst>
                                          <p:attrName>style.visibility</p:attrName>
                                        </p:attrNameLst>
                                      </p:cBhvr>
                                      <p:to>
                                        <p:strVal val="visible"/>
                                      </p:to>
                                    </p:set>
                                    <p:animEffect filter="fade" transition="in">
                                      <p:cBhvr>
                                        <p:cTn dur="1000"/>
                                        <p:tgtEl>
                                          <p:spTgt spid="1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0"/>
                                        </p:tgtEl>
                                        <p:attrNameLst>
                                          <p:attrName>style.visibility</p:attrName>
                                        </p:attrNameLst>
                                      </p:cBhvr>
                                      <p:to>
                                        <p:strVal val="visible"/>
                                      </p:to>
                                    </p:set>
                                    <p:animEffect filter="fade" transition="in">
                                      <p:cBhvr>
                                        <p:cTn dur="500"/>
                                        <p:tgtEl>
                                          <p:spTgt spid="18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8" name="Shape 1868"/>
        <p:cNvGrpSpPr/>
        <p:nvPr/>
      </p:nvGrpSpPr>
      <p:grpSpPr>
        <a:xfrm>
          <a:off x="0" y="0"/>
          <a:ext cx="0" cy="0"/>
          <a:chOff x="0" y="0"/>
          <a:chExt cx="0" cy="0"/>
        </a:xfrm>
      </p:grpSpPr>
      <p:sp>
        <p:nvSpPr>
          <p:cNvPr id="1869" name="Google Shape;1869;p88"/>
          <p:cNvSpPr txBox="1"/>
          <p:nvPr/>
        </p:nvSpPr>
        <p:spPr>
          <a:xfrm>
            <a:off x="927283" y="576066"/>
            <a:ext cx="9914035"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0" lang="es-BO" sz="2400" u="none" cap="none" strike="noStrike">
                <a:solidFill>
                  <a:srgbClr val="FFFFFF"/>
                </a:solidFill>
                <a:latin typeface="Calibri"/>
                <a:ea typeface="Calibri"/>
                <a:cs typeface="Calibri"/>
                <a:sym typeface="Calibri"/>
              </a:rPr>
              <a:t>Para una correcta comparación se realizo el diseño en continuo de seguimiento y regulación el cual será comparada por cuestiones de verificación</a:t>
            </a:r>
            <a:endParaRPr b="0" i="0" sz="2400" u="none" cap="none" strike="noStrike">
              <a:solidFill>
                <a:srgbClr val="FFFFFF"/>
              </a:solidFill>
              <a:latin typeface="Calibri"/>
              <a:ea typeface="Calibri"/>
              <a:cs typeface="Calibri"/>
              <a:sym typeface="Calibri"/>
            </a:endParaRPr>
          </a:p>
        </p:txBody>
      </p:sp>
      <p:pic>
        <p:nvPicPr>
          <p:cNvPr id="1870" name="Google Shape;1870;p88"/>
          <p:cNvPicPr preferRelativeResize="0"/>
          <p:nvPr/>
        </p:nvPicPr>
        <p:blipFill rotWithShape="1">
          <a:blip r:embed="rId3">
            <a:alphaModFix/>
          </a:blip>
          <a:srcRect b="0" l="0" r="0" t="0"/>
          <a:stretch/>
        </p:blipFill>
        <p:spPr>
          <a:xfrm>
            <a:off x="1589742" y="1273692"/>
            <a:ext cx="9336967" cy="5057707"/>
          </a:xfrm>
          <a:prstGeom prst="rect">
            <a:avLst/>
          </a:prstGeom>
          <a:noFill/>
          <a:ln>
            <a:noFill/>
          </a:ln>
        </p:spPr>
      </p:pic>
      <p:sp>
        <p:nvSpPr>
          <p:cNvPr id="1871" name="Google Shape;1871;p88"/>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Realimentación de estados: Simulación</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1"/>
                                        </p:tgtEl>
                                        <p:attrNameLst>
                                          <p:attrName>style.visibility</p:attrName>
                                        </p:attrNameLst>
                                      </p:cBhvr>
                                      <p:to>
                                        <p:strVal val="visible"/>
                                      </p:to>
                                    </p:set>
                                    <p:animEffect filter="fade" transition="in">
                                      <p:cBhvr>
                                        <p:cTn dur="500"/>
                                        <p:tgtEl>
                                          <p:spTgt spid="1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0"/>
                                        </p:tgtEl>
                                        <p:attrNameLst>
                                          <p:attrName>style.visibility</p:attrName>
                                        </p:attrNameLst>
                                      </p:cBhvr>
                                      <p:to>
                                        <p:strVal val="visible"/>
                                      </p:to>
                                    </p:set>
                                    <p:animEffect filter="fade" transition="in">
                                      <p:cBhvr>
                                        <p:cTn dur="1000"/>
                                        <p:tgtEl>
                                          <p:spTgt spid="18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89"/>
          <p:cNvSpPr txBox="1"/>
          <p:nvPr/>
        </p:nvSpPr>
        <p:spPr>
          <a:xfrm>
            <a:off x="1717282" y="662928"/>
            <a:ext cx="350221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57070"/>
              </a:buClr>
              <a:buSzPts val="2000"/>
              <a:buFont typeface="Times New Roman"/>
              <a:buNone/>
            </a:pPr>
            <a:r>
              <a:rPr b="0" i="0" lang="es-BO" sz="2000" u="none" cap="none" strike="noStrike">
                <a:solidFill>
                  <a:srgbClr val="757070"/>
                </a:solidFill>
                <a:latin typeface="Times New Roman"/>
                <a:ea typeface="Times New Roman"/>
                <a:cs typeface="Times New Roman"/>
                <a:sym typeface="Times New Roman"/>
              </a:rPr>
              <a:t>CONTINUO</a:t>
            </a:r>
            <a:endParaRPr b="0" i="0" sz="2000" u="none" cap="none" strike="noStrike">
              <a:solidFill>
                <a:srgbClr val="757070"/>
              </a:solidFill>
              <a:latin typeface="Times New Roman"/>
              <a:ea typeface="Times New Roman"/>
              <a:cs typeface="Times New Roman"/>
              <a:sym typeface="Times New Roman"/>
            </a:endParaRPr>
          </a:p>
        </p:txBody>
      </p:sp>
      <p:sp>
        <p:nvSpPr>
          <p:cNvPr id="1877" name="Google Shape;1877;p89"/>
          <p:cNvSpPr txBox="1"/>
          <p:nvPr/>
        </p:nvSpPr>
        <p:spPr>
          <a:xfrm>
            <a:off x="7590216" y="662928"/>
            <a:ext cx="350221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57070"/>
              </a:buClr>
              <a:buSzPts val="2000"/>
              <a:buFont typeface="Times New Roman"/>
              <a:buNone/>
            </a:pPr>
            <a:r>
              <a:rPr b="0" i="0" lang="es-BO" sz="2000" u="none" cap="none" strike="noStrike">
                <a:solidFill>
                  <a:srgbClr val="757070"/>
                </a:solidFill>
                <a:latin typeface="Times New Roman"/>
                <a:ea typeface="Times New Roman"/>
                <a:cs typeface="Times New Roman"/>
                <a:sym typeface="Times New Roman"/>
              </a:rPr>
              <a:t>DISCRETO</a:t>
            </a:r>
            <a:endParaRPr b="0" i="0" sz="2000" u="none" cap="none" strike="noStrike">
              <a:solidFill>
                <a:srgbClr val="757070"/>
              </a:solidFill>
              <a:latin typeface="Times New Roman"/>
              <a:ea typeface="Times New Roman"/>
              <a:cs typeface="Times New Roman"/>
              <a:sym typeface="Times New Roman"/>
            </a:endParaRPr>
          </a:p>
        </p:txBody>
      </p:sp>
      <p:pic>
        <p:nvPicPr>
          <p:cNvPr id="1878" name="Google Shape;1878;p89"/>
          <p:cNvPicPr preferRelativeResize="0"/>
          <p:nvPr/>
        </p:nvPicPr>
        <p:blipFill rotWithShape="1">
          <a:blip r:embed="rId3">
            <a:alphaModFix/>
          </a:blip>
          <a:srcRect b="0" l="0" r="0" t="0"/>
          <a:stretch/>
        </p:blipFill>
        <p:spPr>
          <a:xfrm>
            <a:off x="787585" y="1085415"/>
            <a:ext cx="4122271" cy="3229653"/>
          </a:xfrm>
          <a:prstGeom prst="rect">
            <a:avLst/>
          </a:prstGeom>
          <a:noFill/>
          <a:ln>
            <a:noFill/>
          </a:ln>
        </p:spPr>
      </p:pic>
      <p:pic>
        <p:nvPicPr>
          <p:cNvPr id="1879" name="Google Shape;1879;p89"/>
          <p:cNvPicPr preferRelativeResize="0"/>
          <p:nvPr/>
        </p:nvPicPr>
        <p:blipFill rotWithShape="1">
          <a:blip r:embed="rId4">
            <a:alphaModFix/>
          </a:blip>
          <a:srcRect b="0" l="0" r="0" t="0"/>
          <a:stretch/>
        </p:blipFill>
        <p:spPr>
          <a:xfrm>
            <a:off x="6410648" y="1163426"/>
            <a:ext cx="4213305" cy="3229653"/>
          </a:xfrm>
          <a:prstGeom prst="rect">
            <a:avLst/>
          </a:prstGeom>
          <a:noFill/>
          <a:ln>
            <a:noFill/>
          </a:ln>
        </p:spPr>
      </p:pic>
      <p:pic>
        <p:nvPicPr>
          <p:cNvPr id="1880" name="Google Shape;1880;p89"/>
          <p:cNvPicPr preferRelativeResize="0"/>
          <p:nvPr/>
        </p:nvPicPr>
        <p:blipFill rotWithShape="1">
          <a:blip r:embed="rId5">
            <a:alphaModFix/>
          </a:blip>
          <a:srcRect b="0" l="0" r="0" t="0"/>
          <a:stretch/>
        </p:blipFill>
        <p:spPr>
          <a:xfrm>
            <a:off x="1553321" y="4494605"/>
            <a:ext cx="2590800" cy="2044700"/>
          </a:xfrm>
          <a:prstGeom prst="rect">
            <a:avLst/>
          </a:prstGeom>
          <a:noFill/>
          <a:ln>
            <a:noFill/>
          </a:ln>
        </p:spPr>
      </p:pic>
      <p:pic>
        <p:nvPicPr>
          <p:cNvPr id="1881" name="Google Shape;1881;p89"/>
          <p:cNvPicPr preferRelativeResize="0"/>
          <p:nvPr/>
        </p:nvPicPr>
        <p:blipFill rotWithShape="1">
          <a:blip r:embed="rId6">
            <a:alphaModFix/>
          </a:blip>
          <a:srcRect b="0" l="0" r="0" t="0"/>
          <a:stretch/>
        </p:blipFill>
        <p:spPr>
          <a:xfrm>
            <a:off x="6814109" y="4393079"/>
            <a:ext cx="2796820" cy="2189429"/>
          </a:xfrm>
          <a:prstGeom prst="rect">
            <a:avLst/>
          </a:prstGeom>
          <a:noFill/>
          <a:ln>
            <a:noFill/>
          </a:ln>
        </p:spPr>
      </p:pic>
      <p:sp>
        <p:nvSpPr>
          <p:cNvPr id="1882" name="Google Shape;1882;p89"/>
          <p:cNvSpPr txBox="1"/>
          <p:nvPr/>
        </p:nvSpPr>
        <p:spPr>
          <a:xfrm>
            <a:off x="1183601" y="342327"/>
            <a:ext cx="4912400"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Realimentación de estados: Simulación</a:t>
            </a:r>
            <a:endParaRPr/>
          </a:p>
        </p:txBody>
      </p:sp>
      <p:cxnSp>
        <p:nvCxnSpPr>
          <p:cNvPr id="1883" name="Google Shape;1883;p89"/>
          <p:cNvCxnSpPr/>
          <p:nvPr/>
        </p:nvCxnSpPr>
        <p:spPr>
          <a:xfrm rot="10800000">
            <a:off x="5734481" y="889484"/>
            <a:ext cx="0" cy="5479785"/>
          </a:xfrm>
          <a:prstGeom prst="straightConnector1">
            <a:avLst/>
          </a:prstGeom>
          <a:noFill/>
          <a:ln cap="flat" cmpd="sng" w="76200">
            <a:solidFill>
              <a:srgbClr val="0070C0"/>
            </a:solidFill>
            <a:prstDash val="solid"/>
            <a:miter lim="800000"/>
            <a:headEnd len="sm" w="sm" type="none"/>
            <a:tailEnd len="sm" w="sm" type="none"/>
          </a:ln>
        </p:spPr>
      </p:cxn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2"/>
                                        </p:tgtEl>
                                        <p:attrNameLst>
                                          <p:attrName>style.visibility</p:attrName>
                                        </p:attrNameLst>
                                      </p:cBhvr>
                                      <p:to>
                                        <p:strVal val="visible"/>
                                      </p:to>
                                    </p:set>
                                    <p:animEffect filter="fade" transition="in">
                                      <p:cBhvr>
                                        <p:cTn dur="500"/>
                                        <p:tgtEl>
                                          <p:spTgt spid="1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6"/>
                                        </p:tgtEl>
                                        <p:attrNameLst>
                                          <p:attrName>style.visibility</p:attrName>
                                        </p:attrNameLst>
                                      </p:cBhvr>
                                      <p:to>
                                        <p:strVal val="visible"/>
                                      </p:to>
                                    </p:set>
                                    <p:animEffect filter="fade" transition="in">
                                      <p:cBhvr>
                                        <p:cTn dur="500"/>
                                        <p:tgtEl>
                                          <p:spTgt spid="1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8"/>
                                        </p:tgtEl>
                                        <p:attrNameLst>
                                          <p:attrName>style.visibility</p:attrName>
                                        </p:attrNameLst>
                                      </p:cBhvr>
                                      <p:to>
                                        <p:strVal val="visible"/>
                                      </p:to>
                                    </p:set>
                                    <p:animEffect filter="fade" transition="in">
                                      <p:cBhvr>
                                        <p:cTn dur="1000"/>
                                        <p:tgtEl>
                                          <p:spTgt spid="18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0"/>
                                        </p:tgtEl>
                                        <p:attrNameLst>
                                          <p:attrName>style.visibility</p:attrName>
                                        </p:attrNameLst>
                                      </p:cBhvr>
                                      <p:to>
                                        <p:strVal val="visible"/>
                                      </p:to>
                                    </p:set>
                                    <p:animEffect filter="fade" transition="in">
                                      <p:cBhvr>
                                        <p:cTn dur="500"/>
                                        <p:tgtEl>
                                          <p:spTgt spid="18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3"/>
                                        </p:tgtEl>
                                        <p:attrNameLst>
                                          <p:attrName>style.visibility</p:attrName>
                                        </p:attrNameLst>
                                      </p:cBhvr>
                                      <p:to>
                                        <p:strVal val="visible"/>
                                      </p:to>
                                    </p:set>
                                    <p:animEffect filter="fade" transition="in">
                                      <p:cBhvr>
                                        <p:cTn dur="500"/>
                                        <p:tgtEl>
                                          <p:spTgt spid="1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7"/>
                                        </p:tgtEl>
                                        <p:attrNameLst>
                                          <p:attrName>style.visibility</p:attrName>
                                        </p:attrNameLst>
                                      </p:cBhvr>
                                      <p:to>
                                        <p:strVal val="visible"/>
                                      </p:to>
                                    </p:set>
                                    <p:animEffect filter="fade" transition="in">
                                      <p:cBhvr>
                                        <p:cTn dur="500"/>
                                        <p:tgtEl>
                                          <p:spTgt spid="1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9"/>
                                        </p:tgtEl>
                                        <p:attrNameLst>
                                          <p:attrName>style.visibility</p:attrName>
                                        </p:attrNameLst>
                                      </p:cBhvr>
                                      <p:to>
                                        <p:strVal val="visible"/>
                                      </p:to>
                                    </p:set>
                                    <p:animEffect filter="fade" transition="in">
                                      <p:cBhvr>
                                        <p:cTn dur="500"/>
                                        <p:tgtEl>
                                          <p:spTgt spid="18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1"/>
                                        </p:tgtEl>
                                        <p:attrNameLst>
                                          <p:attrName>style.visibility</p:attrName>
                                        </p:attrNameLst>
                                      </p:cBhvr>
                                      <p:to>
                                        <p:strVal val="visible"/>
                                      </p:to>
                                    </p:set>
                                    <p:animEffect filter="fade" transition="in">
                                      <p:cBhvr>
                                        <p:cTn dur="500"/>
                                        <p:tgtEl>
                                          <p:spTgt spid="18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pic>
        <p:nvPicPr>
          <p:cNvPr id="1888" name="Google Shape;1888;p90"/>
          <p:cNvPicPr preferRelativeResize="0"/>
          <p:nvPr/>
        </p:nvPicPr>
        <p:blipFill rotWithShape="1">
          <a:blip r:embed="rId3">
            <a:alphaModFix/>
          </a:blip>
          <a:srcRect b="0" l="0" r="0" t="0"/>
          <a:stretch/>
        </p:blipFill>
        <p:spPr>
          <a:xfrm>
            <a:off x="783936" y="1825329"/>
            <a:ext cx="5204568" cy="2918691"/>
          </a:xfrm>
          <a:prstGeom prst="rect">
            <a:avLst/>
          </a:prstGeom>
          <a:noFill/>
          <a:ln>
            <a:noFill/>
          </a:ln>
        </p:spPr>
      </p:pic>
      <p:pic>
        <p:nvPicPr>
          <p:cNvPr id="1889" name="Google Shape;1889;p90"/>
          <p:cNvPicPr preferRelativeResize="0"/>
          <p:nvPr/>
        </p:nvPicPr>
        <p:blipFill rotWithShape="1">
          <a:blip r:embed="rId4">
            <a:alphaModFix/>
          </a:blip>
          <a:srcRect b="0" l="0" r="0" t="0"/>
          <a:stretch/>
        </p:blipFill>
        <p:spPr>
          <a:xfrm>
            <a:off x="6757890" y="1400867"/>
            <a:ext cx="4864100" cy="3767616"/>
          </a:xfrm>
          <a:prstGeom prst="rect">
            <a:avLst/>
          </a:prstGeom>
          <a:noFill/>
          <a:ln>
            <a:noFill/>
          </a:ln>
        </p:spPr>
      </p:pic>
      <p:sp>
        <p:nvSpPr>
          <p:cNvPr id="1890" name="Google Shape;1890;p90"/>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Implementacón toolbox: IDENT MATLAB</a:t>
            </a:r>
            <a:endParaRPr/>
          </a:p>
        </p:txBody>
      </p:sp>
      <p:sp>
        <p:nvSpPr>
          <p:cNvPr id="1891" name="Google Shape;1891;p90"/>
          <p:cNvSpPr/>
          <p:nvPr/>
        </p:nvSpPr>
        <p:spPr>
          <a:xfrm>
            <a:off x="6211614" y="2736894"/>
            <a:ext cx="454047" cy="536027"/>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0"/>
                                        </p:tgtEl>
                                        <p:attrNameLst>
                                          <p:attrName>style.visibility</p:attrName>
                                        </p:attrNameLst>
                                      </p:cBhvr>
                                      <p:to>
                                        <p:strVal val="visible"/>
                                      </p:to>
                                    </p:set>
                                    <p:animEffect filter="fade" transition="in">
                                      <p:cBhvr>
                                        <p:cTn dur="500"/>
                                        <p:tgtEl>
                                          <p:spTgt spid="18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8"/>
                                        </p:tgtEl>
                                        <p:attrNameLst>
                                          <p:attrName>style.visibility</p:attrName>
                                        </p:attrNameLst>
                                      </p:cBhvr>
                                      <p:to>
                                        <p:strVal val="visible"/>
                                      </p:to>
                                    </p:set>
                                    <p:animEffect filter="fade" transition="in">
                                      <p:cBhvr>
                                        <p:cTn dur="500"/>
                                        <p:tgtEl>
                                          <p:spTgt spid="1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1"/>
                                        </p:tgtEl>
                                        <p:attrNameLst>
                                          <p:attrName>style.visibility</p:attrName>
                                        </p:attrNameLst>
                                      </p:cBhvr>
                                      <p:to>
                                        <p:strVal val="visible"/>
                                      </p:to>
                                    </p:set>
                                    <p:animEffect filter="fade" transition="in">
                                      <p:cBhvr>
                                        <p:cTn dur="1000"/>
                                        <p:tgtEl>
                                          <p:spTgt spid="1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9"/>
                                        </p:tgtEl>
                                        <p:attrNameLst>
                                          <p:attrName>style.visibility</p:attrName>
                                        </p:attrNameLst>
                                      </p:cBhvr>
                                      <p:to>
                                        <p:strVal val="visible"/>
                                      </p:to>
                                    </p:set>
                                    <p:animEffect filter="fade" transition="in">
                                      <p:cBhvr>
                                        <p:cTn dur="500"/>
                                        <p:tgtEl>
                                          <p:spTgt spid="18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5" name="Shape 1895"/>
        <p:cNvGrpSpPr/>
        <p:nvPr/>
      </p:nvGrpSpPr>
      <p:grpSpPr>
        <a:xfrm>
          <a:off x="0" y="0"/>
          <a:ext cx="0" cy="0"/>
          <a:chOff x="0" y="0"/>
          <a:chExt cx="0" cy="0"/>
        </a:xfrm>
      </p:grpSpPr>
      <p:pic>
        <p:nvPicPr>
          <p:cNvPr id="1896" name="Google Shape;1896;p91"/>
          <p:cNvPicPr preferRelativeResize="0"/>
          <p:nvPr/>
        </p:nvPicPr>
        <p:blipFill rotWithShape="1">
          <a:blip r:embed="rId3">
            <a:alphaModFix/>
          </a:blip>
          <a:srcRect b="0" l="0" r="0" t="0"/>
          <a:stretch/>
        </p:blipFill>
        <p:spPr>
          <a:xfrm>
            <a:off x="2970222" y="892508"/>
            <a:ext cx="6999277" cy="5679741"/>
          </a:xfrm>
          <a:prstGeom prst="rect">
            <a:avLst/>
          </a:prstGeom>
          <a:noFill/>
          <a:ln>
            <a:noFill/>
          </a:ln>
        </p:spPr>
      </p:pic>
      <p:sp>
        <p:nvSpPr>
          <p:cNvPr id="1897" name="Google Shape;1897;p91"/>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Implementacón toolbox: IDENT MATLAB</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7"/>
                                        </p:tgtEl>
                                        <p:attrNameLst>
                                          <p:attrName>style.visibility</p:attrName>
                                        </p:attrNameLst>
                                      </p:cBhvr>
                                      <p:to>
                                        <p:strVal val="visible"/>
                                      </p:to>
                                    </p:set>
                                    <p:animEffect filter="fade" transition="in">
                                      <p:cBhvr>
                                        <p:cTn dur="500"/>
                                        <p:tgtEl>
                                          <p:spTgt spid="1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gtEl>
                                        <p:attrNameLst>
                                          <p:attrName>style.visibility</p:attrName>
                                        </p:attrNameLst>
                                      </p:cBhvr>
                                      <p:to>
                                        <p:strVal val="visible"/>
                                      </p:to>
                                    </p:set>
                                    <p:animEffect filter="fade" transition="in">
                                      <p:cBhvr>
                                        <p:cTn dur="500"/>
                                        <p:tgtEl>
                                          <p:spTgt spid="18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92"/>
          <p:cNvSpPr txBox="1"/>
          <p:nvPr/>
        </p:nvSpPr>
        <p:spPr>
          <a:xfrm>
            <a:off x="8689789" y="730540"/>
            <a:ext cx="35022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0" lang="es-BO" sz="2400" u="none" cap="none" strike="noStrike">
                <a:solidFill>
                  <a:srgbClr val="FFFFFF"/>
                </a:solidFill>
                <a:latin typeface="Calibri"/>
                <a:ea typeface="Calibri"/>
                <a:cs typeface="Calibri"/>
                <a:sym typeface="Calibri"/>
              </a:rPr>
              <a:t>SIMULACION</a:t>
            </a:r>
            <a:endParaRPr b="0" i="0" sz="2400" u="none" cap="none" strike="noStrike">
              <a:solidFill>
                <a:srgbClr val="FFFFFF"/>
              </a:solidFill>
              <a:latin typeface="Calibri"/>
              <a:ea typeface="Calibri"/>
              <a:cs typeface="Calibri"/>
              <a:sym typeface="Calibri"/>
            </a:endParaRPr>
          </a:p>
        </p:txBody>
      </p:sp>
      <p:pic>
        <p:nvPicPr>
          <p:cNvPr id="1903" name="Google Shape;1903;p92"/>
          <p:cNvPicPr preferRelativeResize="0"/>
          <p:nvPr/>
        </p:nvPicPr>
        <p:blipFill rotWithShape="1">
          <a:blip r:embed="rId3">
            <a:alphaModFix/>
          </a:blip>
          <a:srcRect b="0" l="0" r="0" t="0"/>
          <a:stretch/>
        </p:blipFill>
        <p:spPr>
          <a:xfrm>
            <a:off x="1139536" y="1051425"/>
            <a:ext cx="6609781" cy="5213927"/>
          </a:xfrm>
          <a:prstGeom prst="rect">
            <a:avLst/>
          </a:prstGeom>
          <a:noFill/>
          <a:ln>
            <a:noFill/>
          </a:ln>
        </p:spPr>
      </p:pic>
      <p:sp>
        <p:nvSpPr>
          <p:cNvPr id="1904" name="Google Shape;1904;p92"/>
          <p:cNvSpPr txBox="1"/>
          <p:nvPr/>
        </p:nvSpPr>
        <p:spPr>
          <a:xfrm>
            <a:off x="8615899" y="3427557"/>
            <a:ext cx="35022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0" lang="es-BO" sz="2400" u="none" cap="none" strike="noStrike">
                <a:solidFill>
                  <a:srgbClr val="FFFFFF"/>
                </a:solidFill>
                <a:latin typeface="Calibri"/>
                <a:ea typeface="Calibri"/>
                <a:cs typeface="Calibri"/>
                <a:sym typeface="Calibri"/>
              </a:rPr>
              <a:t>IMPLEMENTACION</a:t>
            </a:r>
            <a:endParaRPr b="0" i="0" sz="2400" u="none" cap="none" strike="noStrike">
              <a:solidFill>
                <a:srgbClr val="FFFFFF"/>
              </a:solidFill>
              <a:latin typeface="Calibri"/>
              <a:ea typeface="Calibri"/>
              <a:cs typeface="Calibri"/>
              <a:sym typeface="Calibri"/>
            </a:endParaRPr>
          </a:p>
        </p:txBody>
      </p:sp>
      <p:sp>
        <p:nvSpPr>
          <p:cNvPr id="1905" name="Google Shape;1905;p92"/>
          <p:cNvSpPr txBox="1"/>
          <p:nvPr/>
        </p:nvSpPr>
        <p:spPr>
          <a:xfrm>
            <a:off x="916710" y="398030"/>
            <a:ext cx="462510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Calibri"/>
              <a:buNone/>
            </a:pPr>
            <a:r>
              <a:rPr b="0" i="0" lang="es-BO" sz="2400" u="none" cap="none" strike="noStrike">
                <a:solidFill>
                  <a:srgbClr val="FFFFFF"/>
                </a:solidFill>
                <a:latin typeface="Calibri"/>
                <a:ea typeface="Calibri"/>
                <a:cs typeface="Calibri"/>
                <a:sym typeface="Calibri"/>
              </a:rPr>
              <a:t>CONTRASTE DE RESULTADOS</a:t>
            </a:r>
            <a:endParaRPr b="0" i="0" sz="2400" u="none" cap="none" strike="noStrike">
              <a:solidFill>
                <a:srgbClr val="FFFFFF"/>
              </a:solidFill>
              <a:latin typeface="Calibri"/>
              <a:ea typeface="Calibri"/>
              <a:cs typeface="Calibri"/>
              <a:sym typeface="Calibri"/>
            </a:endParaRPr>
          </a:p>
        </p:txBody>
      </p:sp>
      <p:pic>
        <p:nvPicPr>
          <p:cNvPr id="1906" name="Google Shape;1906;p92"/>
          <p:cNvPicPr preferRelativeResize="0"/>
          <p:nvPr/>
        </p:nvPicPr>
        <p:blipFill rotWithShape="1">
          <a:blip r:embed="rId4">
            <a:alphaModFix/>
          </a:blip>
          <a:srcRect b="0" l="0" r="0" t="0"/>
          <a:stretch/>
        </p:blipFill>
        <p:spPr>
          <a:xfrm>
            <a:off x="8495147" y="3965864"/>
            <a:ext cx="2794000" cy="2565400"/>
          </a:xfrm>
          <a:prstGeom prst="rect">
            <a:avLst/>
          </a:prstGeom>
          <a:noFill/>
          <a:ln>
            <a:noFill/>
          </a:ln>
        </p:spPr>
      </p:pic>
      <p:pic>
        <p:nvPicPr>
          <p:cNvPr id="1907" name="Google Shape;1907;p92"/>
          <p:cNvPicPr preferRelativeResize="0"/>
          <p:nvPr/>
        </p:nvPicPr>
        <p:blipFill rotWithShape="1">
          <a:blip r:embed="rId5">
            <a:alphaModFix/>
          </a:blip>
          <a:srcRect b="0" l="0" r="0" t="0"/>
          <a:stretch/>
        </p:blipFill>
        <p:spPr>
          <a:xfrm>
            <a:off x="8495147" y="1242007"/>
            <a:ext cx="2557317" cy="2185549"/>
          </a:xfrm>
          <a:prstGeom prst="rect">
            <a:avLst/>
          </a:prstGeom>
          <a:noFill/>
          <a:ln>
            <a:noFill/>
          </a:ln>
        </p:spPr>
      </p:pic>
      <p:sp>
        <p:nvSpPr>
          <p:cNvPr id="1908" name="Google Shape;1908;p92"/>
          <p:cNvSpPr txBox="1"/>
          <p:nvPr/>
        </p:nvSpPr>
        <p:spPr>
          <a:xfrm>
            <a:off x="1183600"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Implementación toolbox: Simulación</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8"/>
                                        </p:tgtEl>
                                        <p:attrNameLst>
                                          <p:attrName>style.visibility</p:attrName>
                                        </p:attrNameLst>
                                      </p:cBhvr>
                                      <p:to>
                                        <p:strVal val="visible"/>
                                      </p:to>
                                    </p:set>
                                    <p:animEffect filter="fade" transition="in">
                                      <p:cBhvr>
                                        <p:cTn dur="500"/>
                                        <p:tgtEl>
                                          <p:spTgt spid="1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3"/>
                                        </p:tgtEl>
                                        <p:attrNameLst>
                                          <p:attrName>style.visibility</p:attrName>
                                        </p:attrNameLst>
                                      </p:cBhvr>
                                      <p:to>
                                        <p:strVal val="visible"/>
                                      </p:to>
                                    </p:set>
                                    <p:animEffect filter="fade" transition="in">
                                      <p:cBhvr>
                                        <p:cTn dur="500"/>
                                        <p:tgtEl>
                                          <p:spTgt spid="1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7"/>
                                        </p:tgtEl>
                                        <p:attrNameLst>
                                          <p:attrName>style.visibility</p:attrName>
                                        </p:attrNameLst>
                                      </p:cBhvr>
                                      <p:to>
                                        <p:strVal val="visible"/>
                                      </p:to>
                                    </p:set>
                                    <p:animEffect filter="fade" transition="in">
                                      <p:cBhvr>
                                        <p:cTn dur="500"/>
                                        <p:tgtEl>
                                          <p:spTgt spid="1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6"/>
                                        </p:tgtEl>
                                        <p:attrNameLst>
                                          <p:attrName>style.visibility</p:attrName>
                                        </p:attrNameLst>
                                      </p:cBhvr>
                                      <p:to>
                                        <p:strVal val="visible"/>
                                      </p:to>
                                    </p:set>
                                    <p:animEffect filter="fade" transition="in">
                                      <p:cBhvr>
                                        <p:cTn dur="500"/>
                                        <p:tgtEl>
                                          <p:spTgt spid="19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2" name="Shape 1912"/>
        <p:cNvGrpSpPr/>
        <p:nvPr/>
      </p:nvGrpSpPr>
      <p:grpSpPr>
        <a:xfrm>
          <a:off x="0" y="0"/>
          <a:ext cx="0" cy="0"/>
          <a:chOff x="0" y="0"/>
          <a:chExt cx="0" cy="0"/>
        </a:xfrm>
      </p:grpSpPr>
      <p:sp>
        <p:nvSpPr>
          <p:cNvPr id="1913" name="Google Shape;1913;p93"/>
          <p:cNvSpPr txBox="1"/>
          <p:nvPr/>
        </p:nvSpPr>
        <p:spPr>
          <a:xfrm>
            <a:off x="1201888" y="58997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Habilidades y Competencias</a:t>
            </a:r>
            <a:endParaRPr/>
          </a:p>
        </p:txBody>
      </p:sp>
      <p:sp>
        <p:nvSpPr>
          <p:cNvPr id="1914" name="Google Shape;1914;p93"/>
          <p:cNvSpPr txBox="1"/>
          <p:nvPr/>
        </p:nvSpPr>
        <p:spPr>
          <a:xfrm>
            <a:off x="1201888" y="1271191"/>
            <a:ext cx="9237512" cy="3170099"/>
          </a:xfrm>
          <a:prstGeom prst="rect">
            <a:avLst/>
          </a:prstGeom>
          <a:noFill/>
          <a:ln>
            <a:noFill/>
          </a:ln>
        </p:spPr>
        <p:txBody>
          <a:bodyPr anchorCtr="0" anchor="t" bIns="45700" lIns="91425" spcFirstLastPara="1" rIns="91425" wrap="square" tIns="45700">
            <a:spAutoFit/>
          </a:bodyPr>
          <a:lstStyle/>
          <a:p>
            <a:pPr indent="-342900" lvl="0" marL="457200" marR="0" rtl="0" algn="just">
              <a:lnSpc>
                <a:spcPct val="100000"/>
              </a:lnSpc>
              <a:spcBef>
                <a:spcPts val="0"/>
              </a:spcBef>
              <a:spcAft>
                <a:spcPts val="0"/>
              </a:spcAft>
              <a:buClr>
                <a:srgbClr val="000000"/>
              </a:buClr>
              <a:buSzPts val="1800"/>
              <a:buFont typeface="Times New Roman"/>
              <a:buChar char="●"/>
            </a:pPr>
            <a:r>
              <a:rPr b="0" i="0" lang="es-BO" sz="2000" u="none" cap="none" strike="noStrike">
                <a:solidFill>
                  <a:srgbClr val="000000"/>
                </a:solidFill>
                <a:latin typeface="Times New Roman"/>
                <a:ea typeface="Times New Roman"/>
                <a:cs typeface="Times New Roman"/>
                <a:sym typeface="Times New Roman"/>
              </a:rPr>
              <a:t>Manejo de PLC a un nivel que comúnmente no se ve en las asignaturas de la carrera.</a:t>
            </a:r>
            <a:endParaRPr/>
          </a:p>
          <a:p>
            <a:pPr indent="-342900" lvl="0" marL="457200" marR="0" rtl="0" algn="just">
              <a:lnSpc>
                <a:spcPct val="100000"/>
              </a:lnSpc>
              <a:spcBef>
                <a:spcPts val="0"/>
              </a:spcBef>
              <a:spcAft>
                <a:spcPts val="0"/>
              </a:spcAft>
              <a:buClr>
                <a:srgbClr val="000000"/>
              </a:buClr>
              <a:buSzPts val="1800"/>
              <a:buFont typeface="Times New Roman"/>
              <a:buChar char="●"/>
            </a:pPr>
            <a:r>
              <a:rPr b="0" i="0" lang="es-BO" sz="2000" u="none" cap="none" strike="noStrike">
                <a:solidFill>
                  <a:srgbClr val="000000"/>
                </a:solidFill>
                <a:latin typeface="Times New Roman"/>
                <a:ea typeface="Times New Roman"/>
                <a:cs typeface="Times New Roman"/>
                <a:sym typeface="Times New Roman"/>
              </a:rPr>
              <a:t>Hábito de recurrir a los manuales, antes que a fuentes de terceros (blogs, youtube, etc.).</a:t>
            </a:r>
            <a:endParaRPr/>
          </a:p>
          <a:p>
            <a:pPr indent="-342900" lvl="0" marL="457200" marR="0" rtl="0" algn="just">
              <a:lnSpc>
                <a:spcPct val="100000"/>
              </a:lnSpc>
              <a:spcBef>
                <a:spcPts val="0"/>
              </a:spcBef>
              <a:spcAft>
                <a:spcPts val="0"/>
              </a:spcAft>
              <a:buClr>
                <a:srgbClr val="000000"/>
              </a:buClr>
              <a:buSzPts val="1800"/>
              <a:buFont typeface="Times New Roman"/>
              <a:buChar char="●"/>
            </a:pPr>
            <a:r>
              <a:rPr b="0" i="0" lang="es-BO" sz="2000" u="none" cap="none" strike="noStrike">
                <a:solidFill>
                  <a:srgbClr val="000000"/>
                </a:solidFill>
                <a:latin typeface="Times New Roman"/>
                <a:ea typeface="Times New Roman"/>
                <a:cs typeface="Times New Roman"/>
                <a:sym typeface="Times New Roman"/>
              </a:rPr>
              <a:t>Trabajo en equipo orientado a la planificación y organización del tiempo.</a:t>
            </a:r>
            <a:endParaRPr/>
          </a:p>
          <a:p>
            <a:pPr indent="-342900" lvl="0" marL="457200" marR="0" rtl="0" algn="just">
              <a:lnSpc>
                <a:spcPct val="100000"/>
              </a:lnSpc>
              <a:spcBef>
                <a:spcPts val="0"/>
              </a:spcBef>
              <a:spcAft>
                <a:spcPts val="0"/>
              </a:spcAft>
              <a:buClr>
                <a:srgbClr val="000000"/>
              </a:buClr>
              <a:buSzPts val="1800"/>
              <a:buFont typeface="Times New Roman"/>
              <a:buChar char="●"/>
            </a:pPr>
            <a:r>
              <a:rPr b="0" i="0" lang="es-BO" sz="2000" u="none" cap="none" strike="noStrike">
                <a:solidFill>
                  <a:srgbClr val="000000"/>
                </a:solidFill>
                <a:latin typeface="Times New Roman"/>
                <a:ea typeface="Times New Roman"/>
                <a:cs typeface="Times New Roman"/>
                <a:sym typeface="Times New Roman"/>
              </a:rPr>
              <a:t>Manejo básico, de sistemas neumáticos.</a:t>
            </a:r>
            <a:endParaRPr/>
          </a:p>
          <a:p>
            <a:pPr indent="-342900" lvl="0" marL="457200" marR="0" rtl="0" algn="just">
              <a:lnSpc>
                <a:spcPct val="100000"/>
              </a:lnSpc>
              <a:spcBef>
                <a:spcPts val="0"/>
              </a:spcBef>
              <a:spcAft>
                <a:spcPts val="0"/>
              </a:spcAft>
              <a:buClr>
                <a:srgbClr val="000000"/>
              </a:buClr>
              <a:buSzPts val="1800"/>
              <a:buFont typeface="Times New Roman"/>
              <a:buChar char="●"/>
            </a:pPr>
            <a:r>
              <a:rPr b="0" i="0" lang="es-BO" sz="2000" u="none" cap="none" strike="noStrike">
                <a:solidFill>
                  <a:srgbClr val="000000"/>
                </a:solidFill>
                <a:latin typeface="Times New Roman"/>
                <a:ea typeface="Times New Roman"/>
                <a:cs typeface="Times New Roman"/>
                <a:sym typeface="Times New Roman"/>
              </a:rPr>
              <a:t>Resolución de problemas y/o por menores como cables con mala conexión, aparentes fallas de componentes (por ejemplo, el variador de frecuencia y el motor trifásico), mal funcionamiento por ajustes incorrectos (por ejemplo, mal ajuste de las válvulas de estrangulamiento), mal funcionamiento por suciedad, entre otros.</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3"/>
                                        </p:tgtEl>
                                        <p:attrNameLst>
                                          <p:attrName>style.visibility</p:attrName>
                                        </p:attrNameLst>
                                      </p:cBhvr>
                                      <p:to>
                                        <p:strVal val="visible"/>
                                      </p:to>
                                    </p:set>
                                    <p:animEffect filter="fade" transition="in">
                                      <p:cBhvr>
                                        <p:cTn dur="500"/>
                                        <p:tgtEl>
                                          <p:spTgt spid="19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4"/>
                                        </p:tgtEl>
                                        <p:attrNameLst>
                                          <p:attrName>style.visibility</p:attrName>
                                        </p:attrNameLst>
                                      </p:cBhvr>
                                      <p:to>
                                        <p:strVal val="visible"/>
                                      </p:to>
                                    </p:set>
                                    <p:animEffect filter="fade" transition="in">
                                      <p:cBhvr>
                                        <p:cTn dur="500"/>
                                        <p:tgtEl>
                                          <p:spTgt spid="19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94"/>
          <p:cNvSpPr txBox="1"/>
          <p:nvPr/>
        </p:nvSpPr>
        <p:spPr>
          <a:xfrm>
            <a:off x="1201888" y="342327"/>
            <a:ext cx="8381023" cy="4308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200"/>
              <a:buFont typeface="Times New Roman"/>
              <a:buNone/>
            </a:pPr>
            <a:r>
              <a:rPr b="1" i="0" lang="es-BO" sz="2200" u="none" cap="none" strike="noStrike">
                <a:solidFill>
                  <a:srgbClr val="002060"/>
                </a:solidFill>
                <a:latin typeface="Times New Roman"/>
                <a:ea typeface="Times New Roman"/>
                <a:cs typeface="Times New Roman"/>
                <a:sym typeface="Times New Roman"/>
              </a:rPr>
              <a:t>Conclusiones</a:t>
            </a:r>
            <a:endParaRPr/>
          </a:p>
        </p:txBody>
      </p:sp>
      <p:sp>
        <p:nvSpPr>
          <p:cNvPr id="1920" name="Google Shape;1920;p94"/>
          <p:cNvSpPr txBox="1"/>
          <p:nvPr/>
        </p:nvSpPr>
        <p:spPr>
          <a:xfrm>
            <a:off x="1201888" y="1052614"/>
            <a:ext cx="8570762" cy="3477875"/>
          </a:xfrm>
          <a:prstGeom prst="rect">
            <a:avLst/>
          </a:prstGeom>
          <a:noFill/>
          <a:ln>
            <a:noFill/>
          </a:ln>
        </p:spPr>
        <p:txBody>
          <a:bodyPr anchorCtr="0" anchor="t" bIns="45700" lIns="91425" spcFirstLastPara="1" rIns="91425" wrap="square" tIns="45700">
            <a:spAutoFit/>
          </a:bodyPr>
          <a:lstStyle/>
          <a:p>
            <a:pPr indent="-334327" lvl="0" marL="457200" marR="0" rtl="0" algn="just">
              <a:lnSpc>
                <a:spcPct val="100000"/>
              </a:lnSpc>
              <a:spcBef>
                <a:spcPts val="0"/>
              </a:spcBef>
              <a:spcAft>
                <a:spcPts val="0"/>
              </a:spcAft>
              <a:buClr>
                <a:srgbClr val="000000"/>
              </a:buClr>
              <a:buSzPts val="2000"/>
              <a:buFont typeface="Times New Roman"/>
              <a:buChar char="●"/>
            </a:pPr>
            <a:r>
              <a:rPr b="0" i="0" lang="es-BO" sz="2000" u="none" cap="none" strike="noStrike">
                <a:solidFill>
                  <a:srgbClr val="000000"/>
                </a:solidFill>
                <a:latin typeface="Times New Roman"/>
                <a:ea typeface="Times New Roman"/>
                <a:cs typeface="Times New Roman"/>
                <a:sym typeface="Times New Roman"/>
              </a:rPr>
              <a:t>Se logró aprender de forma satisfactoria el manejo de la maqueta de proceso de ensamblaje xk-335b.</a:t>
            </a:r>
            <a:endParaRPr/>
          </a:p>
          <a:p>
            <a:pPr indent="-334327" lvl="0" marL="457200" marR="0" rtl="0" algn="just">
              <a:lnSpc>
                <a:spcPct val="100000"/>
              </a:lnSpc>
              <a:spcBef>
                <a:spcPts val="0"/>
              </a:spcBef>
              <a:spcAft>
                <a:spcPts val="0"/>
              </a:spcAft>
              <a:buClr>
                <a:srgbClr val="000000"/>
              </a:buClr>
              <a:buSzPts val="2000"/>
              <a:buFont typeface="Times New Roman"/>
              <a:buChar char="●"/>
            </a:pPr>
            <a:r>
              <a:rPr b="0" i="0" lang="es-BO" sz="2000" u="none" cap="none" strike="noStrike">
                <a:solidFill>
                  <a:srgbClr val="000000"/>
                </a:solidFill>
                <a:latin typeface="Times New Roman"/>
                <a:ea typeface="Times New Roman"/>
                <a:cs typeface="Times New Roman"/>
                <a:sym typeface="Times New Roman"/>
              </a:rPr>
              <a:t>Se logró describir los transductores de la planta, entender el principio de funcionamiento y el objetivo o rol que cumplen en la planta.</a:t>
            </a:r>
            <a:endParaRPr/>
          </a:p>
          <a:p>
            <a:pPr indent="-334327" lvl="0" marL="457200" marR="0" rtl="0" algn="just">
              <a:lnSpc>
                <a:spcPct val="100000"/>
              </a:lnSpc>
              <a:spcBef>
                <a:spcPts val="0"/>
              </a:spcBef>
              <a:spcAft>
                <a:spcPts val="0"/>
              </a:spcAft>
              <a:buClr>
                <a:srgbClr val="000000"/>
              </a:buClr>
              <a:buSzPts val="2000"/>
              <a:buFont typeface="Times New Roman"/>
              <a:buChar char="●"/>
            </a:pPr>
            <a:r>
              <a:rPr b="0" i="0" lang="es-BO" sz="2000" u="none" cap="none" strike="noStrike">
                <a:solidFill>
                  <a:srgbClr val="000000"/>
                </a:solidFill>
                <a:latin typeface="Times New Roman"/>
                <a:ea typeface="Times New Roman"/>
                <a:cs typeface="Times New Roman"/>
                <a:sym typeface="Times New Roman"/>
              </a:rPr>
              <a:t>Se pudo aplicar cosas aprendidas en los laboratorios 1 y 2 de instrumentación, tales como el uso de los manuales para una correcta utilización de los equipos.</a:t>
            </a:r>
            <a:endParaRPr/>
          </a:p>
          <a:p>
            <a:pPr indent="-334327" lvl="0" marL="457200" marR="0" rtl="0" algn="just">
              <a:lnSpc>
                <a:spcPct val="100000"/>
              </a:lnSpc>
              <a:spcBef>
                <a:spcPts val="0"/>
              </a:spcBef>
              <a:spcAft>
                <a:spcPts val="0"/>
              </a:spcAft>
              <a:buClr>
                <a:srgbClr val="000000"/>
              </a:buClr>
              <a:buSzPts val="2000"/>
              <a:buFont typeface="Times New Roman"/>
              <a:buChar char="●"/>
            </a:pPr>
            <a:r>
              <a:rPr b="0" i="0" lang="es-BO" sz="2000" u="none" cap="none" strike="noStrike">
                <a:solidFill>
                  <a:srgbClr val="000000"/>
                </a:solidFill>
                <a:latin typeface="Times New Roman"/>
                <a:ea typeface="Times New Roman"/>
                <a:cs typeface="Times New Roman"/>
                <a:sym typeface="Times New Roman"/>
              </a:rPr>
              <a:t>Se vio que es posible implementar controladores discretos en un PLC, mediante su ecuación de recurrencia.</a:t>
            </a:r>
            <a:endParaRPr/>
          </a:p>
          <a:p>
            <a:pPr indent="-334327" lvl="0" marL="457200" marR="0" rtl="0" algn="just">
              <a:lnSpc>
                <a:spcPct val="100000"/>
              </a:lnSpc>
              <a:spcBef>
                <a:spcPts val="0"/>
              </a:spcBef>
              <a:spcAft>
                <a:spcPts val="0"/>
              </a:spcAft>
              <a:buClr>
                <a:srgbClr val="000000"/>
              </a:buClr>
              <a:buSzPts val="2000"/>
              <a:buFont typeface="Times New Roman"/>
              <a:buChar char="●"/>
            </a:pPr>
            <a:r>
              <a:rPr b="0" i="0" lang="es-BO" sz="2000" u="none" cap="none" strike="noStrike">
                <a:solidFill>
                  <a:srgbClr val="000000"/>
                </a:solidFill>
                <a:latin typeface="Times New Roman"/>
                <a:ea typeface="Times New Roman"/>
                <a:cs typeface="Times New Roman"/>
                <a:sym typeface="Times New Roman"/>
              </a:rPr>
              <a:t>Se aprendió sobre las partes básicas que componen los sistemas de control neumáticos, desde el compresor hasta los elementos finales de control.</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9"/>
                                        </p:tgtEl>
                                        <p:attrNameLst>
                                          <p:attrName>style.visibility</p:attrName>
                                        </p:attrNameLst>
                                      </p:cBhvr>
                                      <p:to>
                                        <p:strVal val="visible"/>
                                      </p:to>
                                    </p:set>
                                    <p:animEffect filter="fade" transition="in">
                                      <p:cBhvr>
                                        <p:cTn dur="500"/>
                                        <p:tgtEl>
                                          <p:spTgt spid="19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0">
                                            <p:txEl>
                                              <p:pRg end="0" st="0"/>
                                            </p:txEl>
                                          </p:spTgt>
                                        </p:tgtEl>
                                        <p:attrNameLst>
                                          <p:attrName>style.visibility</p:attrName>
                                        </p:attrNameLst>
                                      </p:cBhvr>
                                      <p:to>
                                        <p:strVal val="visible"/>
                                      </p:to>
                                    </p:set>
                                    <p:animEffect filter="fade" transition="in">
                                      <p:cBhvr>
                                        <p:cTn dur="1500"/>
                                        <p:tgtEl>
                                          <p:spTgt spid="19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0">
                                            <p:txEl>
                                              <p:pRg end="1" st="1"/>
                                            </p:txEl>
                                          </p:spTgt>
                                        </p:tgtEl>
                                        <p:attrNameLst>
                                          <p:attrName>style.visibility</p:attrName>
                                        </p:attrNameLst>
                                      </p:cBhvr>
                                      <p:to>
                                        <p:strVal val="visible"/>
                                      </p:to>
                                    </p:set>
                                    <p:animEffect filter="fade" transition="in">
                                      <p:cBhvr>
                                        <p:cTn dur="1500"/>
                                        <p:tgtEl>
                                          <p:spTgt spid="19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0">
                                            <p:txEl>
                                              <p:pRg end="2" st="2"/>
                                            </p:txEl>
                                          </p:spTgt>
                                        </p:tgtEl>
                                        <p:attrNameLst>
                                          <p:attrName>style.visibility</p:attrName>
                                        </p:attrNameLst>
                                      </p:cBhvr>
                                      <p:to>
                                        <p:strVal val="visible"/>
                                      </p:to>
                                    </p:set>
                                    <p:animEffect filter="fade" transition="in">
                                      <p:cBhvr>
                                        <p:cTn dur="1500"/>
                                        <p:tgtEl>
                                          <p:spTgt spid="19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0">
                                            <p:txEl>
                                              <p:pRg end="3" st="3"/>
                                            </p:txEl>
                                          </p:spTgt>
                                        </p:tgtEl>
                                        <p:attrNameLst>
                                          <p:attrName>style.visibility</p:attrName>
                                        </p:attrNameLst>
                                      </p:cBhvr>
                                      <p:to>
                                        <p:strVal val="visible"/>
                                      </p:to>
                                    </p:set>
                                    <p:animEffect filter="fade" transition="in">
                                      <p:cBhvr>
                                        <p:cTn dur="1500"/>
                                        <p:tgtEl>
                                          <p:spTgt spid="19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0">
                                            <p:txEl>
                                              <p:pRg end="4" st="4"/>
                                            </p:txEl>
                                          </p:spTgt>
                                        </p:tgtEl>
                                        <p:attrNameLst>
                                          <p:attrName>style.visibility</p:attrName>
                                        </p:attrNameLst>
                                      </p:cBhvr>
                                      <p:to>
                                        <p:strVal val="visible"/>
                                      </p:to>
                                    </p:set>
                                    <p:animEffect filter="fade" transition="in">
                                      <p:cBhvr>
                                        <p:cTn dur="1500"/>
                                        <p:tgtEl>
                                          <p:spTgt spid="192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2022-12-11T19:44:58Z</dcterms:created>
  <dc:creator>Kevin Rodrigo Gonzales Estrada</dc:creator>
</cp:coreProperties>
</file>