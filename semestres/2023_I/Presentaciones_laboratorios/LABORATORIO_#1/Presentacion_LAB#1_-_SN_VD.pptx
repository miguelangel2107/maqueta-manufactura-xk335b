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binary" PartName="/ppt/metadata"/>
  <Override ContentType="application/vnd.openxmlformats-officedocument.presentationml.notesMaster+xml" PartName="/ppt/notesMasters/notesMaster1.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Lst>
  <p:sldSz cy="5143500" cx="9144000"/>
  <p:notesSz cx="6858000" cy="9144000"/>
  <p:embeddedFontLst>
    <p:embeddedFont>
      <p:font typeface="Raleway"/>
      <p:regular r:id="rId59"/>
      <p:bold r:id="rId60"/>
      <p:italic r:id="rId61"/>
      <p:boldItalic r:id="rId62"/>
    </p:embeddedFont>
    <p:embeddedFont>
      <p:font typeface="Lato"/>
      <p:regular r:id="rId63"/>
      <p:bold r:id="rId64"/>
      <p:italic r:id="rId65"/>
      <p:boldItalic r:id="rId6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67" roundtripDataSignature="AMtx7mjlqG4SU63lyFL+akRXsyHul5XfDA=="/>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1" name="Omar Rodrigo Sanga Laura"/>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FF80745-7821-485C-8F53-118708D8D5D8}">
  <a:tblStyle styleId="{3FF80745-7821-485C-8F53-118708D8D5D8}" styleName="Table_0">
    <a:wholeTbl>
      <a:tcTxStyle b="off" i="off">
        <a:font>
          <a:latin typeface="Arial"/>
          <a:ea typeface="Arial"/>
          <a:cs typeface="Arial"/>
        </a:font>
        <a:schemeClr val="dk1"/>
      </a:tcTxStyle>
      <a:tcStyle>
        <a:tcBdr>
          <a:left>
            <a:ln cap="flat" cmpd="sng" w="12700">
              <a:solidFill>
                <a:schemeClr val="accent5"/>
              </a:solidFill>
              <a:prstDash val="solid"/>
              <a:round/>
              <a:headEnd len="sm" w="sm" type="none"/>
              <a:tailEnd len="sm" w="sm" type="none"/>
            </a:ln>
          </a:left>
          <a:right>
            <a:ln cap="flat" cmpd="sng" w="12700">
              <a:solidFill>
                <a:schemeClr val="accent5"/>
              </a:solidFill>
              <a:prstDash val="solid"/>
              <a:round/>
              <a:headEnd len="sm" w="sm" type="none"/>
              <a:tailEnd len="sm" w="sm" type="none"/>
            </a:ln>
          </a:right>
          <a:top>
            <a:ln cap="flat" cmpd="sng" w="12700">
              <a:solidFill>
                <a:schemeClr val="accent5"/>
              </a:solidFill>
              <a:prstDash val="solid"/>
              <a:round/>
              <a:headEnd len="sm" w="sm" type="none"/>
              <a:tailEnd len="sm" w="sm" type="none"/>
            </a:ln>
          </a:top>
          <a:bottom>
            <a:ln cap="flat" cmpd="sng" w="12700">
              <a:solidFill>
                <a:schemeClr val="accent5"/>
              </a:solidFill>
              <a:prstDash val="solid"/>
              <a:round/>
              <a:headEnd len="sm" w="sm" type="none"/>
              <a:tailEnd len="sm" w="sm" type="none"/>
            </a:ln>
          </a:bottom>
          <a:insideH>
            <a:ln cap="flat" cmpd="sng" w="12700">
              <a:solidFill>
                <a:schemeClr val="accent5"/>
              </a:solidFill>
              <a:prstDash val="solid"/>
              <a:round/>
              <a:headEnd len="sm" w="sm" type="none"/>
              <a:tailEnd len="sm" w="sm" type="none"/>
            </a:ln>
          </a:insideH>
          <a:insideV>
            <a:ln cap="flat" cmpd="sng" w="12700">
              <a:solidFill>
                <a:schemeClr val="accent5"/>
              </a:solidFill>
              <a:prstDash val="solid"/>
              <a:round/>
              <a:headEnd len="sm" w="sm" type="none"/>
              <a:tailEnd len="sm" w="sm" type="none"/>
            </a:ln>
          </a:insideV>
        </a:tcBdr>
        <a:fill>
          <a:solidFill>
            <a:srgbClr val="FFFFFF">
              <a:alpha val="0"/>
            </a:srgbClr>
          </a:solidFill>
        </a:fill>
      </a:tcStyle>
    </a:wholeTbl>
    <a:band1H>
      <a:tcTxStyle/>
      <a:tcStyle>
        <a:fill>
          <a:solidFill>
            <a:schemeClr val="accent5">
              <a:alpha val="20000"/>
            </a:schemeClr>
          </a:solidFill>
        </a:fill>
      </a:tcStyle>
    </a:band1H>
    <a:band2H>
      <a:tcTxStyle/>
    </a:band2H>
    <a:band1V>
      <a:tcTxStyle/>
      <a:tcStyle>
        <a:fill>
          <a:solidFill>
            <a:schemeClr val="accent5">
              <a:alpha val="20000"/>
            </a:schemeClr>
          </a:solidFill>
        </a:fill>
      </a:tcStyle>
    </a:band1V>
    <a:band2V>
      <a:tcTxStyle/>
    </a:band2V>
    <a:lastCol>
      <a:tcTxStyle b="on" i="off"/>
    </a:lastCol>
    <a:firstCol>
      <a:tcTxStyle b="on" i="off"/>
    </a:firstCol>
    <a:lastRow>
      <a:tcTxStyle b="on" i="off"/>
      <a:tcStyle>
        <a:tcBdr>
          <a:top>
            <a:ln cap="flat" cmpd="sng" w="50800">
              <a:solidFill>
                <a:schemeClr val="accent5"/>
              </a:solidFill>
              <a:prstDash val="solid"/>
              <a:round/>
              <a:headEnd len="sm" w="sm" type="none"/>
              <a:tailEnd len="sm" w="sm" type="none"/>
            </a:ln>
          </a:top>
        </a:tcBdr>
        <a:fill>
          <a:solidFill>
            <a:srgbClr val="FFFFFF">
              <a:alpha val="0"/>
            </a:srgbClr>
          </a:solidFill>
        </a:fill>
      </a:tcStyle>
    </a:lastRow>
    <a:seCell>
      <a:tcTxStyle/>
    </a:seCell>
    <a:swCell>
      <a:tcTxStyle/>
    </a:swCell>
    <a:firstRow>
      <a:tcTxStyle b="on" i="off"/>
      <a:tcStyle>
        <a:tcBdr>
          <a:bottom>
            <a:ln cap="flat" cmpd="sng" w="25400">
              <a:solidFill>
                <a:schemeClr val="accent5"/>
              </a:solidFill>
              <a:prstDash val="solid"/>
              <a:round/>
              <a:headEnd len="sm" w="sm" type="none"/>
              <a:tailEnd len="sm" w="sm" type="none"/>
            </a:ln>
          </a:bottom>
        </a:tcBdr>
        <a:fill>
          <a:solidFill>
            <a:srgbClr val="FFFFFF">
              <a:alpha val="0"/>
            </a:srgbClr>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slide" Target="slides/slide39.xml"/><Relationship Id="rId45" Type="http://schemas.openxmlformats.org/officeDocument/2006/relationships/slide" Target="slides/slide3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48" Type="http://schemas.openxmlformats.org/officeDocument/2006/relationships/slide" Target="slides/slide41.xml"/><Relationship Id="rId47" Type="http://schemas.openxmlformats.org/officeDocument/2006/relationships/slide" Target="slides/slide40.xml"/><Relationship Id="rId49" Type="http://schemas.openxmlformats.org/officeDocument/2006/relationships/slide" Target="slides/slide42.xml"/><Relationship Id="rId5" Type="http://schemas.openxmlformats.org/officeDocument/2006/relationships/commentAuthors" Target="commentAuthors.xml"/><Relationship Id="rId6" Type="http://schemas.openxmlformats.org/officeDocument/2006/relationships/slideMaster" Target="slideMasters/slideMaster1.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62" Type="http://schemas.openxmlformats.org/officeDocument/2006/relationships/font" Target="fonts/Raleway-boldItalic.fntdata"/><Relationship Id="rId61" Type="http://schemas.openxmlformats.org/officeDocument/2006/relationships/font" Target="fonts/Raleway-italic.fntdata"/><Relationship Id="rId20" Type="http://schemas.openxmlformats.org/officeDocument/2006/relationships/slide" Target="slides/slide13.xml"/><Relationship Id="rId64" Type="http://schemas.openxmlformats.org/officeDocument/2006/relationships/font" Target="fonts/Lato-bold.fntdata"/><Relationship Id="rId63" Type="http://schemas.openxmlformats.org/officeDocument/2006/relationships/font" Target="fonts/Lato-regular.fntdata"/><Relationship Id="rId22" Type="http://schemas.openxmlformats.org/officeDocument/2006/relationships/slide" Target="slides/slide15.xml"/><Relationship Id="rId66" Type="http://schemas.openxmlformats.org/officeDocument/2006/relationships/font" Target="fonts/Lato-boldItalic.fntdata"/><Relationship Id="rId21" Type="http://schemas.openxmlformats.org/officeDocument/2006/relationships/slide" Target="slides/slide14.xml"/><Relationship Id="rId65" Type="http://schemas.openxmlformats.org/officeDocument/2006/relationships/font" Target="fonts/Lato-italic.fntdata"/><Relationship Id="rId24" Type="http://schemas.openxmlformats.org/officeDocument/2006/relationships/slide" Target="slides/slide17.xml"/><Relationship Id="rId23" Type="http://schemas.openxmlformats.org/officeDocument/2006/relationships/slide" Target="slides/slide16.xml"/><Relationship Id="rId67" Type="http://customschemas.google.com/relationships/presentationmetadata" Target="metadata"/><Relationship Id="rId60" Type="http://schemas.openxmlformats.org/officeDocument/2006/relationships/font" Target="fonts/Raleway-bold.fntdata"/><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slide" Target="slides/slide44.xml"/><Relationship Id="rId50" Type="http://schemas.openxmlformats.org/officeDocument/2006/relationships/slide" Target="slides/slide43.xml"/><Relationship Id="rId53" Type="http://schemas.openxmlformats.org/officeDocument/2006/relationships/slide" Target="slides/slide46.xml"/><Relationship Id="rId52" Type="http://schemas.openxmlformats.org/officeDocument/2006/relationships/slide" Target="slides/slide45.xml"/><Relationship Id="rId11" Type="http://schemas.openxmlformats.org/officeDocument/2006/relationships/slide" Target="slides/slide4.xml"/><Relationship Id="rId55" Type="http://schemas.openxmlformats.org/officeDocument/2006/relationships/slide" Target="slides/slide48.xml"/><Relationship Id="rId10" Type="http://schemas.openxmlformats.org/officeDocument/2006/relationships/slide" Target="slides/slide3.xml"/><Relationship Id="rId54" Type="http://schemas.openxmlformats.org/officeDocument/2006/relationships/slide" Target="slides/slide47.xml"/><Relationship Id="rId13" Type="http://schemas.openxmlformats.org/officeDocument/2006/relationships/slide" Target="slides/slide6.xml"/><Relationship Id="rId57" Type="http://schemas.openxmlformats.org/officeDocument/2006/relationships/slide" Target="slides/slide50.xml"/><Relationship Id="rId12" Type="http://schemas.openxmlformats.org/officeDocument/2006/relationships/slide" Target="slides/slide5.xml"/><Relationship Id="rId56" Type="http://schemas.openxmlformats.org/officeDocument/2006/relationships/slide" Target="slides/slide49.xml"/><Relationship Id="rId15" Type="http://schemas.openxmlformats.org/officeDocument/2006/relationships/slide" Target="slides/slide8.xml"/><Relationship Id="rId59" Type="http://schemas.openxmlformats.org/officeDocument/2006/relationships/font" Target="fonts/Raleway-regular.fntdata"/><Relationship Id="rId14" Type="http://schemas.openxmlformats.org/officeDocument/2006/relationships/slide" Target="slides/slide7.xml"/><Relationship Id="rId58" Type="http://schemas.openxmlformats.org/officeDocument/2006/relationships/slide" Target="slides/slide51.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3-06-01T15:50:59.509">
    <p:pos x="6000" y="0"/>
    <p:text>Se mantiene para la presentacion de la tarea de descripcion del proceso</p:text>
    <p:extLst>
      <p:ext uri="{C676402C-5697-4E1C-873F-D02D1690AC5C}">
        <p15:threadingInfo timeZoneBias="0"/>
      </p:ext>
      <p:ext uri="http://customooxmlschemas.google.com/">
        <go:slidesCustomData xmlns:go="http://customooxmlschemas.google.com/" commentPostId="AAAAyZO30aA"/>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4" name="Google Shape;84;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0" name="Google Shape;90;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2" name="Google Shape;112;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0" name="Google Shape;120;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9" name="Google Shape;129;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7" name="Google Shape;137;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5" name="Google Shape;145;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3" name="Google Shape;153;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1" name="Google Shape;161;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0" name="Google Shape;170;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6" name="Google Shape;176;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2" name="Google Shape;182;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1" name="Google Shape;191;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0" name="Google Shape;200;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9" name="Google Shape;209;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8" name="Google Shape;218;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7" name="Google Shape;227;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7" name="Google Shape;237;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4" name="Google Shape;254;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4" name="Google Shape;264;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0" name="Google Shape;270;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6" name="Google Shape;276;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4" name="Google Shape;284;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4" name="Google Shape;294;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3" name="Google Shape;303;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2" name="Google Shape;312;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p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8" name="Google Shape;318;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6" name="Google Shape;326;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2" name="Google Shape;332;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8" name="Google Shape;338;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p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4" name="Google Shape;344;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p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2" name="Google Shape;352;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p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0" name="Google Shape;360;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6" name="Google Shape;366;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p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4" name="Google Shape;374;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p3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0" name="Google Shape;380;p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p3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7" name="Google Shape;387;p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p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3" name="Google Shape;393;p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p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9" name="Google Shape;399;p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4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6" name="Google Shape;406;p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p4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4" name="Google Shape;414;p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4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1" name="Google Shape;421;p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p4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9" name="Google Shape;429;p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4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6" name="Google Shape;436;p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p4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4" name="Google Shape;444;p4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p4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52" name="Google Shape;452;p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p4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60" name="Google Shape;460;p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p4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68" name="Google Shape;468;p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p5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74" name="Google Shape;474;p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p5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79" name="Google Shape;479;p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p5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84" name="Google Shape;484;p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54"/>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1" name="Google Shape;11;p54"/>
          <p:cNvGrpSpPr/>
          <p:nvPr/>
        </p:nvGrpSpPr>
        <p:grpSpPr>
          <a:xfrm>
            <a:off x="830392" y="1191256"/>
            <a:ext cx="745763" cy="45826"/>
            <a:chOff x="4580561" y="2589004"/>
            <a:chExt cx="1064464" cy="25200"/>
          </a:xfrm>
        </p:grpSpPr>
        <p:sp>
          <p:nvSpPr>
            <p:cNvPr id="12" name="Google Shape;12;p5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 name="Google Shape;13;p5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4" name="Google Shape;14;p54"/>
          <p:cNvSpPr txBox="1"/>
          <p:nvPr>
            <p:ph type="ctrTitle"/>
          </p:nvPr>
        </p:nvSpPr>
        <p:spPr>
          <a:xfrm>
            <a:off x="729450" y="1322450"/>
            <a:ext cx="7688100" cy="1664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4200"/>
              <a:buNone/>
              <a:defRPr sz="4200"/>
            </a:lvl1pPr>
            <a:lvl2pPr lvl="1" algn="l">
              <a:lnSpc>
                <a:spcPct val="100000"/>
              </a:lnSpc>
              <a:spcBef>
                <a:spcPts val="0"/>
              </a:spcBef>
              <a:spcAft>
                <a:spcPts val="0"/>
              </a:spcAft>
              <a:buSzPts val="4200"/>
              <a:buNone/>
              <a:defRPr sz="4200"/>
            </a:lvl2pPr>
            <a:lvl3pPr lvl="2" algn="l">
              <a:lnSpc>
                <a:spcPct val="100000"/>
              </a:lnSpc>
              <a:spcBef>
                <a:spcPts val="0"/>
              </a:spcBef>
              <a:spcAft>
                <a:spcPts val="0"/>
              </a:spcAft>
              <a:buSzPts val="4200"/>
              <a:buNone/>
              <a:defRPr sz="4200"/>
            </a:lvl3pPr>
            <a:lvl4pPr lvl="3" algn="l">
              <a:lnSpc>
                <a:spcPct val="100000"/>
              </a:lnSpc>
              <a:spcBef>
                <a:spcPts val="0"/>
              </a:spcBef>
              <a:spcAft>
                <a:spcPts val="0"/>
              </a:spcAft>
              <a:buSzPts val="4200"/>
              <a:buNone/>
              <a:defRPr sz="4200"/>
            </a:lvl4pPr>
            <a:lvl5pPr lvl="4" algn="l">
              <a:lnSpc>
                <a:spcPct val="100000"/>
              </a:lnSpc>
              <a:spcBef>
                <a:spcPts val="0"/>
              </a:spcBef>
              <a:spcAft>
                <a:spcPts val="0"/>
              </a:spcAft>
              <a:buSzPts val="4200"/>
              <a:buNone/>
              <a:defRPr sz="4200"/>
            </a:lvl5pPr>
            <a:lvl6pPr lvl="5" algn="l">
              <a:lnSpc>
                <a:spcPct val="100000"/>
              </a:lnSpc>
              <a:spcBef>
                <a:spcPts val="0"/>
              </a:spcBef>
              <a:spcAft>
                <a:spcPts val="0"/>
              </a:spcAft>
              <a:buSzPts val="4200"/>
              <a:buNone/>
              <a:defRPr sz="4200"/>
            </a:lvl6pPr>
            <a:lvl7pPr lvl="6" algn="l">
              <a:lnSpc>
                <a:spcPct val="100000"/>
              </a:lnSpc>
              <a:spcBef>
                <a:spcPts val="0"/>
              </a:spcBef>
              <a:spcAft>
                <a:spcPts val="0"/>
              </a:spcAft>
              <a:buSzPts val="4200"/>
              <a:buNone/>
              <a:defRPr sz="4200"/>
            </a:lvl7pPr>
            <a:lvl8pPr lvl="7" algn="l">
              <a:lnSpc>
                <a:spcPct val="100000"/>
              </a:lnSpc>
              <a:spcBef>
                <a:spcPts val="0"/>
              </a:spcBef>
              <a:spcAft>
                <a:spcPts val="0"/>
              </a:spcAft>
              <a:buSzPts val="4200"/>
              <a:buNone/>
              <a:defRPr sz="4200"/>
            </a:lvl8pPr>
            <a:lvl9pPr lvl="8" algn="l">
              <a:lnSpc>
                <a:spcPct val="100000"/>
              </a:lnSpc>
              <a:spcBef>
                <a:spcPts val="0"/>
              </a:spcBef>
              <a:spcAft>
                <a:spcPts val="0"/>
              </a:spcAft>
              <a:buSzPts val="4200"/>
              <a:buNone/>
              <a:defRPr sz="4200"/>
            </a:lvl9pPr>
          </a:lstStyle>
          <a:p/>
        </p:txBody>
      </p:sp>
      <p:sp>
        <p:nvSpPr>
          <p:cNvPr id="15" name="Google Shape;15;p54"/>
          <p:cNvSpPr txBox="1"/>
          <p:nvPr>
            <p:ph idx="1" type="subTitle"/>
          </p:nvPr>
        </p:nvSpPr>
        <p:spPr>
          <a:xfrm>
            <a:off x="729627" y="3172900"/>
            <a:ext cx="7688100" cy="541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p:txBody>
      </p:sp>
      <p:sp>
        <p:nvSpPr>
          <p:cNvPr id="16" name="Google Shape;16;p54"/>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5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9" name="Google Shape;19;p55"/>
          <p:cNvGrpSpPr/>
          <p:nvPr/>
        </p:nvGrpSpPr>
        <p:grpSpPr>
          <a:xfrm>
            <a:off x="830392" y="1191256"/>
            <a:ext cx="745763" cy="45826"/>
            <a:chOff x="4580561" y="2589004"/>
            <a:chExt cx="1064464" cy="25200"/>
          </a:xfrm>
        </p:grpSpPr>
        <p:sp>
          <p:nvSpPr>
            <p:cNvPr id="20" name="Google Shape;20;p5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 name="Google Shape;21;p5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2" name="Google Shape;22;p55"/>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23" name="Google Shape;23;p55"/>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24" name="Google Shape;24;p55"/>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25" name="Shape 25"/>
        <p:cNvGrpSpPr/>
        <p:nvPr/>
      </p:nvGrpSpPr>
      <p:grpSpPr>
        <a:xfrm>
          <a:off x="0" y="0"/>
          <a:ext cx="0" cy="0"/>
          <a:chOff x="0" y="0"/>
          <a:chExt cx="0" cy="0"/>
        </a:xfrm>
      </p:grpSpPr>
      <p:grpSp>
        <p:nvGrpSpPr>
          <p:cNvPr id="26" name="Google Shape;26;p56"/>
          <p:cNvGrpSpPr/>
          <p:nvPr/>
        </p:nvGrpSpPr>
        <p:grpSpPr>
          <a:xfrm>
            <a:off x="830392" y="1191256"/>
            <a:ext cx="745763" cy="45826"/>
            <a:chOff x="4580561" y="2589004"/>
            <a:chExt cx="1064464" cy="25200"/>
          </a:xfrm>
        </p:grpSpPr>
        <p:sp>
          <p:nvSpPr>
            <p:cNvPr id="27" name="Google Shape;27;p56"/>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 name="Google Shape;28;p56"/>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9" name="Google Shape;29;p56"/>
          <p:cNvSpPr txBox="1"/>
          <p:nvPr>
            <p:ph type="title"/>
          </p:nvPr>
        </p:nvSpPr>
        <p:spPr>
          <a:xfrm>
            <a:off x="729450" y="1322450"/>
            <a:ext cx="7688400" cy="1518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p:txBody>
      </p:sp>
      <p:sp>
        <p:nvSpPr>
          <p:cNvPr id="30" name="Google Shape;30;p56"/>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3" name="Google Shape;33;p57"/>
          <p:cNvGrpSpPr/>
          <p:nvPr/>
        </p:nvGrpSpPr>
        <p:grpSpPr>
          <a:xfrm>
            <a:off x="830392" y="1191256"/>
            <a:ext cx="745763" cy="45826"/>
            <a:chOff x="4580561" y="2589004"/>
            <a:chExt cx="1064464" cy="25200"/>
          </a:xfrm>
        </p:grpSpPr>
        <p:sp>
          <p:nvSpPr>
            <p:cNvPr id="34" name="Google Shape;34;p5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 name="Google Shape;35;p5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6" name="Google Shape;36;p57"/>
          <p:cNvSpPr txBox="1"/>
          <p:nvPr>
            <p:ph type="title"/>
          </p:nvPr>
        </p:nvSpPr>
        <p:spPr>
          <a:xfrm>
            <a:off x="729450" y="1318650"/>
            <a:ext cx="7688400" cy="535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37" name="Google Shape;37;p57"/>
          <p:cNvSpPr txBox="1"/>
          <p:nvPr>
            <p:ph idx="1" type="body"/>
          </p:nvPr>
        </p:nvSpPr>
        <p:spPr>
          <a:xfrm>
            <a:off x="729325" y="2078875"/>
            <a:ext cx="3774300" cy="22611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38" name="Google Shape;38;p57"/>
          <p:cNvSpPr txBox="1"/>
          <p:nvPr>
            <p:ph idx="2" type="body"/>
          </p:nvPr>
        </p:nvSpPr>
        <p:spPr>
          <a:xfrm>
            <a:off x="4643604" y="2078875"/>
            <a:ext cx="3774300" cy="22611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39" name="Google Shape;39;p57"/>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58"/>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2" name="Google Shape;42;p58"/>
          <p:cNvGrpSpPr/>
          <p:nvPr/>
        </p:nvGrpSpPr>
        <p:grpSpPr>
          <a:xfrm>
            <a:off x="830392" y="1191256"/>
            <a:ext cx="745763" cy="45826"/>
            <a:chOff x="4580561" y="2589004"/>
            <a:chExt cx="1064464" cy="25200"/>
          </a:xfrm>
        </p:grpSpPr>
        <p:sp>
          <p:nvSpPr>
            <p:cNvPr id="43" name="Google Shape;43;p58"/>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 name="Google Shape;44;p58"/>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5" name="Google Shape;45;p58"/>
          <p:cNvSpPr txBox="1"/>
          <p:nvPr>
            <p:ph type="title"/>
          </p:nvPr>
        </p:nvSpPr>
        <p:spPr>
          <a:xfrm>
            <a:off x="729450" y="1318650"/>
            <a:ext cx="7688400" cy="535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46" name="Google Shape;46;p58"/>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59"/>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9" name="Google Shape;49;p59"/>
          <p:cNvGrpSpPr/>
          <p:nvPr/>
        </p:nvGrpSpPr>
        <p:grpSpPr>
          <a:xfrm>
            <a:off x="830392" y="1191256"/>
            <a:ext cx="745763" cy="45826"/>
            <a:chOff x="4580561" y="2589004"/>
            <a:chExt cx="1064464" cy="25200"/>
          </a:xfrm>
        </p:grpSpPr>
        <p:sp>
          <p:nvSpPr>
            <p:cNvPr id="50" name="Google Shape;50;p5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 name="Google Shape;51;p5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2" name="Google Shape;52;p59"/>
          <p:cNvSpPr txBox="1"/>
          <p:nvPr>
            <p:ph type="title"/>
          </p:nvPr>
        </p:nvSpPr>
        <p:spPr>
          <a:xfrm>
            <a:off x="730000" y="1318650"/>
            <a:ext cx="3300900" cy="13815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53" name="Google Shape;53;p59"/>
          <p:cNvSpPr txBox="1"/>
          <p:nvPr>
            <p:ph idx="1" type="body"/>
          </p:nvPr>
        </p:nvSpPr>
        <p:spPr>
          <a:xfrm>
            <a:off x="721225" y="2781725"/>
            <a:ext cx="3300900" cy="15975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54" name="Google Shape;54;p59"/>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60"/>
          <p:cNvGrpSpPr/>
          <p:nvPr/>
        </p:nvGrpSpPr>
        <p:grpSpPr>
          <a:xfrm>
            <a:off x="830392" y="4169130"/>
            <a:ext cx="745763" cy="45826"/>
            <a:chOff x="4580561" y="2589004"/>
            <a:chExt cx="1064464" cy="25200"/>
          </a:xfrm>
        </p:grpSpPr>
        <p:sp>
          <p:nvSpPr>
            <p:cNvPr id="57" name="Google Shape;57;p60"/>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 name="Google Shape;58;p60"/>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9" name="Google Shape;59;p60"/>
          <p:cNvSpPr txBox="1"/>
          <p:nvPr>
            <p:ph type="title"/>
          </p:nvPr>
        </p:nvSpPr>
        <p:spPr>
          <a:xfrm>
            <a:off x="729450" y="864300"/>
            <a:ext cx="7021200" cy="29850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p:txBody>
      </p:sp>
      <p:sp>
        <p:nvSpPr>
          <p:cNvPr id="60" name="Google Shape;60;p60"/>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61"/>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63" name="Google Shape;63;p61"/>
          <p:cNvGrpSpPr/>
          <p:nvPr/>
        </p:nvGrpSpPr>
        <p:grpSpPr>
          <a:xfrm>
            <a:off x="830392" y="1191256"/>
            <a:ext cx="745763" cy="45826"/>
            <a:chOff x="4580561" y="2589004"/>
            <a:chExt cx="1064464" cy="25200"/>
          </a:xfrm>
        </p:grpSpPr>
        <p:sp>
          <p:nvSpPr>
            <p:cNvPr id="64" name="Google Shape;64;p61"/>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 name="Google Shape;65;p61"/>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6" name="Google Shape;66;p61"/>
          <p:cNvSpPr txBox="1"/>
          <p:nvPr>
            <p:ph type="title"/>
          </p:nvPr>
        </p:nvSpPr>
        <p:spPr>
          <a:xfrm>
            <a:off x="730000" y="1318650"/>
            <a:ext cx="3300900" cy="1687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67" name="Google Shape;67;p61"/>
          <p:cNvSpPr txBox="1"/>
          <p:nvPr>
            <p:ph idx="1" type="subTitle"/>
          </p:nvPr>
        </p:nvSpPr>
        <p:spPr>
          <a:xfrm>
            <a:off x="724950" y="3161525"/>
            <a:ext cx="3300900" cy="7590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p:txBody>
      </p:sp>
      <p:sp>
        <p:nvSpPr>
          <p:cNvPr id="68" name="Google Shape;68;p61"/>
          <p:cNvSpPr txBox="1"/>
          <p:nvPr>
            <p:ph idx="2" type="body"/>
          </p:nvPr>
        </p:nvSpPr>
        <p:spPr>
          <a:xfrm>
            <a:off x="5174225" y="1352625"/>
            <a:ext cx="3374400" cy="30255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69" name="Google Shape;69;p6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62"/>
          <p:cNvSpPr txBox="1"/>
          <p:nvPr>
            <p:ph idx="1" type="body"/>
          </p:nvPr>
        </p:nvSpPr>
        <p:spPr>
          <a:xfrm>
            <a:off x="724950" y="4372551"/>
            <a:ext cx="7697400" cy="4605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300"/>
              <a:buNone/>
              <a:defRPr/>
            </a:lvl1pPr>
          </a:lstStyle>
          <a:p/>
        </p:txBody>
      </p:sp>
      <p:sp>
        <p:nvSpPr>
          <p:cNvPr id="72" name="Google Shape;72;p62"/>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63"/>
          <p:cNvGrpSpPr/>
          <p:nvPr/>
        </p:nvGrpSpPr>
        <p:grpSpPr>
          <a:xfrm>
            <a:off x="830392" y="4169130"/>
            <a:ext cx="745763" cy="45826"/>
            <a:chOff x="4580561" y="2589004"/>
            <a:chExt cx="1064464" cy="25200"/>
          </a:xfrm>
        </p:grpSpPr>
        <p:sp>
          <p:nvSpPr>
            <p:cNvPr id="75" name="Google Shape;75;p6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 name="Google Shape;76;p6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77" name="Google Shape;77;p63"/>
          <p:cNvSpPr txBox="1"/>
          <p:nvPr>
            <p:ph hasCustomPrompt="1" type="title"/>
          </p:nvPr>
        </p:nvSpPr>
        <p:spPr>
          <a:xfrm>
            <a:off x="729450" y="733950"/>
            <a:ext cx="7688400" cy="1244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8000"/>
              <a:buNone/>
              <a:defRPr sz="8000">
                <a:solidFill>
                  <a:schemeClr val="lt1"/>
                </a:solidFill>
              </a:defRPr>
            </a:lvl1pPr>
            <a:lvl2pPr lvl="1" algn="l">
              <a:lnSpc>
                <a:spcPct val="100000"/>
              </a:lnSpc>
              <a:spcBef>
                <a:spcPts val="0"/>
              </a:spcBef>
              <a:spcAft>
                <a:spcPts val="0"/>
              </a:spcAft>
              <a:buClr>
                <a:schemeClr val="lt1"/>
              </a:buClr>
              <a:buSzPts val="8000"/>
              <a:buNone/>
              <a:defRPr sz="8000">
                <a:solidFill>
                  <a:schemeClr val="lt1"/>
                </a:solidFill>
              </a:defRPr>
            </a:lvl2pPr>
            <a:lvl3pPr lvl="2" algn="l">
              <a:lnSpc>
                <a:spcPct val="100000"/>
              </a:lnSpc>
              <a:spcBef>
                <a:spcPts val="0"/>
              </a:spcBef>
              <a:spcAft>
                <a:spcPts val="0"/>
              </a:spcAft>
              <a:buClr>
                <a:schemeClr val="lt1"/>
              </a:buClr>
              <a:buSzPts val="8000"/>
              <a:buNone/>
              <a:defRPr sz="8000">
                <a:solidFill>
                  <a:schemeClr val="lt1"/>
                </a:solidFill>
              </a:defRPr>
            </a:lvl3pPr>
            <a:lvl4pPr lvl="3" algn="l">
              <a:lnSpc>
                <a:spcPct val="100000"/>
              </a:lnSpc>
              <a:spcBef>
                <a:spcPts val="0"/>
              </a:spcBef>
              <a:spcAft>
                <a:spcPts val="0"/>
              </a:spcAft>
              <a:buClr>
                <a:schemeClr val="lt1"/>
              </a:buClr>
              <a:buSzPts val="8000"/>
              <a:buNone/>
              <a:defRPr sz="8000">
                <a:solidFill>
                  <a:schemeClr val="lt1"/>
                </a:solidFill>
              </a:defRPr>
            </a:lvl4pPr>
            <a:lvl5pPr lvl="4" algn="l">
              <a:lnSpc>
                <a:spcPct val="100000"/>
              </a:lnSpc>
              <a:spcBef>
                <a:spcPts val="0"/>
              </a:spcBef>
              <a:spcAft>
                <a:spcPts val="0"/>
              </a:spcAft>
              <a:buClr>
                <a:schemeClr val="lt1"/>
              </a:buClr>
              <a:buSzPts val="8000"/>
              <a:buNone/>
              <a:defRPr sz="8000">
                <a:solidFill>
                  <a:schemeClr val="lt1"/>
                </a:solidFill>
              </a:defRPr>
            </a:lvl5pPr>
            <a:lvl6pPr lvl="5" algn="l">
              <a:lnSpc>
                <a:spcPct val="100000"/>
              </a:lnSpc>
              <a:spcBef>
                <a:spcPts val="0"/>
              </a:spcBef>
              <a:spcAft>
                <a:spcPts val="0"/>
              </a:spcAft>
              <a:buClr>
                <a:schemeClr val="lt1"/>
              </a:buClr>
              <a:buSzPts val="8000"/>
              <a:buNone/>
              <a:defRPr sz="8000">
                <a:solidFill>
                  <a:schemeClr val="lt1"/>
                </a:solidFill>
              </a:defRPr>
            </a:lvl6pPr>
            <a:lvl7pPr lvl="6" algn="l">
              <a:lnSpc>
                <a:spcPct val="100000"/>
              </a:lnSpc>
              <a:spcBef>
                <a:spcPts val="0"/>
              </a:spcBef>
              <a:spcAft>
                <a:spcPts val="0"/>
              </a:spcAft>
              <a:buClr>
                <a:schemeClr val="lt1"/>
              </a:buClr>
              <a:buSzPts val="8000"/>
              <a:buNone/>
              <a:defRPr sz="8000">
                <a:solidFill>
                  <a:schemeClr val="lt1"/>
                </a:solidFill>
              </a:defRPr>
            </a:lvl7pPr>
            <a:lvl8pPr lvl="7" algn="l">
              <a:lnSpc>
                <a:spcPct val="100000"/>
              </a:lnSpc>
              <a:spcBef>
                <a:spcPts val="0"/>
              </a:spcBef>
              <a:spcAft>
                <a:spcPts val="0"/>
              </a:spcAft>
              <a:buClr>
                <a:schemeClr val="lt1"/>
              </a:buClr>
              <a:buSzPts val="8000"/>
              <a:buNone/>
              <a:defRPr sz="8000">
                <a:solidFill>
                  <a:schemeClr val="lt1"/>
                </a:solidFill>
              </a:defRPr>
            </a:lvl8pPr>
            <a:lvl9pPr lvl="8" algn="l">
              <a:lnSpc>
                <a:spcPct val="100000"/>
              </a:lnSpc>
              <a:spcBef>
                <a:spcPts val="0"/>
              </a:spcBef>
              <a:spcAft>
                <a:spcPts val="0"/>
              </a:spcAft>
              <a:buClr>
                <a:schemeClr val="lt1"/>
              </a:buClr>
              <a:buSzPts val="8000"/>
              <a:buNone/>
              <a:defRPr sz="8000">
                <a:solidFill>
                  <a:schemeClr val="lt1"/>
                </a:solidFill>
              </a:defRPr>
            </a:lvl9pPr>
          </a:lstStyle>
          <a:p>
            <a:r>
              <a:t>xx%</a:t>
            </a:r>
          </a:p>
        </p:txBody>
      </p:sp>
      <p:sp>
        <p:nvSpPr>
          <p:cNvPr id="78" name="Google Shape;78;p63"/>
          <p:cNvSpPr txBox="1"/>
          <p:nvPr>
            <p:ph idx="1" type="body"/>
          </p:nvPr>
        </p:nvSpPr>
        <p:spPr>
          <a:xfrm>
            <a:off x="729450" y="2272888"/>
            <a:ext cx="7688400" cy="15804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Clr>
                <a:schemeClr val="lt1"/>
              </a:buClr>
              <a:buSzPts val="1300"/>
              <a:buChar char="●"/>
              <a:defRPr>
                <a:solidFill>
                  <a:schemeClr val="lt1"/>
                </a:solidFill>
              </a:defRPr>
            </a:lvl1pPr>
            <a:lvl2pPr indent="-298450" lvl="1" marL="914400" algn="l">
              <a:lnSpc>
                <a:spcPct val="115000"/>
              </a:lnSpc>
              <a:spcBef>
                <a:spcPts val="0"/>
              </a:spcBef>
              <a:spcAft>
                <a:spcPts val="0"/>
              </a:spcAft>
              <a:buClr>
                <a:schemeClr val="lt1"/>
              </a:buClr>
              <a:buSzPts val="1100"/>
              <a:buChar char="○"/>
              <a:defRPr>
                <a:solidFill>
                  <a:schemeClr val="lt1"/>
                </a:solidFill>
              </a:defRPr>
            </a:lvl2pPr>
            <a:lvl3pPr indent="-298450" lvl="2" marL="1371600" algn="l">
              <a:lnSpc>
                <a:spcPct val="115000"/>
              </a:lnSpc>
              <a:spcBef>
                <a:spcPts val="0"/>
              </a:spcBef>
              <a:spcAft>
                <a:spcPts val="0"/>
              </a:spcAft>
              <a:buClr>
                <a:schemeClr val="lt1"/>
              </a:buClr>
              <a:buSzPts val="1100"/>
              <a:buChar char="■"/>
              <a:defRPr>
                <a:solidFill>
                  <a:schemeClr val="lt1"/>
                </a:solidFill>
              </a:defRPr>
            </a:lvl3pPr>
            <a:lvl4pPr indent="-298450" lvl="3" marL="1828800" algn="l">
              <a:lnSpc>
                <a:spcPct val="115000"/>
              </a:lnSpc>
              <a:spcBef>
                <a:spcPts val="0"/>
              </a:spcBef>
              <a:spcAft>
                <a:spcPts val="0"/>
              </a:spcAft>
              <a:buClr>
                <a:schemeClr val="lt1"/>
              </a:buClr>
              <a:buSzPts val="1100"/>
              <a:buChar char="●"/>
              <a:defRPr>
                <a:solidFill>
                  <a:schemeClr val="lt1"/>
                </a:solidFill>
              </a:defRPr>
            </a:lvl4pPr>
            <a:lvl5pPr indent="-298450" lvl="4" marL="2286000" algn="l">
              <a:lnSpc>
                <a:spcPct val="115000"/>
              </a:lnSpc>
              <a:spcBef>
                <a:spcPts val="0"/>
              </a:spcBef>
              <a:spcAft>
                <a:spcPts val="0"/>
              </a:spcAft>
              <a:buClr>
                <a:schemeClr val="lt1"/>
              </a:buClr>
              <a:buSzPts val="1100"/>
              <a:buChar char="○"/>
              <a:defRPr>
                <a:solidFill>
                  <a:schemeClr val="lt1"/>
                </a:solidFill>
              </a:defRPr>
            </a:lvl5pPr>
            <a:lvl6pPr indent="-298450" lvl="5" marL="2743200" algn="l">
              <a:lnSpc>
                <a:spcPct val="115000"/>
              </a:lnSpc>
              <a:spcBef>
                <a:spcPts val="0"/>
              </a:spcBef>
              <a:spcAft>
                <a:spcPts val="0"/>
              </a:spcAft>
              <a:buClr>
                <a:schemeClr val="lt1"/>
              </a:buClr>
              <a:buSzPts val="1100"/>
              <a:buChar char="■"/>
              <a:defRPr>
                <a:solidFill>
                  <a:schemeClr val="lt1"/>
                </a:solidFill>
              </a:defRPr>
            </a:lvl6pPr>
            <a:lvl7pPr indent="-298450" lvl="6" marL="3200400" algn="l">
              <a:lnSpc>
                <a:spcPct val="115000"/>
              </a:lnSpc>
              <a:spcBef>
                <a:spcPts val="0"/>
              </a:spcBef>
              <a:spcAft>
                <a:spcPts val="0"/>
              </a:spcAft>
              <a:buClr>
                <a:schemeClr val="lt1"/>
              </a:buClr>
              <a:buSzPts val="1100"/>
              <a:buChar char="●"/>
              <a:defRPr>
                <a:solidFill>
                  <a:schemeClr val="lt1"/>
                </a:solidFill>
              </a:defRPr>
            </a:lvl7pPr>
            <a:lvl8pPr indent="-298450" lvl="7" marL="3657600" algn="l">
              <a:lnSpc>
                <a:spcPct val="115000"/>
              </a:lnSpc>
              <a:spcBef>
                <a:spcPts val="0"/>
              </a:spcBef>
              <a:spcAft>
                <a:spcPts val="0"/>
              </a:spcAft>
              <a:buClr>
                <a:schemeClr val="lt1"/>
              </a:buClr>
              <a:buSzPts val="1100"/>
              <a:buChar char="○"/>
              <a:defRPr>
                <a:solidFill>
                  <a:schemeClr val="lt1"/>
                </a:solidFill>
              </a:defRPr>
            </a:lvl8pPr>
            <a:lvl9pPr indent="-298450" lvl="8" marL="4114800" algn="l">
              <a:lnSpc>
                <a:spcPct val="115000"/>
              </a:lnSpc>
              <a:spcBef>
                <a:spcPts val="0"/>
              </a:spcBef>
              <a:spcAft>
                <a:spcPts val="0"/>
              </a:spcAft>
              <a:buClr>
                <a:schemeClr val="lt1"/>
              </a:buClr>
              <a:buSzPts val="1100"/>
              <a:buChar char="■"/>
              <a:defRPr>
                <a:solidFill>
                  <a:schemeClr val="lt1"/>
                </a:solidFill>
              </a:defRPr>
            </a:lvl9pPr>
          </a:lstStyle>
          <a:p/>
        </p:txBody>
      </p:sp>
      <p:sp>
        <p:nvSpPr>
          <p:cNvPr id="79" name="Google Shape;79;p63"/>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64"/>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5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1pPr>
            <a:lvl2pPr lvl="1"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2pPr>
            <a:lvl3pPr lvl="2"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3pPr>
            <a:lvl4pPr lvl="3"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4pPr>
            <a:lvl5pPr lvl="4"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5pPr>
            <a:lvl6pPr lvl="5"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6pPr>
            <a:lvl7pPr lvl="6"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7pPr>
            <a:lvl8pPr lvl="7"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8pPr>
            <a:lvl9pPr lvl="8"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9pPr>
          </a:lstStyle>
          <a:p/>
        </p:txBody>
      </p:sp>
      <p:sp>
        <p:nvSpPr>
          <p:cNvPr id="7" name="Google Shape;7;p5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marR="0" rtl="0" algn="l">
              <a:lnSpc>
                <a:spcPct val="115000"/>
              </a:lnSpc>
              <a:spcBef>
                <a:spcPts val="0"/>
              </a:spcBef>
              <a:spcAft>
                <a:spcPts val="0"/>
              </a:spcAft>
              <a:buClr>
                <a:schemeClr val="accent1"/>
              </a:buClr>
              <a:buSzPts val="1300"/>
              <a:buFont typeface="Lato"/>
              <a:buChar char="●"/>
              <a:defRPr b="0" i="0" sz="1300" u="none" cap="none" strike="noStrike">
                <a:solidFill>
                  <a:schemeClr val="accent1"/>
                </a:solidFill>
                <a:latin typeface="Lato"/>
                <a:ea typeface="Lato"/>
                <a:cs typeface="Lato"/>
                <a:sym typeface="Lato"/>
              </a:defRPr>
            </a:lvl1pPr>
            <a:lvl2pPr indent="-298450" lvl="1" marL="9144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2pPr>
            <a:lvl3pPr indent="-298450" lvl="2" marL="13716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3pPr>
            <a:lvl4pPr indent="-298450" lvl="3" marL="18288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4pPr>
            <a:lvl5pPr indent="-298450" lvl="4" marL="22860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5pPr>
            <a:lvl6pPr indent="-298450" lvl="5" marL="27432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6pPr>
            <a:lvl7pPr indent="-298450" lvl="6" marL="32004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7pPr>
            <a:lvl8pPr indent="-298450" lvl="7" marL="36576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8pPr>
            <a:lvl9pPr indent="-298450" lvl="8" marL="41148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9pPr>
          </a:lstStyle>
          <a:p/>
        </p:txBody>
      </p:sp>
      <p:sp>
        <p:nvSpPr>
          <p:cNvPr id="8" name="Google Shape;8;p53"/>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419"/>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comments" Target="../comments/commen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1.png"/><Relationship Id="rId4" Type="http://schemas.openxmlformats.org/officeDocument/2006/relationships/image" Target="../media/image1.png"/><Relationship Id="rId5"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6.png"/><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4.png"/><Relationship Id="rId4" Type="http://schemas.openxmlformats.org/officeDocument/2006/relationships/image" Target="../media/image57.png"/><Relationship Id="rId5" Type="http://schemas.openxmlformats.org/officeDocument/2006/relationships/image" Target="../media/image33.png"/><Relationship Id="rId6" Type="http://schemas.openxmlformats.org/officeDocument/2006/relationships/image" Target="../media/image9.png"/><Relationship Id="rId7" Type="http://schemas.openxmlformats.org/officeDocument/2006/relationships/image" Target="../media/image1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30.png"/><Relationship Id="rId4" Type="http://schemas.openxmlformats.org/officeDocument/2006/relationships/image" Target="../media/image4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37.png"/><Relationship Id="rId4" Type="http://schemas.openxmlformats.org/officeDocument/2006/relationships/image" Target="../media/image6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7.png"/><Relationship Id="rId4" Type="http://schemas.openxmlformats.org/officeDocument/2006/relationships/image" Target="../media/image35.png"/><Relationship Id="rId5" Type="http://schemas.openxmlformats.org/officeDocument/2006/relationships/image" Target="../media/image2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2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2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47.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43.png"/><Relationship Id="rId4" Type="http://schemas.openxmlformats.org/officeDocument/2006/relationships/image" Target="../media/image3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27.png"/><Relationship Id="rId4" Type="http://schemas.openxmlformats.org/officeDocument/2006/relationships/image" Target="../media/image46.png"/><Relationship Id="rId5" Type="http://schemas.openxmlformats.org/officeDocument/2006/relationships/image" Target="../media/image2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44.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51.png"/><Relationship Id="rId4" Type="http://schemas.openxmlformats.org/officeDocument/2006/relationships/image" Target="../media/image5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42.png"/><Relationship Id="rId4" Type="http://schemas.openxmlformats.org/officeDocument/2006/relationships/image" Target="../media/image34.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52.png"/><Relationship Id="rId4" Type="http://schemas.openxmlformats.org/officeDocument/2006/relationships/image" Target="../media/image48.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61.png"/><Relationship Id="rId4" Type="http://schemas.openxmlformats.org/officeDocument/2006/relationships/image" Target="../media/image59.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58.png"/><Relationship Id="rId4" Type="http://schemas.openxmlformats.org/officeDocument/2006/relationships/image" Target="../media/image39.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38.png"/><Relationship Id="rId4" Type="http://schemas.openxmlformats.org/officeDocument/2006/relationships/image" Target="../media/image56.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49.png"/><Relationship Id="rId4" Type="http://schemas.openxmlformats.org/officeDocument/2006/relationships/image" Target="../media/image45.png"/><Relationship Id="rId5" Type="http://schemas.openxmlformats.org/officeDocument/2006/relationships/image" Target="../media/image50.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55.png"/><Relationship Id="rId4" Type="http://schemas.openxmlformats.org/officeDocument/2006/relationships/image" Target="../media/image53.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60.png"/><Relationship Id="rId4" Type="http://schemas.openxmlformats.org/officeDocument/2006/relationships/image" Target="../media/image63.png"/><Relationship Id="rId5" Type="http://schemas.openxmlformats.org/officeDocument/2006/relationships/image" Target="../media/image64.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
          <p:cNvSpPr txBox="1"/>
          <p:nvPr>
            <p:ph type="ctrTitle"/>
          </p:nvPr>
        </p:nvSpPr>
        <p:spPr>
          <a:xfrm>
            <a:off x="0" y="1226358"/>
            <a:ext cx="9144000" cy="1488483"/>
          </a:xfrm>
          <a:prstGeom prst="rect">
            <a:avLst/>
          </a:prstGeom>
          <a:solidFill>
            <a:schemeClr val="accent1">
              <a:alpha val="49803"/>
            </a:schemeClr>
          </a:solid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4200"/>
              <a:buNone/>
            </a:pPr>
            <a:r>
              <a:rPr lang="es-419">
                <a:solidFill>
                  <a:schemeClr val="lt1"/>
                </a:solidFill>
                <a:latin typeface="Arial"/>
                <a:ea typeface="Arial"/>
                <a:cs typeface="Arial"/>
                <a:sym typeface="Arial"/>
              </a:rPr>
              <a:t>	PRESENTACIÓN </a:t>
            </a:r>
            <a:br>
              <a:rPr lang="es-419">
                <a:solidFill>
                  <a:schemeClr val="lt1"/>
                </a:solidFill>
                <a:latin typeface="Arial"/>
                <a:ea typeface="Arial"/>
                <a:cs typeface="Arial"/>
                <a:sym typeface="Arial"/>
              </a:rPr>
            </a:br>
            <a:r>
              <a:rPr lang="es-419">
                <a:solidFill>
                  <a:schemeClr val="lt1"/>
                </a:solidFill>
                <a:latin typeface="Arial"/>
                <a:ea typeface="Arial"/>
                <a:cs typeface="Arial"/>
                <a:sym typeface="Arial"/>
              </a:rPr>
              <a:t>	LABORATORIO # 1</a:t>
            </a:r>
            <a:endParaRPr/>
          </a:p>
        </p:txBody>
      </p:sp>
      <p:sp>
        <p:nvSpPr>
          <p:cNvPr id="87" name="Google Shape;87;p1"/>
          <p:cNvSpPr txBox="1"/>
          <p:nvPr>
            <p:ph idx="1" type="subTitle"/>
          </p:nvPr>
        </p:nvSpPr>
        <p:spPr>
          <a:xfrm>
            <a:off x="729627" y="3172900"/>
            <a:ext cx="3123045" cy="5412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1600"/>
              <a:buNone/>
            </a:pPr>
            <a:r>
              <a:rPr lang="es-419"/>
              <a:t>PROCESO DE PRODUCCIÓN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3"/>
          <p:cNvSpPr txBox="1"/>
          <p:nvPr>
            <p:ph idx="1" type="body"/>
          </p:nvPr>
        </p:nvSpPr>
        <p:spPr>
          <a:xfrm>
            <a:off x="313188" y="425472"/>
            <a:ext cx="8554200" cy="1825439"/>
          </a:xfrm>
          <a:prstGeom prst="rect">
            <a:avLst/>
          </a:prstGeom>
          <a:solidFill>
            <a:schemeClr val="lt1"/>
          </a:solidFill>
          <a:ln>
            <a:noFill/>
          </a:ln>
        </p:spPr>
        <p:txBody>
          <a:bodyPr anchorCtr="0" anchor="t" bIns="91425" lIns="91425" spcFirstLastPara="1" rIns="91425" wrap="square" tIns="91425">
            <a:normAutofit lnSpcReduction="10000"/>
          </a:bodyPr>
          <a:lstStyle/>
          <a:p>
            <a:pPr indent="0" lvl="0" marL="146050" rtl="0" algn="just">
              <a:lnSpc>
                <a:spcPct val="115000"/>
              </a:lnSpc>
              <a:spcBef>
                <a:spcPts val="0"/>
              </a:spcBef>
              <a:spcAft>
                <a:spcPts val="0"/>
              </a:spcAft>
              <a:buSzPts val="1300"/>
              <a:buNone/>
            </a:pPr>
            <a:r>
              <a:rPr b="0" i="0" lang="es-419" sz="2000" u="none" strike="noStrike">
                <a:solidFill>
                  <a:srgbClr val="002060"/>
                </a:solidFill>
                <a:latin typeface="Cambria"/>
                <a:ea typeface="Cambria"/>
                <a:cs typeface="Cambria"/>
                <a:sym typeface="Cambria"/>
              </a:rPr>
              <a:t>La maqueta de </a:t>
            </a:r>
            <a:r>
              <a:rPr lang="es-419" sz="2000">
                <a:solidFill>
                  <a:srgbClr val="002060"/>
                </a:solidFill>
                <a:latin typeface="Cambria"/>
                <a:ea typeface="Cambria"/>
                <a:cs typeface="Cambria"/>
                <a:sym typeface="Cambria"/>
              </a:rPr>
              <a:t>procesamiento xk-335b </a:t>
            </a:r>
            <a:r>
              <a:rPr b="0" i="0" lang="es-419" sz="2000" u="none" strike="noStrike">
                <a:solidFill>
                  <a:srgbClr val="002060"/>
                </a:solidFill>
                <a:latin typeface="Cambria"/>
                <a:ea typeface="Cambria"/>
                <a:cs typeface="Cambria"/>
                <a:sym typeface="Cambria"/>
              </a:rPr>
              <a:t>consta de 5 unidades instaladas en una plataforma de entrenamiento. Cada estación contiene un PLC para realizar la función de control. </a:t>
            </a:r>
            <a:endParaRPr b="0" sz="1400">
              <a:solidFill>
                <a:srgbClr val="002060"/>
              </a:solidFill>
              <a:latin typeface="Cambria"/>
              <a:ea typeface="Cambria"/>
              <a:cs typeface="Cambria"/>
              <a:sym typeface="Cambria"/>
            </a:endParaRPr>
          </a:p>
          <a:p>
            <a:pPr indent="0" lvl="0" marL="146050" rtl="0" algn="just">
              <a:lnSpc>
                <a:spcPct val="115000"/>
              </a:lnSpc>
              <a:spcBef>
                <a:spcPts val="0"/>
              </a:spcBef>
              <a:spcAft>
                <a:spcPts val="0"/>
              </a:spcAft>
              <a:buSzPts val="1300"/>
              <a:buNone/>
            </a:pPr>
            <a:r>
              <a:rPr b="0" i="0" lang="es-419" sz="2000" u="none" strike="noStrike">
                <a:solidFill>
                  <a:srgbClr val="002060"/>
                </a:solidFill>
                <a:latin typeface="Cambria"/>
                <a:ea typeface="Cambria"/>
                <a:cs typeface="Cambria"/>
                <a:sym typeface="Cambria"/>
              </a:rPr>
              <a:t>Su tarea principal es la de alimentar</a:t>
            </a:r>
            <a:r>
              <a:rPr lang="es-419" sz="2000">
                <a:solidFill>
                  <a:srgbClr val="002060"/>
                </a:solidFill>
                <a:latin typeface="Cambria"/>
                <a:ea typeface="Cambria"/>
                <a:cs typeface="Cambria"/>
                <a:sym typeface="Cambria"/>
              </a:rPr>
              <a:t>, transferir, ensamblar, </a:t>
            </a:r>
            <a:r>
              <a:rPr b="0" i="0" lang="es-419" sz="2000" u="none" strike="noStrike">
                <a:solidFill>
                  <a:srgbClr val="002060"/>
                </a:solidFill>
                <a:latin typeface="Cambria"/>
                <a:ea typeface="Cambria"/>
                <a:cs typeface="Cambria"/>
                <a:sym typeface="Cambria"/>
              </a:rPr>
              <a:t>procesar, y seleccionar los distintos materiales.</a:t>
            </a:r>
            <a:endParaRPr sz="1400">
              <a:solidFill>
                <a:srgbClr val="002060"/>
              </a:solidFill>
              <a:latin typeface="Cambria"/>
              <a:ea typeface="Cambria"/>
              <a:cs typeface="Cambria"/>
              <a:sym typeface="Cambria"/>
            </a:endParaRPr>
          </a:p>
        </p:txBody>
      </p:sp>
      <p:grpSp>
        <p:nvGrpSpPr>
          <p:cNvPr id="93" name="Google Shape;93;p3"/>
          <p:cNvGrpSpPr/>
          <p:nvPr/>
        </p:nvGrpSpPr>
        <p:grpSpPr>
          <a:xfrm>
            <a:off x="2341179" y="1872968"/>
            <a:ext cx="6806535" cy="3270532"/>
            <a:chOff x="1439172" y="1763240"/>
            <a:chExt cx="6806535" cy="3270532"/>
          </a:xfrm>
        </p:grpSpPr>
        <p:pic>
          <p:nvPicPr>
            <p:cNvPr id="94" name="Google Shape;94;p3"/>
            <p:cNvPicPr preferRelativeResize="0"/>
            <p:nvPr/>
          </p:nvPicPr>
          <p:blipFill rotWithShape="1">
            <a:blip r:embed="rId4">
              <a:alphaModFix/>
            </a:blip>
            <a:srcRect b="4553" l="0" r="4721" t="-1"/>
            <a:stretch/>
          </p:blipFill>
          <p:spPr>
            <a:xfrm>
              <a:off x="1439172" y="1763240"/>
              <a:ext cx="6680904" cy="3270532"/>
            </a:xfrm>
            <a:prstGeom prst="rect">
              <a:avLst/>
            </a:prstGeom>
            <a:noFill/>
            <a:ln>
              <a:noFill/>
            </a:ln>
          </p:spPr>
        </p:pic>
        <p:sp>
          <p:nvSpPr>
            <p:cNvPr id="95" name="Google Shape;95;p3"/>
            <p:cNvSpPr/>
            <p:nvPr/>
          </p:nvSpPr>
          <p:spPr>
            <a:xfrm>
              <a:off x="4165952" y="1805920"/>
              <a:ext cx="1161952" cy="327966"/>
            </a:xfrm>
            <a:prstGeom prst="rect">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s-419" sz="1100" u="none" cap="none" strike="noStrike">
                  <a:solidFill>
                    <a:schemeClr val="dk2"/>
                  </a:solidFill>
                  <a:latin typeface="Twentieth Century"/>
                  <a:ea typeface="Twentieth Century"/>
                  <a:cs typeface="Twentieth Century"/>
                  <a:sym typeface="Twentieth Century"/>
                </a:rPr>
                <a:t>Unidad de Ensamblaje</a:t>
              </a:r>
              <a:endParaRPr b="1" i="0" sz="1100" u="none" cap="none" strike="noStrike">
                <a:solidFill>
                  <a:schemeClr val="dk2"/>
                </a:solidFill>
                <a:latin typeface="Twentieth Century"/>
                <a:ea typeface="Twentieth Century"/>
                <a:cs typeface="Twentieth Century"/>
                <a:sym typeface="Twentieth Century"/>
              </a:endParaRPr>
            </a:p>
          </p:txBody>
        </p:sp>
        <p:sp>
          <p:nvSpPr>
            <p:cNvPr id="96" name="Google Shape;96;p3"/>
            <p:cNvSpPr/>
            <p:nvPr/>
          </p:nvSpPr>
          <p:spPr>
            <a:xfrm>
              <a:off x="5233935" y="2308877"/>
              <a:ext cx="1085088" cy="327966"/>
            </a:xfrm>
            <a:prstGeom prst="rect">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s-419" sz="1100" u="none" cap="none" strike="noStrike">
                  <a:solidFill>
                    <a:schemeClr val="dk2"/>
                  </a:solidFill>
                  <a:latin typeface="Twentieth Century"/>
                  <a:ea typeface="Twentieth Century"/>
                  <a:cs typeface="Twentieth Century"/>
                  <a:sym typeface="Twentieth Century"/>
                </a:rPr>
                <a:t>Unidad de Procesamiento</a:t>
              </a:r>
              <a:endParaRPr b="1" i="0" sz="1100" u="none" cap="none" strike="noStrike">
                <a:solidFill>
                  <a:schemeClr val="dk2"/>
                </a:solidFill>
                <a:latin typeface="Twentieth Century"/>
                <a:ea typeface="Twentieth Century"/>
                <a:cs typeface="Twentieth Century"/>
                <a:sym typeface="Twentieth Century"/>
              </a:endParaRPr>
            </a:p>
          </p:txBody>
        </p:sp>
        <p:sp>
          <p:nvSpPr>
            <p:cNvPr id="97" name="Google Shape;97;p3"/>
            <p:cNvSpPr/>
            <p:nvPr/>
          </p:nvSpPr>
          <p:spPr>
            <a:xfrm>
              <a:off x="6650735" y="2184434"/>
              <a:ext cx="1176523" cy="327966"/>
            </a:xfrm>
            <a:prstGeom prst="rect">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s-419" sz="1100" u="none" cap="none" strike="noStrike">
                  <a:solidFill>
                    <a:schemeClr val="dk2"/>
                  </a:solidFill>
                  <a:latin typeface="Twentieth Century"/>
                  <a:ea typeface="Twentieth Century"/>
                  <a:cs typeface="Twentieth Century"/>
                  <a:sym typeface="Twentieth Century"/>
                </a:rPr>
                <a:t>Unidad de Alimentación</a:t>
              </a:r>
              <a:endParaRPr b="1" i="0" sz="1100" u="none" cap="none" strike="noStrike">
                <a:solidFill>
                  <a:schemeClr val="dk2"/>
                </a:solidFill>
                <a:latin typeface="Twentieth Century"/>
                <a:ea typeface="Twentieth Century"/>
                <a:cs typeface="Twentieth Century"/>
                <a:sym typeface="Twentieth Century"/>
              </a:endParaRPr>
            </a:p>
          </p:txBody>
        </p:sp>
        <p:sp>
          <p:nvSpPr>
            <p:cNvPr id="98" name="Google Shape;98;p3"/>
            <p:cNvSpPr/>
            <p:nvPr/>
          </p:nvSpPr>
          <p:spPr>
            <a:xfrm>
              <a:off x="3393379" y="2387251"/>
              <a:ext cx="906013" cy="327966"/>
            </a:xfrm>
            <a:prstGeom prst="rect">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s-419" sz="1100" u="none" cap="none" strike="noStrike">
                  <a:solidFill>
                    <a:schemeClr val="dk2"/>
                  </a:solidFill>
                  <a:latin typeface="Twentieth Century"/>
                  <a:ea typeface="Twentieth Century"/>
                  <a:cs typeface="Twentieth Century"/>
                  <a:sym typeface="Twentieth Century"/>
                </a:rPr>
                <a:t>Unidad de Selección</a:t>
              </a:r>
              <a:endParaRPr b="1" i="0" sz="1100" u="none" cap="none" strike="noStrike">
                <a:solidFill>
                  <a:schemeClr val="dk2"/>
                </a:solidFill>
                <a:latin typeface="Twentieth Century"/>
                <a:ea typeface="Twentieth Century"/>
                <a:cs typeface="Twentieth Century"/>
                <a:sym typeface="Twentieth Century"/>
              </a:endParaRPr>
            </a:p>
          </p:txBody>
        </p:sp>
        <p:sp>
          <p:nvSpPr>
            <p:cNvPr id="99" name="Google Shape;99;p3"/>
            <p:cNvSpPr/>
            <p:nvPr/>
          </p:nvSpPr>
          <p:spPr>
            <a:xfrm>
              <a:off x="5327904" y="3728593"/>
              <a:ext cx="1194816" cy="327966"/>
            </a:xfrm>
            <a:prstGeom prst="rect">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s-419" sz="1100" u="none" cap="none" strike="noStrike">
                  <a:solidFill>
                    <a:schemeClr val="dk2"/>
                  </a:solidFill>
                  <a:latin typeface="Twentieth Century"/>
                  <a:ea typeface="Twentieth Century"/>
                  <a:cs typeface="Twentieth Century"/>
                  <a:sym typeface="Twentieth Century"/>
                </a:rPr>
                <a:t>Unidad de Transporte</a:t>
              </a:r>
              <a:endParaRPr b="1" i="0" sz="1100" u="none" cap="none" strike="noStrike">
                <a:solidFill>
                  <a:schemeClr val="dk2"/>
                </a:solidFill>
                <a:latin typeface="Twentieth Century"/>
                <a:ea typeface="Twentieth Century"/>
                <a:cs typeface="Twentieth Century"/>
                <a:sym typeface="Twentieth Century"/>
              </a:endParaRPr>
            </a:p>
          </p:txBody>
        </p:sp>
        <p:sp>
          <p:nvSpPr>
            <p:cNvPr id="100" name="Google Shape;100;p3"/>
            <p:cNvSpPr/>
            <p:nvPr/>
          </p:nvSpPr>
          <p:spPr>
            <a:xfrm>
              <a:off x="2412814" y="2053992"/>
              <a:ext cx="906013" cy="875728"/>
            </a:xfrm>
            <a:prstGeom prst="rect">
              <a:avLst/>
            </a:prstGeom>
            <a:solidFill>
              <a:schemeClr val="lt1"/>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01" name="Google Shape;101;p3"/>
            <p:cNvSpPr/>
            <p:nvPr/>
          </p:nvSpPr>
          <p:spPr>
            <a:xfrm>
              <a:off x="1451364" y="2924270"/>
              <a:ext cx="1295673" cy="363904"/>
            </a:xfrm>
            <a:prstGeom prst="rect">
              <a:avLst/>
            </a:prstGeom>
            <a:solidFill>
              <a:schemeClr val="lt1"/>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02" name="Google Shape;102;p3"/>
            <p:cNvSpPr/>
            <p:nvPr/>
          </p:nvSpPr>
          <p:spPr>
            <a:xfrm>
              <a:off x="7069184" y="4145014"/>
              <a:ext cx="1176523" cy="363904"/>
            </a:xfrm>
            <a:prstGeom prst="rect">
              <a:avLst/>
            </a:prstGeom>
            <a:solidFill>
              <a:schemeClr val="lt1"/>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cxnSp>
          <p:nvCxnSpPr>
            <p:cNvPr id="103" name="Google Shape;103;p3"/>
            <p:cNvCxnSpPr>
              <a:stCxn id="95" idx="2"/>
            </p:cNvCxnSpPr>
            <p:nvPr/>
          </p:nvCxnSpPr>
          <p:spPr>
            <a:xfrm>
              <a:off x="4746928" y="2133886"/>
              <a:ext cx="0" cy="378600"/>
            </a:xfrm>
            <a:prstGeom prst="straightConnector1">
              <a:avLst/>
            </a:prstGeom>
            <a:noFill/>
            <a:ln cap="flat" cmpd="sng" w="19050">
              <a:solidFill>
                <a:schemeClr val="dk1"/>
              </a:solidFill>
              <a:prstDash val="solid"/>
              <a:round/>
              <a:headEnd len="sm" w="sm" type="none"/>
              <a:tailEnd len="med" w="med" type="triangle"/>
            </a:ln>
          </p:spPr>
        </p:cxnSp>
        <p:cxnSp>
          <p:nvCxnSpPr>
            <p:cNvPr id="104" name="Google Shape;104;p3"/>
            <p:cNvCxnSpPr/>
            <p:nvPr/>
          </p:nvCxnSpPr>
          <p:spPr>
            <a:xfrm>
              <a:off x="5779008" y="2650389"/>
              <a:ext cx="0" cy="92441"/>
            </a:xfrm>
            <a:prstGeom prst="straightConnector1">
              <a:avLst/>
            </a:prstGeom>
            <a:noFill/>
            <a:ln cap="flat" cmpd="sng" w="19050">
              <a:solidFill>
                <a:schemeClr val="dk1"/>
              </a:solidFill>
              <a:prstDash val="solid"/>
              <a:round/>
              <a:headEnd len="sm" w="sm" type="none"/>
              <a:tailEnd len="med" w="med" type="triangle"/>
            </a:ln>
          </p:spPr>
        </p:cxnSp>
        <p:cxnSp>
          <p:nvCxnSpPr>
            <p:cNvPr id="105" name="Google Shape;105;p3"/>
            <p:cNvCxnSpPr>
              <a:stCxn id="97" idx="2"/>
            </p:cNvCxnSpPr>
            <p:nvPr/>
          </p:nvCxnSpPr>
          <p:spPr>
            <a:xfrm rot="5400000">
              <a:off x="6754797" y="2408300"/>
              <a:ext cx="380100" cy="588300"/>
            </a:xfrm>
            <a:prstGeom prst="bentConnector2">
              <a:avLst/>
            </a:prstGeom>
            <a:noFill/>
            <a:ln cap="flat" cmpd="sng" w="19050">
              <a:solidFill>
                <a:schemeClr val="dk1"/>
              </a:solidFill>
              <a:prstDash val="solid"/>
              <a:round/>
              <a:headEnd len="sm" w="sm" type="none"/>
              <a:tailEnd len="med" w="med" type="triangle"/>
            </a:ln>
          </p:spPr>
        </p:cxnSp>
        <p:cxnSp>
          <p:nvCxnSpPr>
            <p:cNvPr id="106" name="Google Shape;106;p3"/>
            <p:cNvCxnSpPr/>
            <p:nvPr/>
          </p:nvCxnSpPr>
          <p:spPr>
            <a:xfrm>
              <a:off x="3822192" y="2729637"/>
              <a:ext cx="0" cy="92441"/>
            </a:xfrm>
            <a:prstGeom prst="straightConnector1">
              <a:avLst/>
            </a:prstGeom>
            <a:noFill/>
            <a:ln cap="flat" cmpd="sng" w="19050">
              <a:solidFill>
                <a:schemeClr val="dk1"/>
              </a:solidFill>
              <a:prstDash val="solid"/>
              <a:round/>
              <a:headEnd len="sm" w="sm" type="none"/>
              <a:tailEnd len="med" w="med" type="triangle"/>
            </a:ln>
          </p:spPr>
        </p:cxnSp>
        <p:cxnSp>
          <p:nvCxnSpPr>
            <p:cNvPr id="107" name="Google Shape;107;p3"/>
            <p:cNvCxnSpPr>
              <a:stCxn id="99" idx="0"/>
            </p:cNvCxnSpPr>
            <p:nvPr/>
          </p:nvCxnSpPr>
          <p:spPr>
            <a:xfrm flipH="1" rot="5400000">
              <a:off x="5406012" y="3209293"/>
              <a:ext cx="366600" cy="672000"/>
            </a:xfrm>
            <a:prstGeom prst="bentConnector2">
              <a:avLst/>
            </a:prstGeom>
            <a:noFill/>
            <a:ln cap="flat" cmpd="sng" w="19050">
              <a:solidFill>
                <a:schemeClr val="dk1"/>
              </a:solidFill>
              <a:prstDash val="solid"/>
              <a:round/>
              <a:headEnd len="sm" w="sm" type="none"/>
              <a:tailEnd len="med" w="med" type="triangle"/>
            </a:ln>
          </p:spPr>
        </p:cxnSp>
      </p:grpSp>
      <p:sp>
        <p:nvSpPr>
          <p:cNvPr id="108" name="Google Shape;108;p3"/>
          <p:cNvSpPr txBox="1"/>
          <p:nvPr/>
        </p:nvSpPr>
        <p:spPr>
          <a:xfrm>
            <a:off x="392842" y="2649694"/>
            <a:ext cx="2809942" cy="1607352"/>
          </a:xfrm>
          <a:prstGeom prst="rect">
            <a:avLst/>
          </a:prstGeom>
          <a:noFill/>
          <a:ln cap="flat" cmpd="sng" w="28575">
            <a:solidFill>
              <a:srgbClr val="C00000"/>
            </a:solidFill>
            <a:prstDash val="solid"/>
            <a:round/>
            <a:headEnd len="sm" w="sm" type="none"/>
            <a:tailEnd len="sm" w="sm" type="none"/>
          </a:ln>
        </p:spPr>
        <p:txBody>
          <a:bodyPr anchorCtr="0" anchor="t" bIns="91425" lIns="91425" spcFirstLastPara="1" rIns="91425" wrap="square" tIns="91425">
            <a:normAutofit/>
          </a:bodyPr>
          <a:lstStyle/>
          <a:p>
            <a:pPr indent="-268288" lvl="0" marL="268288" marR="0" rtl="0" algn="l">
              <a:lnSpc>
                <a:spcPct val="100000"/>
              </a:lnSpc>
              <a:spcBef>
                <a:spcPts val="0"/>
              </a:spcBef>
              <a:spcAft>
                <a:spcPts val="0"/>
              </a:spcAft>
              <a:buClr>
                <a:srgbClr val="29546F"/>
              </a:buClr>
              <a:buSzPts val="1800"/>
              <a:buFont typeface="Arial"/>
              <a:buAutoNum type="arabicPeriod"/>
            </a:pPr>
            <a:r>
              <a:rPr b="0" i="0" lang="es-419" sz="1800" u="none" cap="none" strike="noStrike">
                <a:solidFill>
                  <a:srgbClr val="29546F"/>
                </a:solidFill>
                <a:latin typeface="Cambria"/>
                <a:ea typeface="Cambria"/>
                <a:cs typeface="Cambria"/>
                <a:sym typeface="Cambria"/>
              </a:rPr>
              <a:t>Unidad de Alimentación</a:t>
            </a:r>
            <a:endParaRPr/>
          </a:p>
          <a:p>
            <a:pPr indent="-268288" lvl="0" marL="268288" marR="0" rtl="0" algn="l">
              <a:lnSpc>
                <a:spcPct val="100000"/>
              </a:lnSpc>
              <a:spcBef>
                <a:spcPts val="0"/>
              </a:spcBef>
              <a:spcAft>
                <a:spcPts val="0"/>
              </a:spcAft>
              <a:buClr>
                <a:srgbClr val="29546F"/>
              </a:buClr>
              <a:buSzPts val="1800"/>
              <a:buFont typeface="Arial"/>
              <a:buAutoNum type="arabicPeriod"/>
            </a:pPr>
            <a:r>
              <a:rPr b="0" i="0" lang="es-419" sz="1800" u="none" cap="none" strike="noStrike">
                <a:solidFill>
                  <a:srgbClr val="29546F"/>
                </a:solidFill>
                <a:latin typeface="Cambria"/>
                <a:ea typeface="Cambria"/>
                <a:cs typeface="Cambria"/>
                <a:sym typeface="Cambria"/>
              </a:rPr>
              <a:t>Unidad de Ensamblaje</a:t>
            </a:r>
            <a:endParaRPr/>
          </a:p>
          <a:p>
            <a:pPr indent="-268288" lvl="0" marL="268288" marR="0" rtl="0" algn="l">
              <a:lnSpc>
                <a:spcPct val="100000"/>
              </a:lnSpc>
              <a:spcBef>
                <a:spcPts val="0"/>
              </a:spcBef>
              <a:spcAft>
                <a:spcPts val="0"/>
              </a:spcAft>
              <a:buClr>
                <a:srgbClr val="29546F"/>
              </a:buClr>
              <a:buSzPts val="1800"/>
              <a:buFont typeface="Arial"/>
              <a:buAutoNum type="arabicPeriod"/>
            </a:pPr>
            <a:r>
              <a:rPr b="0" i="0" lang="es-419" sz="1800" u="none" cap="none" strike="noStrike">
                <a:solidFill>
                  <a:srgbClr val="29546F"/>
                </a:solidFill>
                <a:latin typeface="Cambria"/>
                <a:ea typeface="Cambria"/>
                <a:cs typeface="Cambria"/>
                <a:sym typeface="Cambria"/>
              </a:rPr>
              <a:t>Unidad de Procesamiento</a:t>
            </a:r>
            <a:endParaRPr/>
          </a:p>
          <a:p>
            <a:pPr indent="-268288" lvl="0" marL="268288" marR="0" rtl="0" algn="l">
              <a:lnSpc>
                <a:spcPct val="100000"/>
              </a:lnSpc>
              <a:spcBef>
                <a:spcPts val="0"/>
              </a:spcBef>
              <a:spcAft>
                <a:spcPts val="0"/>
              </a:spcAft>
              <a:buClr>
                <a:srgbClr val="29546F"/>
              </a:buClr>
              <a:buSzPts val="1800"/>
              <a:buFont typeface="Arial"/>
              <a:buAutoNum type="arabicPeriod"/>
            </a:pPr>
            <a:r>
              <a:rPr b="0" i="0" lang="es-419" sz="1800" u="none" cap="none" strike="noStrike">
                <a:solidFill>
                  <a:srgbClr val="29546F"/>
                </a:solidFill>
                <a:latin typeface="Cambria"/>
                <a:ea typeface="Cambria"/>
                <a:cs typeface="Cambria"/>
                <a:sym typeface="Cambria"/>
              </a:rPr>
              <a:t>Unidad de Selección</a:t>
            </a:r>
            <a:endParaRPr/>
          </a:p>
          <a:p>
            <a:pPr indent="-268288" lvl="0" marL="268288" marR="0" rtl="0" algn="l">
              <a:lnSpc>
                <a:spcPct val="100000"/>
              </a:lnSpc>
              <a:spcBef>
                <a:spcPts val="0"/>
              </a:spcBef>
              <a:spcAft>
                <a:spcPts val="0"/>
              </a:spcAft>
              <a:buClr>
                <a:srgbClr val="29546F"/>
              </a:buClr>
              <a:buSzPts val="1800"/>
              <a:buFont typeface="Arial"/>
              <a:buAutoNum type="arabicPeriod"/>
            </a:pPr>
            <a:r>
              <a:rPr b="0" i="0" lang="es-419" sz="1800" u="none" cap="none" strike="noStrike">
                <a:solidFill>
                  <a:srgbClr val="29546F"/>
                </a:solidFill>
                <a:latin typeface="Cambria"/>
                <a:ea typeface="Cambria"/>
                <a:cs typeface="Cambria"/>
                <a:sym typeface="Cambria"/>
              </a:rPr>
              <a:t>Unidad de Transporte</a:t>
            </a:r>
            <a:endParaRPr b="0" i="0" sz="1400" u="none" cap="none" strike="noStrike">
              <a:solidFill>
                <a:srgbClr val="29546F"/>
              </a:solidFill>
              <a:latin typeface="Cambria"/>
              <a:ea typeface="Cambria"/>
              <a:cs typeface="Cambria"/>
              <a:sym typeface="Cambria"/>
            </a:endParaRPr>
          </a:p>
        </p:txBody>
      </p:sp>
      <p:sp>
        <p:nvSpPr>
          <p:cNvPr id="109" name="Google Shape;109;p3"/>
          <p:cNvSpPr txBox="1"/>
          <p:nvPr/>
        </p:nvSpPr>
        <p:spPr>
          <a:xfrm>
            <a:off x="427612" y="-41032"/>
            <a:ext cx="4162764" cy="535200"/>
          </a:xfrm>
          <a:prstGeom prst="rect">
            <a:avLst/>
          </a:prstGeom>
          <a:noFill/>
          <a:ln>
            <a:noFill/>
          </a:ln>
        </p:spPr>
        <p:txBody>
          <a:bodyPr anchorCtr="0" anchor="t" bIns="91425" lIns="91425" spcFirstLastPara="1" rIns="91425" wrap="square" tIns="91425">
            <a:normAutofit fontScale="97500"/>
          </a:bodyPr>
          <a:lstStyle/>
          <a:p>
            <a:pPr indent="0" lvl="0" marL="0" marR="0" rtl="0" algn="l">
              <a:lnSpc>
                <a:spcPct val="100000"/>
              </a:lnSpc>
              <a:spcBef>
                <a:spcPts val="0"/>
              </a:spcBef>
              <a:spcAft>
                <a:spcPts val="0"/>
              </a:spcAft>
              <a:buClr>
                <a:schemeClr val="dk2"/>
              </a:buClr>
              <a:buSzPct val="111111"/>
              <a:buFont typeface="Raleway"/>
              <a:buNone/>
            </a:pPr>
            <a:r>
              <a:rPr b="1" i="0" lang="es-419" sz="2400" u="none" cap="none" strike="noStrike">
                <a:solidFill>
                  <a:srgbClr val="681800"/>
                </a:solidFill>
                <a:latin typeface="Raleway"/>
                <a:ea typeface="Raleway"/>
                <a:cs typeface="Raleway"/>
                <a:sym typeface="Raleway"/>
              </a:rPr>
              <a:t>Introducción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5"/>
          <p:cNvSpPr txBox="1"/>
          <p:nvPr>
            <p:ph idx="1" type="body"/>
          </p:nvPr>
        </p:nvSpPr>
        <p:spPr>
          <a:xfrm>
            <a:off x="530875" y="569176"/>
            <a:ext cx="5636400" cy="2173500"/>
          </a:xfrm>
          <a:prstGeom prst="rect">
            <a:avLst/>
          </a:prstGeom>
          <a:solidFill>
            <a:schemeClr val="lt1"/>
          </a:solidFill>
          <a:ln cap="flat" cmpd="sng" w="28575">
            <a:solidFill>
              <a:srgbClr val="FF0066"/>
            </a:solidFill>
            <a:prstDash val="solid"/>
            <a:round/>
            <a:headEnd len="sm" w="sm" type="none"/>
            <a:tailEnd len="sm" w="sm" type="none"/>
          </a:ln>
        </p:spPr>
        <p:txBody>
          <a:bodyPr anchorCtr="0" anchor="t" bIns="91425" lIns="91425" spcFirstLastPara="1" rIns="91425" wrap="square" tIns="91425">
            <a:normAutofit/>
          </a:bodyPr>
          <a:lstStyle/>
          <a:p>
            <a:pPr indent="0" lvl="0" marL="146050" rtl="0" algn="l">
              <a:lnSpc>
                <a:spcPct val="115000"/>
              </a:lnSpc>
              <a:spcBef>
                <a:spcPts val="0"/>
              </a:spcBef>
              <a:spcAft>
                <a:spcPts val="0"/>
              </a:spcAft>
              <a:buSzPts val="1405"/>
              <a:buNone/>
            </a:pPr>
            <a:r>
              <a:rPr b="1" i="0" lang="es-419" sz="1700" u="none" strike="noStrike">
                <a:solidFill>
                  <a:srgbClr val="000000"/>
                </a:solidFill>
                <a:latin typeface="Cambria"/>
                <a:ea typeface="Cambria"/>
                <a:cs typeface="Cambria"/>
                <a:sym typeface="Cambria"/>
              </a:rPr>
              <a:t>Funcionamiento:</a:t>
            </a:r>
            <a:endParaRPr/>
          </a:p>
          <a:p>
            <a:pPr indent="0" lvl="0" marL="146050" rtl="0" algn="just">
              <a:lnSpc>
                <a:spcPct val="115000"/>
              </a:lnSpc>
              <a:spcBef>
                <a:spcPts val="0"/>
              </a:spcBef>
              <a:spcAft>
                <a:spcPts val="0"/>
              </a:spcAft>
              <a:buSzPts val="1405"/>
              <a:buNone/>
            </a:pPr>
            <a:r>
              <a:rPr lang="es-419" sz="1600">
                <a:solidFill>
                  <a:srgbClr val="525252"/>
                </a:solidFill>
                <a:latin typeface="Cambria"/>
                <a:ea typeface="Cambria"/>
                <a:cs typeface="Cambria"/>
                <a:sym typeface="Cambria"/>
              </a:rPr>
              <a:t>Ingresamos los contenedores (piezas) de forma manual, las piezas entran por el tubo y son sostenidas por un cilindro neumático corto y posteriormente posicionadas por un cilindro neumático largo para posteriormente ser llevada hasta otra unidad. Adicionalmente tenemos sensores los cuales informarán al PLC del estado de piezas y actuadores.</a:t>
            </a:r>
            <a:endParaRPr sz="1000">
              <a:solidFill>
                <a:srgbClr val="525252"/>
              </a:solidFill>
              <a:latin typeface="Cambria"/>
              <a:ea typeface="Cambria"/>
              <a:cs typeface="Cambria"/>
              <a:sym typeface="Cambria"/>
            </a:endParaRPr>
          </a:p>
        </p:txBody>
      </p:sp>
      <p:sp>
        <p:nvSpPr>
          <p:cNvPr id="115" name="Google Shape;115;p5"/>
          <p:cNvSpPr txBox="1"/>
          <p:nvPr/>
        </p:nvSpPr>
        <p:spPr>
          <a:xfrm>
            <a:off x="427612" y="-41032"/>
            <a:ext cx="4162764" cy="535200"/>
          </a:xfrm>
          <a:prstGeom prst="rect">
            <a:avLst/>
          </a:prstGeom>
          <a:noFill/>
          <a:ln>
            <a:noFill/>
          </a:ln>
        </p:spPr>
        <p:txBody>
          <a:bodyPr anchorCtr="0" anchor="t" bIns="91425" lIns="91425" spcFirstLastPara="1" rIns="91425" wrap="square" tIns="91425">
            <a:normAutofit fontScale="97500"/>
          </a:bodyPr>
          <a:lstStyle/>
          <a:p>
            <a:pPr indent="0" lvl="0" marL="0" marR="0" rtl="0" algn="l">
              <a:lnSpc>
                <a:spcPct val="100000"/>
              </a:lnSpc>
              <a:spcBef>
                <a:spcPts val="0"/>
              </a:spcBef>
              <a:spcAft>
                <a:spcPts val="0"/>
              </a:spcAft>
              <a:buClr>
                <a:schemeClr val="dk2"/>
              </a:buClr>
              <a:buSzPct val="111111"/>
              <a:buFont typeface="Raleway"/>
              <a:buNone/>
            </a:pPr>
            <a:r>
              <a:rPr b="1" i="0" lang="es-419" sz="2400" u="none" cap="none" strike="noStrike">
                <a:solidFill>
                  <a:srgbClr val="681800"/>
                </a:solidFill>
                <a:latin typeface="Raleway"/>
                <a:ea typeface="Raleway"/>
                <a:cs typeface="Raleway"/>
                <a:sym typeface="Raleway"/>
              </a:rPr>
              <a:t>1. Unidad de Alimentación</a:t>
            </a:r>
            <a:endParaRPr/>
          </a:p>
        </p:txBody>
      </p:sp>
      <p:pic>
        <p:nvPicPr>
          <p:cNvPr id="116" name="Google Shape;116;p5"/>
          <p:cNvPicPr preferRelativeResize="0"/>
          <p:nvPr/>
        </p:nvPicPr>
        <p:blipFill rotWithShape="1">
          <a:blip r:embed="rId3">
            <a:alphaModFix/>
          </a:blip>
          <a:srcRect b="12997" l="48898" r="17710" t="11889"/>
          <a:stretch/>
        </p:blipFill>
        <p:spPr>
          <a:xfrm>
            <a:off x="5742432" y="645443"/>
            <a:ext cx="3316224" cy="4193753"/>
          </a:xfrm>
          <a:prstGeom prst="rect">
            <a:avLst/>
          </a:prstGeom>
          <a:noFill/>
          <a:ln>
            <a:noFill/>
          </a:ln>
        </p:spPr>
      </p:pic>
      <p:sp>
        <p:nvSpPr>
          <p:cNvPr id="117" name="Google Shape;117;p5"/>
          <p:cNvSpPr txBox="1"/>
          <p:nvPr/>
        </p:nvSpPr>
        <p:spPr>
          <a:xfrm>
            <a:off x="593895" y="2817673"/>
            <a:ext cx="4589700" cy="2313600"/>
          </a:xfrm>
          <a:prstGeom prst="rect">
            <a:avLst/>
          </a:prstGeom>
          <a:solidFill>
            <a:schemeClr val="lt1"/>
          </a:solidFill>
          <a:ln cap="flat" cmpd="sng" w="28575">
            <a:solidFill>
              <a:srgbClr val="137266"/>
            </a:solidFill>
            <a:prstDash val="solid"/>
            <a:round/>
            <a:headEnd len="sm" w="sm" type="none"/>
            <a:tailEnd len="sm" w="sm" type="none"/>
          </a:ln>
        </p:spPr>
        <p:txBody>
          <a:bodyPr anchorCtr="0" anchor="t" bIns="91425" lIns="91425" spcFirstLastPara="1" rIns="91425" wrap="square" tIns="91425">
            <a:normAutofit fontScale="92500" lnSpcReduction="20000"/>
          </a:bodyPr>
          <a:lstStyle/>
          <a:p>
            <a:pPr indent="-268288" lvl="0" marL="354013" marR="0" rtl="0" algn="l">
              <a:lnSpc>
                <a:spcPct val="115000"/>
              </a:lnSpc>
              <a:spcBef>
                <a:spcPts val="0"/>
              </a:spcBef>
              <a:spcAft>
                <a:spcPts val="0"/>
              </a:spcAft>
              <a:buClr>
                <a:schemeClr val="accent1"/>
              </a:buClr>
              <a:buSzPct val="100386"/>
              <a:buFont typeface="Lato"/>
              <a:buNone/>
            </a:pPr>
            <a:r>
              <a:rPr b="1" i="0" lang="es-419" sz="1400" u="none" cap="none" strike="noStrike">
                <a:solidFill>
                  <a:schemeClr val="dk2"/>
                </a:solidFill>
                <a:latin typeface="Cambria"/>
                <a:ea typeface="Cambria"/>
                <a:cs typeface="Cambria"/>
                <a:sym typeface="Cambria"/>
              </a:rPr>
              <a:t>Sensores:</a:t>
            </a:r>
            <a:endParaRPr b="1" i="0" sz="1400" u="none" cap="none" strike="noStrike">
              <a:solidFill>
                <a:schemeClr val="dk2"/>
              </a:solidFill>
              <a:latin typeface="Cambria"/>
              <a:ea typeface="Cambria"/>
              <a:cs typeface="Cambria"/>
              <a:sym typeface="Cambria"/>
            </a:endParaRPr>
          </a:p>
          <a:p>
            <a:pPr indent="-171450" lvl="0" marL="354013" marR="0" rtl="0" algn="l">
              <a:lnSpc>
                <a:spcPct val="115000"/>
              </a:lnSpc>
              <a:spcBef>
                <a:spcPts val="0"/>
              </a:spcBef>
              <a:spcAft>
                <a:spcPts val="0"/>
              </a:spcAft>
              <a:buClr>
                <a:schemeClr val="accent1"/>
              </a:buClr>
              <a:buSzPct val="100000"/>
              <a:buFont typeface="Lato"/>
              <a:buChar char="●"/>
            </a:pPr>
            <a:r>
              <a:rPr b="0" i="0" lang="es-419" sz="1400" u="none" cap="none" strike="noStrike">
                <a:solidFill>
                  <a:schemeClr val="dk2"/>
                </a:solidFill>
                <a:latin typeface="Cambria"/>
                <a:ea typeface="Cambria"/>
                <a:cs typeface="Cambria"/>
                <a:sym typeface="Cambria"/>
              </a:rPr>
              <a:t>4 sensores magnéticos D-C73</a:t>
            </a:r>
            <a:endParaRPr b="0" i="0" sz="1400" u="none" cap="none" strike="noStrike">
              <a:solidFill>
                <a:schemeClr val="dk2"/>
              </a:solidFill>
              <a:latin typeface="Cambria"/>
              <a:ea typeface="Cambria"/>
              <a:cs typeface="Cambria"/>
              <a:sym typeface="Cambria"/>
            </a:endParaRPr>
          </a:p>
          <a:p>
            <a:pPr indent="-171450" lvl="0" marL="354013" marR="0" rtl="0" algn="l">
              <a:lnSpc>
                <a:spcPct val="115000"/>
              </a:lnSpc>
              <a:spcBef>
                <a:spcPts val="0"/>
              </a:spcBef>
              <a:spcAft>
                <a:spcPts val="0"/>
              </a:spcAft>
              <a:buClr>
                <a:schemeClr val="accent1"/>
              </a:buClr>
              <a:buSzPct val="100000"/>
              <a:buFont typeface="Lato"/>
              <a:buChar char="●"/>
            </a:pPr>
            <a:r>
              <a:rPr b="0" i="0" lang="es-419" sz="1400" u="none" cap="none" strike="noStrike">
                <a:solidFill>
                  <a:schemeClr val="dk2"/>
                </a:solidFill>
                <a:latin typeface="Cambria"/>
                <a:ea typeface="Cambria"/>
                <a:cs typeface="Cambria"/>
                <a:sym typeface="Cambria"/>
              </a:rPr>
              <a:t>2 Sensores fotoeléctricos E3Z-LS61</a:t>
            </a:r>
            <a:endParaRPr b="0" i="0" sz="1400" u="none" cap="none" strike="noStrike">
              <a:solidFill>
                <a:schemeClr val="dk2"/>
              </a:solidFill>
              <a:latin typeface="Cambria"/>
              <a:ea typeface="Cambria"/>
              <a:cs typeface="Cambria"/>
              <a:sym typeface="Cambria"/>
            </a:endParaRPr>
          </a:p>
          <a:p>
            <a:pPr indent="-171450" lvl="0" marL="354013" marR="0" rtl="0" algn="l">
              <a:lnSpc>
                <a:spcPct val="115000"/>
              </a:lnSpc>
              <a:spcBef>
                <a:spcPts val="0"/>
              </a:spcBef>
              <a:spcAft>
                <a:spcPts val="0"/>
              </a:spcAft>
              <a:buClr>
                <a:schemeClr val="accent1"/>
              </a:buClr>
              <a:buSzPct val="100000"/>
              <a:buFont typeface="Lato"/>
              <a:buChar char="●"/>
            </a:pPr>
            <a:r>
              <a:rPr b="0" i="0" lang="es-419" sz="1400" u="none" cap="none" strike="noStrike">
                <a:solidFill>
                  <a:schemeClr val="dk2"/>
                </a:solidFill>
                <a:latin typeface="Cambria"/>
                <a:ea typeface="Cambria"/>
                <a:cs typeface="Cambria"/>
                <a:sym typeface="Cambria"/>
              </a:rPr>
              <a:t>1 Sensor fotoeléctrico MHT15 (Reflex)</a:t>
            </a:r>
            <a:endParaRPr b="0" i="0" sz="1400" u="none" cap="none" strike="noStrike">
              <a:solidFill>
                <a:schemeClr val="dk2"/>
              </a:solidFill>
              <a:latin typeface="Cambria"/>
              <a:ea typeface="Cambria"/>
              <a:cs typeface="Cambria"/>
              <a:sym typeface="Cambria"/>
            </a:endParaRPr>
          </a:p>
          <a:p>
            <a:pPr indent="-171450" lvl="0" marL="354013" marR="0" rtl="0" algn="l">
              <a:lnSpc>
                <a:spcPct val="115000"/>
              </a:lnSpc>
              <a:spcBef>
                <a:spcPts val="0"/>
              </a:spcBef>
              <a:spcAft>
                <a:spcPts val="0"/>
              </a:spcAft>
              <a:buClr>
                <a:schemeClr val="accent1"/>
              </a:buClr>
              <a:buSzPct val="100000"/>
              <a:buFont typeface="Lato"/>
              <a:buChar char="●"/>
            </a:pPr>
            <a:r>
              <a:rPr b="0" i="0" lang="es-419" sz="1400" u="none" cap="none" strike="noStrike">
                <a:solidFill>
                  <a:schemeClr val="dk2"/>
                </a:solidFill>
                <a:latin typeface="Cambria"/>
                <a:ea typeface="Cambria"/>
                <a:cs typeface="Cambria"/>
                <a:sym typeface="Cambria"/>
              </a:rPr>
              <a:t>1 Sensor inductivo LM18-3008NA</a:t>
            </a:r>
            <a:endParaRPr b="0" i="0" sz="1400" u="none" cap="none" strike="noStrike">
              <a:solidFill>
                <a:schemeClr val="dk2"/>
              </a:solidFill>
              <a:latin typeface="Cambria"/>
              <a:ea typeface="Cambria"/>
              <a:cs typeface="Cambria"/>
              <a:sym typeface="Cambria"/>
            </a:endParaRPr>
          </a:p>
          <a:p>
            <a:pPr indent="-268288" lvl="0" marL="354013" marR="0" rtl="0" algn="l">
              <a:lnSpc>
                <a:spcPct val="115000"/>
              </a:lnSpc>
              <a:spcBef>
                <a:spcPts val="0"/>
              </a:spcBef>
              <a:spcAft>
                <a:spcPts val="0"/>
              </a:spcAft>
              <a:buClr>
                <a:schemeClr val="accent1"/>
              </a:buClr>
              <a:buSzPct val="100386"/>
              <a:buFont typeface="Lato"/>
              <a:buNone/>
            </a:pPr>
            <a:r>
              <a:rPr b="1" i="0" lang="es-419" sz="1400" u="none" cap="none" strike="noStrike">
                <a:solidFill>
                  <a:schemeClr val="dk2"/>
                </a:solidFill>
                <a:latin typeface="Cambria"/>
                <a:ea typeface="Cambria"/>
                <a:cs typeface="Cambria"/>
                <a:sym typeface="Cambria"/>
              </a:rPr>
              <a:t>Actuadores:</a:t>
            </a:r>
            <a:endParaRPr b="1" i="0" sz="1400" u="none" cap="none" strike="noStrike">
              <a:solidFill>
                <a:schemeClr val="dk2"/>
              </a:solidFill>
              <a:latin typeface="Cambria"/>
              <a:ea typeface="Cambria"/>
              <a:cs typeface="Cambria"/>
              <a:sym typeface="Cambria"/>
            </a:endParaRPr>
          </a:p>
          <a:p>
            <a:pPr indent="-171450" lvl="0" marL="354013" marR="0" rtl="0" algn="l">
              <a:lnSpc>
                <a:spcPct val="115000"/>
              </a:lnSpc>
              <a:spcBef>
                <a:spcPts val="0"/>
              </a:spcBef>
              <a:spcAft>
                <a:spcPts val="0"/>
              </a:spcAft>
              <a:buClr>
                <a:schemeClr val="accent1"/>
              </a:buClr>
              <a:buSzPct val="100000"/>
              <a:buFont typeface="Lato"/>
              <a:buChar char="●"/>
            </a:pPr>
            <a:r>
              <a:rPr b="0" i="0" lang="es-419" sz="1400" u="none" cap="none" strike="noStrike">
                <a:solidFill>
                  <a:schemeClr val="dk2"/>
                </a:solidFill>
                <a:latin typeface="Cambria"/>
                <a:ea typeface="Cambria"/>
                <a:cs typeface="Cambria"/>
                <a:sym typeface="Cambria"/>
              </a:rPr>
              <a:t>2 Cilindros neumáticos (corto y largo)..</a:t>
            </a:r>
            <a:endParaRPr b="0" i="0" sz="1400" u="none" cap="none" strike="noStrike">
              <a:solidFill>
                <a:schemeClr val="dk2"/>
              </a:solidFill>
              <a:latin typeface="Cambria"/>
              <a:ea typeface="Cambria"/>
              <a:cs typeface="Cambria"/>
              <a:sym typeface="Cambria"/>
            </a:endParaRPr>
          </a:p>
          <a:p>
            <a:pPr indent="-268288" lvl="0" marL="354013" marR="0" rtl="0" algn="l">
              <a:lnSpc>
                <a:spcPct val="115000"/>
              </a:lnSpc>
              <a:spcBef>
                <a:spcPts val="0"/>
              </a:spcBef>
              <a:spcAft>
                <a:spcPts val="0"/>
              </a:spcAft>
              <a:buClr>
                <a:schemeClr val="accent1"/>
              </a:buClr>
              <a:buSzPct val="100386"/>
              <a:buFont typeface="Lato"/>
              <a:buNone/>
            </a:pPr>
            <a:r>
              <a:rPr b="1" i="0" lang="es-419" sz="1400" u="none" cap="none" strike="noStrike">
                <a:solidFill>
                  <a:schemeClr val="dk2"/>
                </a:solidFill>
                <a:latin typeface="Cambria"/>
                <a:ea typeface="Cambria"/>
                <a:cs typeface="Cambria"/>
                <a:sym typeface="Cambria"/>
              </a:rPr>
              <a:t>Adaptación de señal:</a:t>
            </a:r>
            <a:endParaRPr b="1" i="0" sz="1400" u="none" cap="none" strike="noStrike">
              <a:solidFill>
                <a:schemeClr val="dk2"/>
              </a:solidFill>
              <a:latin typeface="Cambria"/>
              <a:ea typeface="Cambria"/>
              <a:cs typeface="Cambria"/>
              <a:sym typeface="Cambria"/>
            </a:endParaRPr>
          </a:p>
          <a:p>
            <a:pPr indent="-171450" lvl="0" marL="354013" marR="0" rtl="0" algn="l">
              <a:lnSpc>
                <a:spcPct val="115000"/>
              </a:lnSpc>
              <a:spcBef>
                <a:spcPts val="0"/>
              </a:spcBef>
              <a:spcAft>
                <a:spcPts val="0"/>
              </a:spcAft>
              <a:buClr>
                <a:schemeClr val="accent1"/>
              </a:buClr>
              <a:buSzPct val="100000"/>
              <a:buFont typeface="Lato"/>
              <a:buChar char="●"/>
            </a:pPr>
            <a:r>
              <a:rPr b="0" i="0" lang="es-419" sz="1400" u="none" cap="none" strike="noStrike">
                <a:solidFill>
                  <a:schemeClr val="dk2"/>
                </a:solidFill>
                <a:latin typeface="Cambria"/>
                <a:ea typeface="Cambria"/>
                <a:cs typeface="Cambria"/>
                <a:sym typeface="Cambria"/>
              </a:rPr>
              <a:t>2 convertidores de señal I/P (eléctrica a neumática).</a:t>
            </a:r>
            <a:endParaRPr b="0" i="0" sz="1400" u="none" cap="none" strike="noStrike">
              <a:solidFill>
                <a:schemeClr val="dk2"/>
              </a:solidFill>
              <a:latin typeface="Cambria"/>
              <a:ea typeface="Cambria"/>
              <a:cs typeface="Cambria"/>
              <a:sym typeface="Cambria"/>
            </a:endParaRPr>
          </a:p>
          <a:p>
            <a:pPr indent="-268288" lvl="0" marL="354013" marR="0" rtl="0" algn="l">
              <a:lnSpc>
                <a:spcPct val="115000"/>
              </a:lnSpc>
              <a:spcBef>
                <a:spcPts val="0"/>
              </a:spcBef>
              <a:spcAft>
                <a:spcPts val="0"/>
              </a:spcAft>
              <a:buClr>
                <a:schemeClr val="accent1"/>
              </a:buClr>
              <a:buSzPct val="100386"/>
              <a:buFont typeface="Lato"/>
              <a:buNone/>
            </a:pPr>
            <a:r>
              <a:rPr b="1" i="0" lang="es-419" sz="1400" u="none" cap="none" strike="noStrike">
                <a:solidFill>
                  <a:schemeClr val="dk2"/>
                </a:solidFill>
                <a:latin typeface="Cambria"/>
                <a:ea typeface="Cambria"/>
                <a:cs typeface="Cambria"/>
                <a:sym typeface="Cambria"/>
              </a:rPr>
              <a:t>Instrumentos extras:</a:t>
            </a:r>
            <a:endParaRPr b="1" i="0" sz="1400" u="none" cap="none" strike="noStrike">
              <a:solidFill>
                <a:schemeClr val="dk2"/>
              </a:solidFill>
              <a:latin typeface="Cambria"/>
              <a:ea typeface="Cambria"/>
              <a:cs typeface="Cambria"/>
              <a:sym typeface="Cambria"/>
            </a:endParaRPr>
          </a:p>
          <a:p>
            <a:pPr indent="-171450" lvl="0" marL="354013" marR="0" rtl="0" algn="l">
              <a:lnSpc>
                <a:spcPct val="115000"/>
              </a:lnSpc>
              <a:spcBef>
                <a:spcPts val="0"/>
              </a:spcBef>
              <a:spcAft>
                <a:spcPts val="0"/>
              </a:spcAft>
              <a:buClr>
                <a:schemeClr val="accent1"/>
              </a:buClr>
              <a:buSzPct val="100000"/>
              <a:buFont typeface="Lato"/>
              <a:buChar char="●"/>
            </a:pPr>
            <a:r>
              <a:rPr b="0" i="0" lang="es-419" sz="1400" u="none" cap="none" strike="noStrike">
                <a:solidFill>
                  <a:schemeClr val="dk2"/>
                </a:solidFill>
                <a:latin typeface="Cambria"/>
                <a:ea typeface="Cambria"/>
                <a:cs typeface="Cambria"/>
                <a:sym typeface="Cambria"/>
              </a:rPr>
              <a:t>1 regleta de conexiones para entradas y salidas del PLC</a:t>
            </a:r>
            <a:endParaRPr b="0" i="0" sz="1400" u="none" cap="none" strike="noStrike">
              <a:solidFill>
                <a:schemeClr val="dk2"/>
              </a:solidFill>
              <a:latin typeface="Cambria"/>
              <a:ea typeface="Cambria"/>
              <a:cs typeface="Cambria"/>
              <a:sym typeface="Cambria"/>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4"/>
          <p:cNvSpPr txBox="1"/>
          <p:nvPr/>
        </p:nvSpPr>
        <p:spPr>
          <a:xfrm>
            <a:off x="427612" y="-41032"/>
            <a:ext cx="4162764" cy="535200"/>
          </a:xfrm>
          <a:prstGeom prst="rect">
            <a:avLst/>
          </a:prstGeom>
          <a:noFill/>
          <a:ln>
            <a:noFill/>
          </a:ln>
        </p:spPr>
        <p:txBody>
          <a:bodyPr anchorCtr="0" anchor="t" bIns="91425" lIns="91425" spcFirstLastPara="1" rIns="91425" wrap="square" tIns="91425">
            <a:normAutofit fontScale="97500"/>
          </a:bodyPr>
          <a:lstStyle/>
          <a:p>
            <a:pPr indent="0" lvl="0" marL="0" marR="0" rtl="0" algn="l">
              <a:lnSpc>
                <a:spcPct val="100000"/>
              </a:lnSpc>
              <a:spcBef>
                <a:spcPts val="0"/>
              </a:spcBef>
              <a:spcAft>
                <a:spcPts val="0"/>
              </a:spcAft>
              <a:buClr>
                <a:schemeClr val="dk2"/>
              </a:buClr>
              <a:buSzPct val="111111"/>
              <a:buFont typeface="Raleway"/>
              <a:buNone/>
            </a:pPr>
            <a:r>
              <a:rPr b="1" i="0" lang="es-419" sz="2400" u="none" cap="none" strike="noStrike">
                <a:solidFill>
                  <a:srgbClr val="681800"/>
                </a:solidFill>
                <a:latin typeface="Raleway"/>
                <a:ea typeface="Raleway"/>
                <a:cs typeface="Raleway"/>
                <a:sym typeface="Raleway"/>
              </a:rPr>
              <a:t>Introducción</a:t>
            </a:r>
            <a:endParaRPr/>
          </a:p>
        </p:txBody>
      </p:sp>
      <p:pic>
        <p:nvPicPr>
          <p:cNvPr id="123" name="Google Shape;123;p4"/>
          <p:cNvPicPr preferRelativeResize="0"/>
          <p:nvPr/>
        </p:nvPicPr>
        <p:blipFill rotWithShape="1">
          <a:blip r:embed="rId3">
            <a:alphaModFix/>
          </a:blip>
          <a:srcRect b="2344" l="6640" r="14776" t="3260"/>
          <a:stretch/>
        </p:blipFill>
        <p:spPr>
          <a:xfrm>
            <a:off x="22756" y="690338"/>
            <a:ext cx="5315524" cy="4073048"/>
          </a:xfrm>
          <a:prstGeom prst="rect">
            <a:avLst/>
          </a:prstGeom>
          <a:noFill/>
          <a:ln>
            <a:noFill/>
          </a:ln>
          <a:effectLst>
            <a:outerShdw blurRad="190500" rotWithShape="0" algn="tl">
              <a:srgbClr val="000000">
                <a:alpha val="69803"/>
              </a:srgbClr>
            </a:outerShdw>
          </a:effectLst>
        </p:spPr>
      </p:pic>
      <p:pic>
        <p:nvPicPr>
          <p:cNvPr id="124" name="Google Shape;124;p4"/>
          <p:cNvPicPr preferRelativeResize="0"/>
          <p:nvPr/>
        </p:nvPicPr>
        <p:blipFill rotWithShape="1">
          <a:blip r:embed="rId4">
            <a:alphaModFix/>
          </a:blip>
          <a:srcRect b="9331" l="1998" r="19775" t="3832"/>
          <a:stretch/>
        </p:blipFill>
        <p:spPr>
          <a:xfrm>
            <a:off x="4834638" y="1913861"/>
            <a:ext cx="2977116" cy="1989754"/>
          </a:xfrm>
          <a:prstGeom prst="rect">
            <a:avLst/>
          </a:prstGeom>
          <a:noFill/>
          <a:ln cap="sq" cmpd="sng" w="38100">
            <a:solidFill>
              <a:srgbClr val="000000"/>
            </a:solidFill>
            <a:prstDash val="solid"/>
            <a:miter lim="800000"/>
            <a:headEnd len="sm" w="sm" type="none"/>
            <a:tailEnd len="sm" w="sm" type="none"/>
          </a:ln>
          <a:effectLst>
            <a:outerShdw blurRad="50800" rotWithShape="0" algn="tl" dir="2700000" dist="38100">
              <a:srgbClr val="000000">
                <a:alpha val="42745"/>
              </a:srgbClr>
            </a:outerShdw>
          </a:effectLst>
        </p:spPr>
      </p:pic>
      <p:pic>
        <p:nvPicPr>
          <p:cNvPr id="125" name="Google Shape;125;p4"/>
          <p:cNvPicPr preferRelativeResize="0"/>
          <p:nvPr/>
        </p:nvPicPr>
        <p:blipFill rotWithShape="1">
          <a:blip r:embed="rId5">
            <a:alphaModFix/>
          </a:blip>
          <a:srcRect b="21480" l="25231" r="53140" t="52824"/>
          <a:stretch/>
        </p:blipFill>
        <p:spPr>
          <a:xfrm>
            <a:off x="7276949" y="2224694"/>
            <a:ext cx="1977657" cy="1083727"/>
          </a:xfrm>
          <a:prstGeom prst="roundRect">
            <a:avLst>
              <a:gd fmla="val 30402" name="adj"/>
            </a:avLst>
          </a:prstGeom>
          <a:noFill/>
          <a:ln cap="rnd" cmpd="sng" w="38100">
            <a:solidFill>
              <a:srgbClr val="333333"/>
            </a:solidFill>
            <a:prstDash val="solid"/>
            <a:round/>
            <a:headEnd len="sm" w="sm" type="none"/>
            <a:tailEnd len="sm" w="sm" type="none"/>
          </a:ln>
          <a:effectLst>
            <a:outerShdw blurRad="381000" sx="-80000" rotWithShape="0" dir="5400000" dist="292100" sy="-18000">
              <a:srgbClr val="000000">
                <a:alpha val="21960"/>
              </a:srgbClr>
            </a:outerShdw>
          </a:effectLst>
        </p:spPr>
      </p:pic>
      <p:cxnSp>
        <p:nvCxnSpPr>
          <p:cNvPr id="126" name="Google Shape;126;p4"/>
          <p:cNvCxnSpPr>
            <a:stCxn id="124" idx="1"/>
          </p:cNvCxnSpPr>
          <p:nvPr/>
        </p:nvCxnSpPr>
        <p:spPr>
          <a:xfrm flipH="1">
            <a:off x="3391638" y="2908738"/>
            <a:ext cx="1443000" cy="695700"/>
          </a:xfrm>
          <a:prstGeom prst="bentConnector3">
            <a:avLst>
              <a:gd fmla="val 100100" name="adj1"/>
            </a:avLst>
          </a:prstGeom>
          <a:noFill/>
          <a:ln cap="flat" cmpd="sng" w="38100">
            <a:solidFill>
              <a:schemeClr val="dk2"/>
            </a:solidFill>
            <a:prstDash val="solid"/>
            <a:round/>
            <a:headEnd len="sm" w="sm" type="none"/>
            <a:tailEnd len="med" w="med" type="triangle"/>
          </a:ln>
        </p:spPr>
      </p:cxn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6"/>
          <p:cNvSpPr txBox="1"/>
          <p:nvPr>
            <p:ph idx="1" type="body"/>
          </p:nvPr>
        </p:nvSpPr>
        <p:spPr>
          <a:xfrm>
            <a:off x="530870" y="644166"/>
            <a:ext cx="5636508" cy="1927584"/>
          </a:xfrm>
          <a:prstGeom prst="rect">
            <a:avLst/>
          </a:prstGeom>
          <a:solidFill>
            <a:schemeClr val="lt1"/>
          </a:solidFill>
          <a:ln cap="flat" cmpd="sng" w="28575">
            <a:solidFill>
              <a:srgbClr val="FF0066"/>
            </a:solidFill>
            <a:prstDash val="solid"/>
            <a:round/>
            <a:headEnd len="sm" w="sm" type="none"/>
            <a:tailEnd len="sm" w="sm" type="none"/>
          </a:ln>
        </p:spPr>
        <p:txBody>
          <a:bodyPr anchorCtr="0" anchor="t" bIns="91425" lIns="91425" spcFirstLastPara="1" rIns="91425" wrap="square" tIns="91425">
            <a:normAutofit fontScale="92500" lnSpcReduction="10000"/>
          </a:bodyPr>
          <a:lstStyle/>
          <a:p>
            <a:pPr indent="0" lvl="0" marL="146050" rtl="0" algn="l">
              <a:lnSpc>
                <a:spcPct val="115000"/>
              </a:lnSpc>
              <a:spcBef>
                <a:spcPts val="0"/>
              </a:spcBef>
              <a:spcAft>
                <a:spcPts val="0"/>
              </a:spcAft>
              <a:buSzPct val="82670"/>
              <a:buNone/>
            </a:pPr>
            <a:r>
              <a:rPr b="1" i="0" lang="es-419" sz="1700" u="none" strike="noStrike">
                <a:solidFill>
                  <a:srgbClr val="000000"/>
                </a:solidFill>
                <a:latin typeface="Cambria"/>
                <a:ea typeface="Cambria"/>
                <a:cs typeface="Cambria"/>
                <a:sym typeface="Cambria"/>
              </a:rPr>
              <a:t>Funcionamiento:</a:t>
            </a:r>
            <a:endParaRPr/>
          </a:p>
          <a:p>
            <a:pPr indent="0" lvl="0" marL="146050" rtl="0" algn="just">
              <a:lnSpc>
                <a:spcPct val="115000"/>
              </a:lnSpc>
              <a:spcBef>
                <a:spcPts val="0"/>
              </a:spcBef>
              <a:spcAft>
                <a:spcPts val="0"/>
              </a:spcAft>
              <a:buSzPct val="87837"/>
              <a:buNone/>
            </a:pPr>
            <a:r>
              <a:rPr lang="es-419" sz="1600">
                <a:solidFill>
                  <a:srgbClr val="525252"/>
                </a:solidFill>
                <a:latin typeface="Cambria"/>
                <a:ea typeface="Cambria"/>
                <a:cs typeface="Cambria"/>
                <a:sym typeface="Cambria"/>
              </a:rPr>
              <a:t>Ingresamos los contenedores (piezas) de forma manual, las piezas entran por el tubo y son sostenidas por un cilindro neumático corto y posteriormente posicionadas por un cilindro neumático largo para posteriormente ser llevada hasta otra unidad. Adicionalmente tenemos sensores los cuales informarán al PLC del estado de piezas y actuadores.</a:t>
            </a:r>
            <a:endParaRPr sz="1000">
              <a:solidFill>
                <a:srgbClr val="525252"/>
              </a:solidFill>
              <a:latin typeface="Cambria"/>
              <a:ea typeface="Cambria"/>
              <a:cs typeface="Cambria"/>
              <a:sym typeface="Cambria"/>
            </a:endParaRPr>
          </a:p>
        </p:txBody>
      </p:sp>
      <p:sp>
        <p:nvSpPr>
          <p:cNvPr id="132" name="Google Shape;132;p6"/>
          <p:cNvSpPr txBox="1"/>
          <p:nvPr/>
        </p:nvSpPr>
        <p:spPr>
          <a:xfrm>
            <a:off x="427612" y="-41032"/>
            <a:ext cx="4162764" cy="535200"/>
          </a:xfrm>
          <a:prstGeom prst="rect">
            <a:avLst/>
          </a:prstGeom>
          <a:noFill/>
          <a:ln>
            <a:noFill/>
          </a:ln>
        </p:spPr>
        <p:txBody>
          <a:bodyPr anchorCtr="0" anchor="t" bIns="91425" lIns="91425" spcFirstLastPara="1" rIns="91425" wrap="square" tIns="91425">
            <a:normAutofit fontScale="97500"/>
          </a:bodyPr>
          <a:lstStyle/>
          <a:p>
            <a:pPr indent="0" lvl="0" marL="0" marR="0" rtl="0" algn="l">
              <a:lnSpc>
                <a:spcPct val="100000"/>
              </a:lnSpc>
              <a:spcBef>
                <a:spcPts val="0"/>
              </a:spcBef>
              <a:spcAft>
                <a:spcPts val="0"/>
              </a:spcAft>
              <a:buClr>
                <a:schemeClr val="dk2"/>
              </a:buClr>
              <a:buSzPct val="111111"/>
              <a:buFont typeface="Raleway"/>
              <a:buNone/>
            </a:pPr>
            <a:r>
              <a:rPr b="1" i="0" lang="es-419" sz="2400" u="none" cap="none" strike="noStrike">
                <a:solidFill>
                  <a:srgbClr val="681800"/>
                </a:solidFill>
                <a:latin typeface="Raleway"/>
                <a:ea typeface="Raleway"/>
                <a:cs typeface="Raleway"/>
                <a:sym typeface="Raleway"/>
              </a:rPr>
              <a:t>1. Unidad de Alimentación</a:t>
            </a:r>
            <a:endParaRPr/>
          </a:p>
        </p:txBody>
      </p:sp>
      <p:pic>
        <p:nvPicPr>
          <p:cNvPr id="133" name="Google Shape;133;p6"/>
          <p:cNvPicPr preferRelativeResize="0"/>
          <p:nvPr/>
        </p:nvPicPr>
        <p:blipFill rotWithShape="1">
          <a:blip r:embed="rId3">
            <a:alphaModFix/>
          </a:blip>
          <a:srcRect b="12997" l="48898" r="17710" t="11889"/>
          <a:stretch/>
        </p:blipFill>
        <p:spPr>
          <a:xfrm>
            <a:off x="5742432" y="645443"/>
            <a:ext cx="3316224" cy="4193753"/>
          </a:xfrm>
          <a:prstGeom prst="rect">
            <a:avLst/>
          </a:prstGeom>
          <a:noFill/>
          <a:ln>
            <a:noFill/>
          </a:ln>
        </p:spPr>
      </p:pic>
      <p:sp>
        <p:nvSpPr>
          <p:cNvPr id="134" name="Google Shape;134;p6"/>
          <p:cNvSpPr txBox="1"/>
          <p:nvPr/>
        </p:nvSpPr>
        <p:spPr>
          <a:xfrm>
            <a:off x="530870" y="2721748"/>
            <a:ext cx="4589770" cy="2313548"/>
          </a:xfrm>
          <a:prstGeom prst="rect">
            <a:avLst/>
          </a:prstGeom>
          <a:solidFill>
            <a:schemeClr val="lt1"/>
          </a:solidFill>
          <a:ln cap="flat" cmpd="sng" w="28575">
            <a:solidFill>
              <a:srgbClr val="137266"/>
            </a:solidFill>
            <a:prstDash val="solid"/>
            <a:round/>
            <a:headEnd len="sm" w="sm" type="none"/>
            <a:tailEnd len="sm" w="sm" type="none"/>
          </a:ln>
        </p:spPr>
        <p:txBody>
          <a:bodyPr anchorCtr="0" anchor="t" bIns="91425" lIns="91425" spcFirstLastPara="1" rIns="91425" wrap="square" tIns="91425">
            <a:normAutofit fontScale="92500" lnSpcReduction="20000"/>
          </a:bodyPr>
          <a:lstStyle/>
          <a:p>
            <a:pPr indent="-268288" lvl="0" marL="354013" marR="0" rtl="0" algn="l">
              <a:lnSpc>
                <a:spcPct val="115000"/>
              </a:lnSpc>
              <a:spcBef>
                <a:spcPts val="0"/>
              </a:spcBef>
              <a:spcAft>
                <a:spcPts val="0"/>
              </a:spcAft>
              <a:buClr>
                <a:schemeClr val="accent1"/>
              </a:buClr>
              <a:buSzPct val="100386"/>
              <a:buFont typeface="Lato"/>
              <a:buNone/>
            </a:pPr>
            <a:r>
              <a:rPr b="1" i="0" lang="es-419" sz="1400" u="none" cap="none" strike="noStrike">
                <a:solidFill>
                  <a:schemeClr val="dk2"/>
                </a:solidFill>
                <a:latin typeface="Cambria"/>
                <a:ea typeface="Cambria"/>
                <a:cs typeface="Cambria"/>
                <a:sym typeface="Cambria"/>
              </a:rPr>
              <a:t>Sensores:</a:t>
            </a:r>
            <a:endParaRPr b="1" i="0" sz="1400" u="none" cap="none" strike="noStrike">
              <a:solidFill>
                <a:schemeClr val="dk2"/>
              </a:solidFill>
              <a:latin typeface="Cambria"/>
              <a:ea typeface="Cambria"/>
              <a:cs typeface="Cambria"/>
              <a:sym typeface="Cambria"/>
            </a:endParaRPr>
          </a:p>
          <a:p>
            <a:pPr indent="-171450" lvl="0" marL="354013" marR="0" rtl="0" algn="l">
              <a:lnSpc>
                <a:spcPct val="115000"/>
              </a:lnSpc>
              <a:spcBef>
                <a:spcPts val="0"/>
              </a:spcBef>
              <a:spcAft>
                <a:spcPts val="0"/>
              </a:spcAft>
              <a:buClr>
                <a:schemeClr val="accent1"/>
              </a:buClr>
              <a:buSzPct val="100000"/>
              <a:buFont typeface="Lato"/>
              <a:buChar char="●"/>
            </a:pPr>
            <a:r>
              <a:rPr b="0" i="0" lang="es-419" sz="1400" u="none" cap="none" strike="noStrike">
                <a:solidFill>
                  <a:schemeClr val="dk2"/>
                </a:solidFill>
                <a:latin typeface="Cambria"/>
                <a:ea typeface="Cambria"/>
                <a:cs typeface="Cambria"/>
                <a:sym typeface="Cambria"/>
              </a:rPr>
              <a:t>4 sensores magnéticos D-C73</a:t>
            </a:r>
            <a:endParaRPr b="0" i="0" sz="1400" u="none" cap="none" strike="noStrike">
              <a:solidFill>
                <a:schemeClr val="dk2"/>
              </a:solidFill>
              <a:latin typeface="Cambria"/>
              <a:ea typeface="Cambria"/>
              <a:cs typeface="Cambria"/>
              <a:sym typeface="Cambria"/>
            </a:endParaRPr>
          </a:p>
          <a:p>
            <a:pPr indent="-171450" lvl="0" marL="354013" marR="0" rtl="0" algn="l">
              <a:lnSpc>
                <a:spcPct val="115000"/>
              </a:lnSpc>
              <a:spcBef>
                <a:spcPts val="0"/>
              </a:spcBef>
              <a:spcAft>
                <a:spcPts val="0"/>
              </a:spcAft>
              <a:buClr>
                <a:schemeClr val="accent1"/>
              </a:buClr>
              <a:buSzPct val="100000"/>
              <a:buFont typeface="Lato"/>
              <a:buChar char="●"/>
            </a:pPr>
            <a:r>
              <a:rPr b="0" i="0" lang="es-419" sz="1400" u="none" cap="none" strike="noStrike">
                <a:solidFill>
                  <a:schemeClr val="dk2"/>
                </a:solidFill>
                <a:latin typeface="Cambria"/>
                <a:ea typeface="Cambria"/>
                <a:cs typeface="Cambria"/>
                <a:sym typeface="Cambria"/>
              </a:rPr>
              <a:t>2 Sensores fotoeléctricos E3Z-LS61</a:t>
            </a:r>
            <a:endParaRPr b="0" i="0" sz="1400" u="none" cap="none" strike="noStrike">
              <a:solidFill>
                <a:schemeClr val="dk2"/>
              </a:solidFill>
              <a:latin typeface="Cambria"/>
              <a:ea typeface="Cambria"/>
              <a:cs typeface="Cambria"/>
              <a:sym typeface="Cambria"/>
            </a:endParaRPr>
          </a:p>
          <a:p>
            <a:pPr indent="-171450" lvl="0" marL="354013" marR="0" rtl="0" algn="l">
              <a:lnSpc>
                <a:spcPct val="115000"/>
              </a:lnSpc>
              <a:spcBef>
                <a:spcPts val="0"/>
              </a:spcBef>
              <a:spcAft>
                <a:spcPts val="0"/>
              </a:spcAft>
              <a:buClr>
                <a:schemeClr val="accent1"/>
              </a:buClr>
              <a:buSzPct val="100000"/>
              <a:buFont typeface="Lato"/>
              <a:buChar char="●"/>
            </a:pPr>
            <a:r>
              <a:rPr b="0" i="0" lang="es-419" sz="1400" u="none" cap="none" strike="noStrike">
                <a:solidFill>
                  <a:schemeClr val="dk2"/>
                </a:solidFill>
                <a:latin typeface="Cambria"/>
                <a:ea typeface="Cambria"/>
                <a:cs typeface="Cambria"/>
                <a:sym typeface="Cambria"/>
              </a:rPr>
              <a:t>1 Sensor fotoeléctrico MHT15 (Reflex)</a:t>
            </a:r>
            <a:endParaRPr b="0" i="0" sz="1400" u="none" cap="none" strike="noStrike">
              <a:solidFill>
                <a:schemeClr val="dk2"/>
              </a:solidFill>
              <a:latin typeface="Cambria"/>
              <a:ea typeface="Cambria"/>
              <a:cs typeface="Cambria"/>
              <a:sym typeface="Cambria"/>
            </a:endParaRPr>
          </a:p>
          <a:p>
            <a:pPr indent="-171450" lvl="0" marL="354013" marR="0" rtl="0" algn="l">
              <a:lnSpc>
                <a:spcPct val="115000"/>
              </a:lnSpc>
              <a:spcBef>
                <a:spcPts val="0"/>
              </a:spcBef>
              <a:spcAft>
                <a:spcPts val="0"/>
              </a:spcAft>
              <a:buClr>
                <a:schemeClr val="accent1"/>
              </a:buClr>
              <a:buSzPct val="100000"/>
              <a:buFont typeface="Lato"/>
              <a:buChar char="●"/>
            </a:pPr>
            <a:r>
              <a:rPr b="0" i="0" lang="es-419" sz="1400" u="none" cap="none" strike="noStrike">
                <a:solidFill>
                  <a:schemeClr val="dk2"/>
                </a:solidFill>
                <a:latin typeface="Cambria"/>
                <a:ea typeface="Cambria"/>
                <a:cs typeface="Cambria"/>
                <a:sym typeface="Cambria"/>
              </a:rPr>
              <a:t>1 Sensor inductivo LM18-3008NA</a:t>
            </a:r>
            <a:endParaRPr b="0" i="0" sz="1400" u="none" cap="none" strike="noStrike">
              <a:solidFill>
                <a:schemeClr val="dk2"/>
              </a:solidFill>
              <a:latin typeface="Cambria"/>
              <a:ea typeface="Cambria"/>
              <a:cs typeface="Cambria"/>
              <a:sym typeface="Cambria"/>
            </a:endParaRPr>
          </a:p>
          <a:p>
            <a:pPr indent="-268288" lvl="0" marL="354013" marR="0" rtl="0" algn="l">
              <a:lnSpc>
                <a:spcPct val="115000"/>
              </a:lnSpc>
              <a:spcBef>
                <a:spcPts val="0"/>
              </a:spcBef>
              <a:spcAft>
                <a:spcPts val="0"/>
              </a:spcAft>
              <a:buClr>
                <a:schemeClr val="accent1"/>
              </a:buClr>
              <a:buSzPct val="100386"/>
              <a:buFont typeface="Lato"/>
              <a:buNone/>
            </a:pPr>
            <a:r>
              <a:rPr b="1" i="0" lang="es-419" sz="1400" u="none" cap="none" strike="noStrike">
                <a:solidFill>
                  <a:schemeClr val="dk2"/>
                </a:solidFill>
                <a:latin typeface="Cambria"/>
                <a:ea typeface="Cambria"/>
                <a:cs typeface="Cambria"/>
                <a:sym typeface="Cambria"/>
              </a:rPr>
              <a:t>Actuadores:</a:t>
            </a:r>
            <a:endParaRPr b="1" i="0" sz="1400" u="none" cap="none" strike="noStrike">
              <a:solidFill>
                <a:schemeClr val="dk2"/>
              </a:solidFill>
              <a:latin typeface="Cambria"/>
              <a:ea typeface="Cambria"/>
              <a:cs typeface="Cambria"/>
              <a:sym typeface="Cambria"/>
            </a:endParaRPr>
          </a:p>
          <a:p>
            <a:pPr indent="-171450" lvl="0" marL="354013" marR="0" rtl="0" algn="l">
              <a:lnSpc>
                <a:spcPct val="115000"/>
              </a:lnSpc>
              <a:spcBef>
                <a:spcPts val="0"/>
              </a:spcBef>
              <a:spcAft>
                <a:spcPts val="0"/>
              </a:spcAft>
              <a:buClr>
                <a:schemeClr val="accent1"/>
              </a:buClr>
              <a:buSzPct val="100000"/>
              <a:buFont typeface="Lato"/>
              <a:buChar char="●"/>
            </a:pPr>
            <a:r>
              <a:rPr b="0" i="0" lang="es-419" sz="1400" u="none" cap="none" strike="noStrike">
                <a:solidFill>
                  <a:schemeClr val="dk2"/>
                </a:solidFill>
                <a:latin typeface="Cambria"/>
                <a:ea typeface="Cambria"/>
                <a:cs typeface="Cambria"/>
                <a:sym typeface="Cambria"/>
              </a:rPr>
              <a:t>2 Cilindros neumáticos (corto y largo)..</a:t>
            </a:r>
            <a:endParaRPr b="0" i="0" sz="1400" u="none" cap="none" strike="noStrike">
              <a:solidFill>
                <a:schemeClr val="dk2"/>
              </a:solidFill>
              <a:latin typeface="Cambria"/>
              <a:ea typeface="Cambria"/>
              <a:cs typeface="Cambria"/>
              <a:sym typeface="Cambria"/>
            </a:endParaRPr>
          </a:p>
          <a:p>
            <a:pPr indent="-268288" lvl="0" marL="354013" marR="0" rtl="0" algn="l">
              <a:lnSpc>
                <a:spcPct val="115000"/>
              </a:lnSpc>
              <a:spcBef>
                <a:spcPts val="0"/>
              </a:spcBef>
              <a:spcAft>
                <a:spcPts val="0"/>
              </a:spcAft>
              <a:buClr>
                <a:schemeClr val="accent1"/>
              </a:buClr>
              <a:buSzPct val="100386"/>
              <a:buFont typeface="Lato"/>
              <a:buNone/>
            </a:pPr>
            <a:r>
              <a:rPr b="1" i="0" lang="es-419" sz="1400" u="none" cap="none" strike="noStrike">
                <a:solidFill>
                  <a:schemeClr val="dk2"/>
                </a:solidFill>
                <a:latin typeface="Cambria"/>
                <a:ea typeface="Cambria"/>
                <a:cs typeface="Cambria"/>
                <a:sym typeface="Cambria"/>
              </a:rPr>
              <a:t>Adaptación de señal:</a:t>
            </a:r>
            <a:endParaRPr b="1" i="0" sz="1400" u="none" cap="none" strike="noStrike">
              <a:solidFill>
                <a:schemeClr val="dk2"/>
              </a:solidFill>
              <a:latin typeface="Cambria"/>
              <a:ea typeface="Cambria"/>
              <a:cs typeface="Cambria"/>
              <a:sym typeface="Cambria"/>
            </a:endParaRPr>
          </a:p>
          <a:p>
            <a:pPr indent="-171450" lvl="0" marL="354013" marR="0" rtl="0" algn="l">
              <a:lnSpc>
                <a:spcPct val="115000"/>
              </a:lnSpc>
              <a:spcBef>
                <a:spcPts val="0"/>
              </a:spcBef>
              <a:spcAft>
                <a:spcPts val="0"/>
              </a:spcAft>
              <a:buClr>
                <a:schemeClr val="accent1"/>
              </a:buClr>
              <a:buSzPct val="100000"/>
              <a:buFont typeface="Lato"/>
              <a:buChar char="●"/>
            </a:pPr>
            <a:r>
              <a:rPr b="0" i="0" lang="es-419" sz="1400" u="none" cap="none" strike="noStrike">
                <a:solidFill>
                  <a:schemeClr val="dk2"/>
                </a:solidFill>
                <a:latin typeface="Cambria"/>
                <a:ea typeface="Cambria"/>
                <a:cs typeface="Cambria"/>
                <a:sym typeface="Cambria"/>
              </a:rPr>
              <a:t>2 convertidores de señal I/P (eléctrica a neumática).</a:t>
            </a:r>
            <a:endParaRPr b="0" i="0" sz="1400" u="none" cap="none" strike="noStrike">
              <a:solidFill>
                <a:schemeClr val="dk2"/>
              </a:solidFill>
              <a:latin typeface="Cambria"/>
              <a:ea typeface="Cambria"/>
              <a:cs typeface="Cambria"/>
              <a:sym typeface="Cambria"/>
            </a:endParaRPr>
          </a:p>
          <a:p>
            <a:pPr indent="-268288" lvl="0" marL="354013" marR="0" rtl="0" algn="l">
              <a:lnSpc>
                <a:spcPct val="115000"/>
              </a:lnSpc>
              <a:spcBef>
                <a:spcPts val="0"/>
              </a:spcBef>
              <a:spcAft>
                <a:spcPts val="0"/>
              </a:spcAft>
              <a:buClr>
                <a:schemeClr val="accent1"/>
              </a:buClr>
              <a:buSzPct val="100386"/>
              <a:buFont typeface="Lato"/>
              <a:buNone/>
            </a:pPr>
            <a:r>
              <a:rPr b="1" i="0" lang="es-419" sz="1400" u="none" cap="none" strike="noStrike">
                <a:solidFill>
                  <a:schemeClr val="dk2"/>
                </a:solidFill>
                <a:latin typeface="Cambria"/>
                <a:ea typeface="Cambria"/>
                <a:cs typeface="Cambria"/>
                <a:sym typeface="Cambria"/>
              </a:rPr>
              <a:t>Instrumentos extras:</a:t>
            </a:r>
            <a:endParaRPr b="1" i="0" sz="1400" u="none" cap="none" strike="noStrike">
              <a:solidFill>
                <a:schemeClr val="dk2"/>
              </a:solidFill>
              <a:latin typeface="Cambria"/>
              <a:ea typeface="Cambria"/>
              <a:cs typeface="Cambria"/>
              <a:sym typeface="Cambria"/>
            </a:endParaRPr>
          </a:p>
          <a:p>
            <a:pPr indent="-171450" lvl="0" marL="354013" marR="0" rtl="0" algn="l">
              <a:lnSpc>
                <a:spcPct val="115000"/>
              </a:lnSpc>
              <a:spcBef>
                <a:spcPts val="0"/>
              </a:spcBef>
              <a:spcAft>
                <a:spcPts val="0"/>
              </a:spcAft>
              <a:buClr>
                <a:schemeClr val="accent1"/>
              </a:buClr>
              <a:buSzPct val="100000"/>
              <a:buFont typeface="Lato"/>
              <a:buChar char="●"/>
            </a:pPr>
            <a:r>
              <a:rPr b="0" i="0" lang="es-419" sz="1400" u="none" cap="none" strike="noStrike">
                <a:solidFill>
                  <a:schemeClr val="dk2"/>
                </a:solidFill>
                <a:latin typeface="Cambria"/>
                <a:ea typeface="Cambria"/>
                <a:cs typeface="Cambria"/>
                <a:sym typeface="Cambria"/>
              </a:rPr>
              <a:t>1 regleta de conexiones para entradas y salidas del PLC</a:t>
            </a:r>
            <a:endParaRPr b="0" i="0" sz="1400" u="none" cap="none" strike="noStrike">
              <a:solidFill>
                <a:schemeClr val="dk2"/>
              </a:solidFill>
              <a:latin typeface="Cambria"/>
              <a:ea typeface="Cambria"/>
              <a:cs typeface="Cambria"/>
              <a:sym typeface="Cambria"/>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pic>
        <p:nvPicPr>
          <p:cNvPr id="139" name="Google Shape;139;p7"/>
          <p:cNvPicPr preferRelativeResize="0"/>
          <p:nvPr/>
        </p:nvPicPr>
        <p:blipFill rotWithShape="1">
          <a:blip r:embed="rId3">
            <a:alphaModFix/>
          </a:blip>
          <a:srcRect b="0" l="9150" r="3855" t="0"/>
          <a:stretch/>
        </p:blipFill>
        <p:spPr>
          <a:xfrm>
            <a:off x="6277106" y="1018165"/>
            <a:ext cx="2866894" cy="4125335"/>
          </a:xfrm>
          <a:prstGeom prst="rect">
            <a:avLst/>
          </a:prstGeom>
          <a:noFill/>
          <a:ln>
            <a:noFill/>
          </a:ln>
        </p:spPr>
      </p:pic>
      <p:sp>
        <p:nvSpPr>
          <p:cNvPr id="140" name="Google Shape;140;p7"/>
          <p:cNvSpPr txBox="1"/>
          <p:nvPr>
            <p:ph idx="1" type="body"/>
          </p:nvPr>
        </p:nvSpPr>
        <p:spPr>
          <a:xfrm>
            <a:off x="316090" y="606666"/>
            <a:ext cx="6400800" cy="1545878"/>
          </a:xfrm>
          <a:prstGeom prst="rect">
            <a:avLst/>
          </a:prstGeom>
          <a:solidFill>
            <a:schemeClr val="lt1"/>
          </a:solidFill>
          <a:ln cap="flat" cmpd="sng" w="28575">
            <a:solidFill>
              <a:srgbClr val="FF0066"/>
            </a:solidFill>
            <a:prstDash val="solid"/>
            <a:round/>
            <a:headEnd len="sm" w="sm" type="none"/>
            <a:tailEnd len="sm" w="sm" type="none"/>
          </a:ln>
        </p:spPr>
        <p:txBody>
          <a:bodyPr anchorCtr="0" anchor="t" bIns="91425" lIns="91425" spcFirstLastPara="1" rIns="91425" wrap="square" tIns="91425">
            <a:noAutofit/>
          </a:bodyPr>
          <a:lstStyle/>
          <a:p>
            <a:pPr indent="0" lvl="0" marL="0" rtl="0" algn="just">
              <a:lnSpc>
                <a:spcPct val="100000"/>
              </a:lnSpc>
              <a:spcBef>
                <a:spcPts val="0"/>
              </a:spcBef>
              <a:spcAft>
                <a:spcPts val="0"/>
              </a:spcAft>
              <a:buSzPts val="1300"/>
              <a:buNone/>
            </a:pPr>
            <a:r>
              <a:rPr b="1" i="0" lang="es-419" sz="1500" u="none" strike="noStrike">
                <a:solidFill>
                  <a:srgbClr val="000000"/>
                </a:solidFill>
                <a:latin typeface="Cambria"/>
                <a:ea typeface="Cambria"/>
                <a:cs typeface="Cambria"/>
                <a:sym typeface="Cambria"/>
              </a:rPr>
              <a:t>Funcionamiento:</a:t>
            </a:r>
            <a:endParaRPr/>
          </a:p>
          <a:p>
            <a:pPr indent="0" lvl="0" marL="0" rtl="0" algn="just">
              <a:lnSpc>
                <a:spcPct val="100000"/>
              </a:lnSpc>
              <a:spcBef>
                <a:spcPts val="0"/>
              </a:spcBef>
              <a:spcAft>
                <a:spcPts val="0"/>
              </a:spcAft>
              <a:buSzPts val="1300"/>
              <a:buNone/>
            </a:pPr>
            <a:r>
              <a:rPr lang="es-419" sz="1500">
                <a:latin typeface="Cambria"/>
                <a:ea typeface="Cambria"/>
                <a:cs typeface="Cambria"/>
                <a:sym typeface="Cambria"/>
              </a:rPr>
              <a:t>Introducimos el contenido de nuestras piezas manualmente, y </a:t>
            </a:r>
            <a:r>
              <a:rPr lang="es-419" sz="1500">
                <a:solidFill>
                  <a:srgbClr val="525252"/>
                </a:solidFill>
                <a:latin typeface="Cambria"/>
                <a:ea typeface="Cambria"/>
                <a:cs typeface="Cambria"/>
                <a:sym typeface="Cambria"/>
              </a:rPr>
              <a:t>las piezas entran por el tubo y son sostenidas por 2 cilindros neumáticos, </a:t>
            </a:r>
            <a:r>
              <a:rPr lang="es-419" sz="1500">
                <a:latin typeface="Cambria"/>
                <a:ea typeface="Cambria"/>
                <a:cs typeface="Cambria"/>
                <a:sym typeface="Cambria"/>
              </a:rPr>
              <a:t>luego se deja caer la pieza en una mesa con posiciones para los contenidos, esta gira 180 grados para que la pinza neumática sujete el contenido y la lleve al contenedor (pieza inicial) luego se manda una señal para que la pieza más contenido sea llevado a la siguiente unidad. </a:t>
            </a:r>
            <a:endParaRPr sz="1500">
              <a:latin typeface="Cambria"/>
              <a:ea typeface="Cambria"/>
              <a:cs typeface="Cambria"/>
              <a:sym typeface="Cambria"/>
            </a:endParaRPr>
          </a:p>
        </p:txBody>
      </p:sp>
      <p:sp>
        <p:nvSpPr>
          <p:cNvPr id="141" name="Google Shape;141;p7"/>
          <p:cNvSpPr txBox="1"/>
          <p:nvPr/>
        </p:nvSpPr>
        <p:spPr>
          <a:xfrm>
            <a:off x="427612" y="-41032"/>
            <a:ext cx="4162764" cy="535200"/>
          </a:xfrm>
          <a:prstGeom prst="rect">
            <a:avLst/>
          </a:prstGeom>
          <a:noFill/>
          <a:ln>
            <a:noFill/>
          </a:ln>
        </p:spPr>
        <p:txBody>
          <a:bodyPr anchorCtr="0" anchor="t" bIns="91425" lIns="91425" spcFirstLastPara="1" rIns="91425" wrap="square" tIns="91425">
            <a:normAutofit fontScale="97500"/>
          </a:bodyPr>
          <a:lstStyle/>
          <a:p>
            <a:pPr indent="0" lvl="0" marL="0" marR="0" rtl="0" algn="l">
              <a:lnSpc>
                <a:spcPct val="100000"/>
              </a:lnSpc>
              <a:spcBef>
                <a:spcPts val="0"/>
              </a:spcBef>
              <a:spcAft>
                <a:spcPts val="0"/>
              </a:spcAft>
              <a:buClr>
                <a:schemeClr val="dk2"/>
              </a:buClr>
              <a:buSzPct val="111111"/>
              <a:buFont typeface="Raleway"/>
              <a:buNone/>
            </a:pPr>
            <a:r>
              <a:rPr b="1" i="0" lang="es-419" sz="2400" u="none" cap="none" strike="noStrike">
                <a:solidFill>
                  <a:srgbClr val="681800"/>
                </a:solidFill>
                <a:latin typeface="Raleway"/>
                <a:ea typeface="Raleway"/>
                <a:cs typeface="Raleway"/>
                <a:sym typeface="Raleway"/>
              </a:rPr>
              <a:t>2. Unidad de Ensamblaje</a:t>
            </a:r>
            <a:endParaRPr/>
          </a:p>
        </p:txBody>
      </p:sp>
      <p:sp>
        <p:nvSpPr>
          <p:cNvPr id="142" name="Google Shape;142;p7"/>
          <p:cNvSpPr txBox="1"/>
          <p:nvPr/>
        </p:nvSpPr>
        <p:spPr>
          <a:xfrm>
            <a:off x="316090" y="2265043"/>
            <a:ext cx="4763910" cy="2803458"/>
          </a:xfrm>
          <a:prstGeom prst="rect">
            <a:avLst/>
          </a:prstGeom>
          <a:solidFill>
            <a:schemeClr val="lt1"/>
          </a:solidFill>
          <a:ln cap="flat" cmpd="sng" w="28575">
            <a:solidFill>
              <a:srgbClr val="137266"/>
            </a:solidFill>
            <a:prstDash val="solid"/>
            <a:round/>
            <a:headEnd len="sm" w="sm" type="none"/>
            <a:tailEnd len="sm" w="sm" type="none"/>
          </a:ln>
        </p:spPr>
        <p:txBody>
          <a:bodyPr anchorCtr="0" anchor="t" bIns="91425" lIns="91425" spcFirstLastPara="1" rIns="91425" wrap="square" tIns="91425">
            <a:noAutofit/>
          </a:bodyPr>
          <a:lstStyle/>
          <a:p>
            <a:pPr indent="0" lvl="0" marL="146050" marR="0" rtl="0" algn="l">
              <a:lnSpc>
                <a:spcPct val="95000"/>
              </a:lnSpc>
              <a:spcBef>
                <a:spcPts val="0"/>
              </a:spcBef>
              <a:spcAft>
                <a:spcPts val="0"/>
              </a:spcAft>
              <a:buClr>
                <a:schemeClr val="accent1"/>
              </a:buClr>
              <a:buSzPts val="1300"/>
              <a:buFont typeface="Lato"/>
              <a:buNone/>
            </a:pPr>
            <a:r>
              <a:rPr b="1" i="0" lang="es-419" sz="1300" u="none" cap="none" strike="noStrike">
                <a:solidFill>
                  <a:schemeClr val="dk2"/>
                </a:solidFill>
                <a:latin typeface="Cambria"/>
                <a:ea typeface="Cambria"/>
                <a:cs typeface="Cambria"/>
                <a:sym typeface="Cambria"/>
              </a:rPr>
              <a:t>Sensores</a:t>
            </a:r>
            <a:endParaRPr b="1" i="0" sz="1300" u="none" cap="none" strike="noStrike">
              <a:solidFill>
                <a:schemeClr val="dk2"/>
              </a:solidFill>
              <a:latin typeface="Cambria"/>
              <a:ea typeface="Cambria"/>
              <a:cs typeface="Cambria"/>
              <a:sym typeface="Cambria"/>
            </a:endParaRPr>
          </a:p>
          <a:p>
            <a:pPr indent="-161925" lvl="0" marL="342900" marR="0" rtl="0" algn="l">
              <a:lnSpc>
                <a:spcPct val="95000"/>
              </a:lnSpc>
              <a:spcBef>
                <a:spcPts val="0"/>
              </a:spcBef>
              <a:spcAft>
                <a:spcPts val="0"/>
              </a:spcAft>
              <a:buClr>
                <a:schemeClr val="accent1"/>
              </a:buClr>
              <a:buSzPts val="1300"/>
              <a:buFont typeface="Arial"/>
              <a:buChar char="●"/>
            </a:pPr>
            <a:r>
              <a:rPr b="0" i="0" lang="es-419" sz="1300" u="none" cap="none" strike="noStrike">
                <a:solidFill>
                  <a:schemeClr val="accent1"/>
                </a:solidFill>
                <a:latin typeface="Cambria"/>
                <a:ea typeface="Cambria"/>
                <a:cs typeface="Cambria"/>
                <a:sym typeface="Cambria"/>
              </a:rPr>
              <a:t>8 sensores magnéticos D-C73</a:t>
            </a:r>
            <a:endParaRPr b="0" i="0" sz="1300" u="none" cap="none" strike="noStrike">
              <a:solidFill>
                <a:schemeClr val="accent1"/>
              </a:solidFill>
              <a:latin typeface="Cambria"/>
              <a:ea typeface="Cambria"/>
              <a:cs typeface="Cambria"/>
              <a:sym typeface="Cambria"/>
            </a:endParaRPr>
          </a:p>
          <a:p>
            <a:pPr indent="-161925" lvl="0" marL="342900" marR="0" rtl="0" algn="l">
              <a:lnSpc>
                <a:spcPct val="95000"/>
              </a:lnSpc>
              <a:spcBef>
                <a:spcPts val="0"/>
              </a:spcBef>
              <a:spcAft>
                <a:spcPts val="0"/>
              </a:spcAft>
              <a:buClr>
                <a:schemeClr val="accent1"/>
              </a:buClr>
              <a:buSzPts val="1300"/>
              <a:buFont typeface="Arial"/>
              <a:buChar char="●"/>
            </a:pPr>
            <a:r>
              <a:rPr b="0" i="0" lang="es-419" sz="1300" u="none" cap="none" strike="noStrike">
                <a:solidFill>
                  <a:schemeClr val="accent1"/>
                </a:solidFill>
                <a:latin typeface="Cambria"/>
                <a:ea typeface="Cambria"/>
                <a:cs typeface="Cambria"/>
                <a:sym typeface="Cambria"/>
              </a:rPr>
              <a:t>2 Sensores magnéticos CS-9D</a:t>
            </a:r>
            <a:endParaRPr b="0" i="0" sz="1300" u="none" cap="none" strike="noStrike">
              <a:solidFill>
                <a:schemeClr val="accent1"/>
              </a:solidFill>
              <a:latin typeface="Cambria"/>
              <a:ea typeface="Cambria"/>
              <a:cs typeface="Cambria"/>
              <a:sym typeface="Cambria"/>
            </a:endParaRPr>
          </a:p>
          <a:p>
            <a:pPr indent="-161925" lvl="0" marL="342900" marR="0" rtl="0" algn="l">
              <a:lnSpc>
                <a:spcPct val="95000"/>
              </a:lnSpc>
              <a:spcBef>
                <a:spcPts val="0"/>
              </a:spcBef>
              <a:spcAft>
                <a:spcPts val="0"/>
              </a:spcAft>
              <a:buClr>
                <a:schemeClr val="accent1"/>
              </a:buClr>
              <a:buSzPts val="1300"/>
              <a:buFont typeface="Arial"/>
              <a:buChar char="●"/>
            </a:pPr>
            <a:r>
              <a:rPr b="0" i="0" lang="es-419" sz="1300" u="none" cap="none" strike="noStrike">
                <a:solidFill>
                  <a:schemeClr val="accent1"/>
                </a:solidFill>
                <a:latin typeface="Cambria"/>
                <a:ea typeface="Cambria"/>
                <a:cs typeface="Cambria"/>
                <a:sym typeface="Cambria"/>
              </a:rPr>
              <a:t>1 Sensor magnético AL-36R</a:t>
            </a:r>
            <a:endParaRPr b="0" i="0" sz="1300" u="none" cap="none" strike="noStrike">
              <a:solidFill>
                <a:schemeClr val="accent1"/>
              </a:solidFill>
              <a:latin typeface="Cambria"/>
              <a:ea typeface="Cambria"/>
              <a:cs typeface="Cambria"/>
              <a:sym typeface="Cambria"/>
            </a:endParaRPr>
          </a:p>
          <a:p>
            <a:pPr indent="-161925" lvl="0" marL="342900" marR="0" rtl="0" algn="l">
              <a:lnSpc>
                <a:spcPct val="95000"/>
              </a:lnSpc>
              <a:spcBef>
                <a:spcPts val="0"/>
              </a:spcBef>
              <a:spcAft>
                <a:spcPts val="0"/>
              </a:spcAft>
              <a:buClr>
                <a:schemeClr val="accent1"/>
              </a:buClr>
              <a:buSzPts val="1300"/>
              <a:buFont typeface="Arial"/>
              <a:buChar char="●"/>
            </a:pPr>
            <a:r>
              <a:rPr b="0" i="0" lang="es-419" sz="1300" u="none" cap="none" strike="noStrike">
                <a:solidFill>
                  <a:schemeClr val="accent1"/>
                </a:solidFill>
                <a:latin typeface="Cambria"/>
                <a:ea typeface="Cambria"/>
                <a:cs typeface="Cambria"/>
                <a:sym typeface="Cambria"/>
              </a:rPr>
              <a:t>4 Sensores fotoeléctricos E3Z-LS61</a:t>
            </a:r>
            <a:endParaRPr b="0" i="0" sz="1300" u="none" cap="none" strike="noStrike">
              <a:solidFill>
                <a:schemeClr val="accent1"/>
              </a:solidFill>
              <a:latin typeface="Cambria"/>
              <a:ea typeface="Cambria"/>
              <a:cs typeface="Cambria"/>
              <a:sym typeface="Cambria"/>
            </a:endParaRPr>
          </a:p>
          <a:p>
            <a:pPr indent="-161925" lvl="0" marL="342900" marR="0" rtl="0" algn="l">
              <a:lnSpc>
                <a:spcPct val="95000"/>
              </a:lnSpc>
              <a:spcBef>
                <a:spcPts val="0"/>
              </a:spcBef>
              <a:spcAft>
                <a:spcPts val="0"/>
              </a:spcAft>
              <a:buClr>
                <a:schemeClr val="accent1"/>
              </a:buClr>
              <a:buSzPts val="1300"/>
              <a:buFont typeface="Arial"/>
              <a:buChar char="●"/>
            </a:pPr>
            <a:r>
              <a:rPr b="0" i="0" lang="es-419" sz="1300" u="none" cap="none" strike="noStrike">
                <a:solidFill>
                  <a:schemeClr val="accent1"/>
                </a:solidFill>
                <a:latin typeface="Cambria"/>
                <a:ea typeface="Cambria"/>
                <a:cs typeface="Cambria"/>
                <a:sym typeface="Cambria"/>
              </a:rPr>
              <a:t>1 Sensor fotoeléctrico E3X-NA11</a:t>
            </a:r>
            <a:endParaRPr b="0" i="0" sz="1300" u="none" cap="none" strike="noStrike">
              <a:solidFill>
                <a:schemeClr val="accent1"/>
              </a:solidFill>
              <a:latin typeface="Cambria"/>
              <a:ea typeface="Cambria"/>
              <a:cs typeface="Cambria"/>
              <a:sym typeface="Cambria"/>
            </a:endParaRPr>
          </a:p>
          <a:p>
            <a:pPr indent="0" lvl="0" marL="146050" marR="0" rtl="0" algn="l">
              <a:lnSpc>
                <a:spcPct val="95000"/>
              </a:lnSpc>
              <a:spcBef>
                <a:spcPts val="0"/>
              </a:spcBef>
              <a:spcAft>
                <a:spcPts val="0"/>
              </a:spcAft>
              <a:buClr>
                <a:schemeClr val="accent1"/>
              </a:buClr>
              <a:buSzPts val="1300"/>
              <a:buFont typeface="Lato"/>
              <a:buNone/>
            </a:pPr>
            <a:r>
              <a:rPr b="1" i="0" lang="es-419" sz="1300" u="none" cap="none" strike="noStrike">
                <a:solidFill>
                  <a:schemeClr val="dk2"/>
                </a:solidFill>
                <a:latin typeface="Cambria"/>
                <a:ea typeface="Cambria"/>
                <a:cs typeface="Cambria"/>
                <a:sym typeface="Cambria"/>
              </a:rPr>
              <a:t>Actuadores</a:t>
            </a:r>
            <a:endParaRPr b="1" i="0" sz="1300" u="none" cap="none" strike="noStrike">
              <a:solidFill>
                <a:schemeClr val="dk2"/>
              </a:solidFill>
              <a:latin typeface="Cambria"/>
              <a:ea typeface="Cambria"/>
              <a:cs typeface="Cambria"/>
              <a:sym typeface="Cambria"/>
            </a:endParaRPr>
          </a:p>
          <a:p>
            <a:pPr indent="-161925" lvl="0" marL="342900" marR="0" rtl="0" algn="l">
              <a:lnSpc>
                <a:spcPct val="95000"/>
              </a:lnSpc>
              <a:spcBef>
                <a:spcPts val="0"/>
              </a:spcBef>
              <a:spcAft>
                <a:spcPts val="0"/>
              </a:spcAft>
              <a:buClr>
                <a:schemeClr val="accent1"/>
              </a:buClr>
              <a:buSzPts val="1300"/>
              <a:buFont typeface="Arial"/>
              <a:buChar char="●"/>
            </a:pPr>
            <a:r>
              <a:rPr b="0" i="0" lang="es-419" sz="1300" u="none" cap="none" strike="noStrike">
                <a:solidFill>
                  <a:schemeClr val="accent1"/>
                </a:solidFill>
                <a:latin typeface="Cambria"/>
                <a:ea typeface="Cambria"/>
                <a:cs typeface="Cambria"/>
                <a:sym typeface="Cambria"/>
              </a:rPr>
              <a:t>4 Cilindros neumáticos de doble efecto.</a:t>
            </a:r>
            <a:endParaRPr b="0" i="0" sz="1300" u="none" cap="none" strike="noStrike">
              <a:solidFill>
                <a:schemeClr val="accent1"/>
              </a:solidFill>
              <a:latin typeface="Cambria"/>
              <a:ea typeface="Cambria"/>
              <a:cs typeface="Cambria"/>
              <a:sym typeface="Cambria"/>
            </a:endParaRPr>
          </a:p>
          <a:p>
            <a:pPr indent="-161925" lvl="0" marL="342900" marR="0" rtl="0" algn="l">
              <a:lnSpc>
                <a:spcPct val="95000"/>
              </a:lnSpc>
              <a:spcBef>
                <a:spcPts val="0"/>
              </a:spcBef>
              <a:spcAft>
                <a:spcPts val="0"/>
              </a:spcAft>
              <a:buClr>
                <a:schemeClr val="accent1"/>
              </a:buClr>
              <a:buSzPts val="1300"/>
              <a:buFont typeface="Arial"/>
              <a:buChar char="●"/>
            </a:pPr>
            <a:r>
              <a:rPr b="0" i="0" lang="es-419" sz="1300" u="none" cap="none" strike="noStrike">
                <a:solidFill>
                  <a:schemeClr val="accent1"/>
                </a:solidFill>
                <a:latin typeface="Cambria"/>
                <a:ea typeface="Cambria"/>
                <a:cs typeface="Cambria"/>
                <a:sym typeface="Cambria"/>
              </a:rPr>
              <a:t>1 cilindro rotatorio.</a:t>
            </a:r>
            <a:endParaRPr b="0" i="0" sz="1300" u="none" cap="none" strike="noStrike">
              <a:solidFill>
                <a:schemeClr val="accent1"/>
              </a:solidFill>
              <a:latin typeface="Cambria"/>
              <a:ea typeface="Cambria"/>
              <a:cs typeface="Cambria"/>
              <a:sym typeface="Cambria"/>
            </a:endParaRPr>
          </a:p>
          <a:p>
            <a:pPr indent="-161925" lvl="0" marL="342900" marR="0" rtl="0" algn="l">
              <a:lnSpc>
                <a:spcPct val="95000"/>
              </a:lnSpc>
              <a:spcBef>
                <a:spcPts val="0"/>
              </a:spcBef>
              <a:spcAft>
                <a:spcPts val="0"/>
              </a:spcAft>
              <a:buClr>
                <a:schemeClr val="accent1"/>
              </a:buClr>
              <a:buSzPts val="1300"/>
              <a:buFont typeface="Arial"/>
              <a:buChar char="●"/>
            </a:pPr>
            <a:r>
              <a:rPr b="0" i="0" lang="es-419" sz="1300" u="none" cap="none" strike="noStrike">
                <a:solidFill>
                  <a:schemeClr val="accent1"/>
                </a:solidFill>
                <a:latin typeface="Cambria"/>
                <a:ea typeface="Cambria"/>
                <a:cs typeface="Cambria"/>
                <a:sym typeface="Cambria"/>
              </a:rPr>
              <a:t>1 pinza neumática.</a:t>
            </a:r>
            <a:endParaRPr b="0" i="0" sz="1300" u="none" cap="none" strike="noStrike">
              <a:solidFill>
                <a:schemeClr val="accent1"/>
              </a:solidFill>
              <a:latin typeface="Cambria"/>
              <a:ea typeface="Cambria"/>
              <a:cs typeface="Cambria"/>
              <a:sym typeface="Cambria"/>
            </a:endParaRPr>
          </a:p>
          <a:p>
            <a:pPr indent="0" lvl="0" marL="146050" marR="0" rtl="0" algn="l">
              <a:lnSpc>
                <a:spcPct val="95000"/>
              </a:lnSpc>
              <a:spcBef>
                <a:spcPts val="0"/>
              </a:spcBef>
              <a:spcAft>
                <a:spcPts val="0"/>
              </a:spcAft>
              <a:buClr>
                <a:schemeClr val="accent1"/>
              </a:buClr>
              <a:buSzPts val="1300"/>
              <a:buFont typeface="Lato"/>
              <a:buNone/>
            </a:pPr>
            <a:r>
              <a:rPr b="1" i="0" lang="es-419" sz="1300" u="none" cap="none" strike="noStrike">
                <a:solidFill>
                  <a:schemeClr val="dk2"/>
                </a:solidFill>
                <a:latin typeface="Cambria"/>
                <a:ea typeface="Cambria"/>
                <a:cs typeface="Cambria"/>
                <a:sym typeface="Cambria"/>
              </a:rPr>
              <a:t>Adaptación de señal</a:t>
            </a:r>
            <a:endParaRPr b="1" i="0" sz="1300" u="none" cap="none" strike="noStrike">
              <a:solidFill>
                <a:schemeClr val="dk2"/>
              </a:solidFill>
              <a:latin typeface="Cambria"/>
              <a:ea typeface="Cambria"/>
              <a:cs typeface="Cambria"/>
              <a:sym typeface="Cambria"/>
            </a:endParaRPr>
          </a:p>
          <a:p>
            <a:pPr indent="-161925" lvl="0" marL="342900" marR="0" rtl="0" algn="l">
              <a:lnSpc>
                <a:spcPct val="95000"/>
              </a:lnSpc>
              <a:spcBef>
                <a:spcPts val="0"/>
              </a:spcBef>
              <a:spcAft>
                <a:spcPts val="0"/>
              </a:spcAft>
              <a:buClr>
                <a:schemeClr val="accent1"/>
              </a:buClr>
              <a:buSzPts val="1300"/>
              <a:buFont typeface="Arial"/>
              <a:buChar char="●"/>
            </a:pPr>
            <a:r>
              <a:rPr b="0" i="0" lang="es-419" sz="1300" u="none" cap="none" strike="noStrike">
                <a:solidFill>
                  <a:schemeClr val="accent1"/>
                </a:solidFill>
                <a:latin typeface="Cambria"/>
                <a:ea typeface="Cambria"/>
                <a:cs typeface="Cambria"/>
                <a:sym typeface="Cambria"/>
              </a:rPr>
              <a:t>6 convertidores de señal I/P (eléctrica a neumática).</a:t>
            </a:r>
            <a:endParaRPr b="0" i="0" sz="1300" u="none" cap="none" strike="noStrike">
              <a:solidFill>
                <a:schemeClr val="accent1"/>
              </a:solidFill>
              <a:latin typeface="Cambria"/>
              <a:ea typeface="Cambria"/>
              <a:cs typeface="Cambria"/>
              <a:sym typeface="Cambria"/>
            </a:endParaRPr>
          </a:p>
          <a:p>
            <a:pPr indent="0" lvl="0" marL="146050" marR="0" rtl="0" algn="l">
              <a:lnSpc>
                <a:spcPct val="95000"/>
              </a:lnSpc>
              <a:spcBef>
                <a:spcPts val="0"/>
              </a:spcBef>
              <a:spcAft>
                <a:spcPts val="0"/>
              </a:spcAft>
              <a:buClr>
                <a:schemeClr val="accent1"/>
              </a:buClr>
              <a:buSzPts val="1300"/>
              <a:buFont typeface="Lato"/>
              <a:buNone/>
            </a:pPr>
            <a:r>
              <a:rPr b="1" i="0" lang="es-419" sz="1300" u="none" cap="none" strike="noStrike">
                <a:solidFill>
                  <a:schemeClr val="dk2"/>
                </a:solidFill>
                <a:latin typeface="Cambria"/>
                <a:ea typeface="Cambria"/>
                <a:cs typeface="Cambria"/>
                <a:sym typeface="Cambria"/>
              </a:rPr>
              <a:t>Instrumentos extras</a:t>
            </a:r>
            <a:endParaRPr b="1" i="0" sz="1300" u="none" cap="none" strike="noStrike">
              <a:solidFill>
                <a:schemeClr val="dk2"/>
              </a:solidFill>
              <a:latin typeface="Cambria"/>
              <a:ea typeface="Cambria"/>
              <a:cs typeface="Cambria"/>
              <a:sym typeface="Cambria"/>
            </a:endParaRPr>
          </a:p>
          <a:p>
            <a:pPr indent="-161925" lvl="0" marL="342900" marR="0" rtl="0" algn="l">
              <a:lnSpc>
                <a:spcPct val="95000"/>
              </a:lnSpc>
              <a:spcBef>
                <a:spcPts val="0"/>
              </a:spcBef>
              <a:spcAft>
                <a:spcPts val="0"/>
              </a:spcAft>
              <a:buClr>
                <a:schemeClr val="accent1"/>
              </a:buClr>
              <a:buSzPts val="1300"/>
              <a:buFont typeface="Arial"/>
              <a:buChar char="●"/>
            </a:pPr>
            <a:r>
              <a:rPr b="0" i="0" lang="es-419" sz="1300" u="none" cap="none" strike="noStrike">
                <a:solidFill>
                  <a:schemeClr val="accent1"/>
                </a:solidFill>
                <a:latin typeface="Cambria"/>
                <a:ea typeface="Cambria"/>
                <a:cs typeface="Cambria"/>
                <a:sym typeface="Cambria"/>
              </a:rPr>
              <a:t>1 regleta de conexiones para entradas y salidas del PLC</a:t>
            </a:r>
            <a:endParaRPr b="0" i="0" sz="1300" u="none" cap="none" strike="noStrike">
              <a:solidFill>
                <a:schemeClr val="accent1"/>
              </a:solidFill>
              <a:latin typeface="Cambria"/>
              <a:ea typeface="Cambria"/>
              <a:cs typeface="Cambria"/>
              <a:sym typeface="Cambria"/>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pic>
        <p:nvPicPr>
          <p:cNvPr id="147" name="Google Shape;147;p8"/>
          <p:cNvPicPr preferRelativeResize="0"/>
          <p:nvPr/>
        </p:nvPicPr>
        <p:blipFill rotWithShape="1">
          <a:blip r:embed="rId3">
            <a:alphaModFix/>
          </a:blip>
          <a:srcRect b="0" l="3584" r="0" t="0"/>
          <a:stretch/>
        </p:blipFill>
        <p:spPr>
          <a:xfrm>
            <a:off x="5498592" y="1532959"/>
            <a:ext cx="3645408" cy="3354067"/>
          </a:xfrm>
          <a:prstGeom prst="rect">
            <a:avLst/>
          </a:prstGeom>
          <a:noFill/>
          <a:ln>
            <a:noFill/>
          </a:ln>
        </p:spPr>
      </p:pic>
      <p:sp>
        <p:nvSpPr>
          <p:cNvPr id="148" name="Google Shape;148;p8"/>
          <p:cNvSpPr txBox="1"/>
          <p:nvPr>
            <p:ph idx="1" type="body"/>
          </p:nvPr>
        </p:nvSpPr>
        <p:spPr>
          <a:xfrm>
            <a:off x="530870" y="644166"/>
            <a:ext cx="5636508" cy="1777586"/>
          </a:xfrm>
          <a:prstGeom prst="rect">
            <a:avLst/>
          </a:prstGeom>
          <a:solidFill>
            <a:schemeClr val="lt1"/>
          </a:solidFill>
          <a:ln cap="flat" cmpd="sng" w="28575">
            <a:solidFill>
              <a:srgbClr val="FF0066"/>
            </a:solidFill>
            <a:prstDash val="solid"/>
            <a:round/>
            <a:headEnd len="sm" w="sm" type="none"/>
            <a:tailEnd len="sm" w="sm" type="none"/>
          </a:ln>
        </p:spPr>
        <p:txBody>
          <a:bodyPr anchorCtr="0" anchor="t" bIns="91425" lIns="91425" spcFirstLastPara="1" rIns="91425" wrap="square" tIns="91425">
            <a:normAutofit fontScale="85000" lnSpcReduction="20000"/>
          </a:bodyPr>
          <a:lstStyle/>
          <a:p>
            <a:pPr indent="0" lvl="0" marL="146050" rtl="0" algn="l">
              <a:lnSpc>
                <a:spcPct val="115000"/>
              </a:lnSpc>
              <a:spcBef>
                <a:spcPts val="0"/>
              </a:spcBef>
              <a:spcAft>
                <a:spcPts val="0"/>
              </a:spcAft>
              <a:buSzPct val="89965"/>
              <a:buNone/>
            </a:pPr>
            <a:r>
              <a:rPr b="1" i="0" lang="es-419" sz="1700" u="none" strike="noStrike">
                <a:solidFill>
                  <a:srgbClr val="000000"/>
                </a:solidFill>
                <a:latin typeface="Cambria"/>
                <a:ea typeface="Cambria"/>
                <a:cs typeface="Cambria"/>
                <a:sym typeface="Cambria"/>
              </a:rPr>
              <a:t>Funcionamiento:</a:t>
            </a:r>
            <a:endParaRPr/>
          </a:p>
          <a:p>
            <a:pPr indent="0" lvl="0" marL="146050" rtl="0" algn="just">
              <a:lnSpc>
                <a:spcPct val="115000"/>
              </a:lnSpc>
              <a:spcBef>
                <a:spcPts val="0"/>
              </a:spcBef>
              <a:spcAft>
                <a:spcPts val="0"/>
              </a:spcAft>
              <a:buSzPct val="84967"/>
              <a:buNone/>
            </a:pPr>
            <a:r>
              <a:rPr lang="es-419" sz="1800">
                <a:latin typeface="Cambria"/>
                <a:ea typeface="Cambria"/>
                <a:cs typeface="Cambria"/>
                <a:sym typeface="Cambria"/>
              </a:rPr>
              <a:t>Esta unidad se encarga del sellado del contenedor (pieza) más contenido. El proceso empieza cuando la unidad de transporte deja una pieza con contenido, la parte móvil se encarga de recibir la pieza y desplazarla para su procesamiento (sellado), luego la parte móvil devuelve la pieza ya sellada para que pueda ser desplazada a la siguiente unidad. </a:t>
            </a:r>
            <a:endParaRPr sz="1800">
              <a:latin typeface="Cambria"/>
              <a:ea typeface="Cambria"/>
              <a:cs typeface="Cambria"/>
              <a:sym typeface="Cambria"/>
            </a:endParaRPr>
          </a:p>
        </p:txBody>
      </p:sp>
      <p:sp>
        <p:nvSpPr>
          <p:cNvPr id="149" name="Google Shape;149;p8"/>
          <p:cNvSpPr txBox="1"/>
          <p:nvPr/>
        </p:nvSpPr>
        <p:spPr>
          <a:xfrm>
            <a:off x="427612" y="-41032"/>
            <a:ext cx="4162764" cy="535200"/>
          </a:xfrm>
          <a:prstGeom prst="rect">
            <a:avLst/>
          </a:prstGeom>
          <a:noFill/>
          <a:ln>
            <a:noFill/>
          </a:ln>
        </p:spPr>
        <p:txBody>
          <a:bodyPr anchorCtr="0" anchor="t" bIns="91425" lIns="91425" spcFirstLastPara="1" rIns="91425" wrap="square" tIns="91425">
            <a:normAutofit fontScale="97500"/>
          </a:bodyPr>
          <a:lstStyle/>
          <a:p>
            <a:pPr indent="0" lvl="0" marL="0" marR="0" rtl="0" algn="l">
              <a:lnSpc>
                <a:spcPct val="100000"/>
              </a:lnSpc>
              <a:spcBef>
                <a:spcPts val="0"/>
              </a:spcBef>
              <a:spcAft>
                <a:spcPts val="0"/>
              </a:spcAft>
              <a:buClr>
                <a:schemeClr val="dk2"/>
              </a:buClr>
              <a:buSzPct val="111111"/>
              <a:buFont typeface="Raleway"/>
              <a:buNone/>
            </a:pPr>
            <a:r>
              <a:rPr b="1" i="0" lang="es-419" sz="2400" u="none" cap="none" strike="noStrike">
                <a:solidFill>
                  <a:srgbClr val="681800"/>
                </a:solidFill>
                <a:latin typeface="Raleway"/>
                <a:ea typeface="Raleway"/>
                <a:cs typeface="Raleway"/>
                <a:sym typeface="Raleway"/>
              </a:rPr>
              <a:t>3. Unidad de Procesamiento</a:t>
            </a:r>
            <a:endParaRPr/>
          </a:p>
        </p:txBody>
      </p:sp>
      <p:sp>
        <p:nvSpPr>
          <p:cNvPr id="150" name="Google Shape;150;p8"/>
          <p:cNvSpPr txBox="1"/>
          <p:nvPr/>
        </p:nvSpPr>
        <p:spPr>
          <a:xfrm>
            <a:off x="530870" y="2571750"/>
            <a:ext cx="4589770" cy="2516770"/>
          </a:xfrm>
          <a:prstGeom prst="rect">
            <a:avLst/>
          </a:prstGeom>
          <a:solidFill>
            <a:schemeClr val="lt1"/>
          </a:solidFill>
          <a:ln cap="flat" cmpd="sng" w="28575">
            <a:solidFill>
              <a:srgbClr val="137266"/>
            </a:solidFill>
            <a:prstDash val="solid"/>
            <a:round/>
            <a:headEnd len="sm" w="sm" type="none"/>
            <a:tailEnd len="sm" w="sm" type="none"/>
          </a:ln>
        </p:spPr>
        <p:txBody>
          <a:bodyPr anchorCtr="0" anchor="t" bIns="91425" lIns="91425" spcFirstLastPara="1" rIns="91425" wrap="square" tIns="91425">
            <a:noAutofit/>
          </a:bodyPr>
          <a:lstStyle/>
          <a:p>
            <a:pPr indent="0" lvl="0" marL="146050" marR="0" rtl="0" algn="l">
              <a:lnSpc>
                <a:spcPct val="100000"/>
              </a:lnSpc>
              <a:spcBef>
                <a:spcPts val="0"/>
              </a:spcBef>
              <a:spcAft>
                <a:spcPts val="0"/>
              </a:spcAft>
              <a:buClr>
                <a:schemeClr val="accent1"/>
              </a:buClr>
              <a:buSzPts val="1300"/>
              <a:buFont typeface="Lato"/>
              <a:buNone/>
            </a:pPr>
            <a:r>
              <a:rPr b="1" i="0" lang="es-419" sz="1300" u="none" cap="none" strike="noStrike">
                <a:solidFill>
                  <a:schemeClr val="dk2"/>
                </a:solidFill>
                <a:latin typeface="Cambria"/>
                <a:ea typeface="Cambria"/>
                <a:cs typeface="Cambria"/>
                <a:sym typeface="Cambria"/>
              </a:rPr>
              <a:t>Sensores</a:t>
            </a:r>
            <a:endParaRPr b="1" i="0" sz="1300" u="none" cap="none" strike="noStrike">
              <a:solidFill>
                <a:schemeClr val="dk2"/>
              </a:solidFill>
              <a:latin typeface="Cambria"/>
              <a:ea typeface="Cambria"/>
              <a:cs typeface="Cambria"/>
              <a:sym typeface="Cambria"/>
            </a:endParaRPr>
          </a:p>
          <a:p>
            <a:pPr indent="-160337" lvl="0" marL="342900" marR="0" rtl="0" algn="l">
              <a:lnSpc>
                <a:spcPct val="100000"/>
              </a:lnSpc>
              <a:spcBef>
                <a:spcPts val="0"/>
              </a:spcBef>
              <a:spcAft>
                <a:spcPts val="0"/>
              </a:spcAft>
              <a:buClr>
                <a:schemeClr val="accent1"/>
              </a:buClr>
              <a:buSzPts val="1300"/>
              <a:buFont typeface="Arial"/>
              <a:buChar char="●"/>
            </a:pPr>
            <a:r>
              <a:rPr b="0" i="0" lang="es-419" sz="1300" u="none" cap="none" strike="noStrike">
                <a:solidFill>
                  <a:schemeClr val="accent1"/>
                </a:solidFill>
                <a:latin typeface="Cambria"/>
                <a:ea typeface="Cambria"/>
                <a:cs typeface="Cambria"/>
                <a:sym typeface="Cambria"/>
              </a:rPr>
              <a:t>4 sensores magnéticos D-C73</a:t>
            </a:r>
            <a:endParaRPr b="0" i="0" sz="1300" u="none" cap="none" strike="noStrike">
              <a:solidFill>
                <a:schemeClr val="accent1"/>
              </a:solidFill>
              <a:latin typeface="Cambria"/>
              <a:ea typeface="Cambria"/>
              <a:cs typeface="Cambria"/>
              <a:sym typeface="Cambria"/>
            </a:endParaRPr>
          </a:p>
          <a:p>
            <a:pPr indent="-160337" lvl="0" marL="342900" marR="0" rtl="0" algn="l">
              <a:lnSpc>
                <a:spcPct val="100000"/>
              </a:lnSpc>
              <a:spcBef>
                <a:spcPts val="0"/>
              </a:spcBef>
              <a:spcAft>
                <a:spcPts val="0"/>
              </a:spcAft>
              <a:buClr>
                <a:schemeClr val="accent1"/>
              </a:buClr>
              <a:buSzPts val="1300"/>
              <a:buFont typeface="Arial"/>
              <a:buChar char="●"/>
            </a:pPr>
            <a:r>
              <a:rPr b="0" i="0" lang="es-419" sz="1300" u="none" cap="none" strike="noStrike">
                <a:solidFill>
                  <a:schemeClr val="accent1"/>
                </a:solidFill>
                <a:latin typeface="Cambria"/>
                <a:ea typeface="Cambria"/>
                <a:cs typeface="Cambria"/>
                <a:sym typeface="Cambria"/>
              </a:rPr>
              <a:t>1 sensor magnético D-Z73</a:t>
            </a:r>
            <a:endParaRPr b="0" i="0" sz="1300" u="none" cap="none" strike="noStrike">
              <a:solidFill>
                <a:schemeClr val="accent1"/>
              </a:solidFill>
              <a:latin typeface="Cambria"/>
              <a:ea typeface="Cambria"/>
              <a:cs typeface="Cambria"/>
              <a:sym typeface="Cambria"/>
            </a:endParaRPr>
          </a:p>
          <a:p>
            <a:pPr indent="-160337" lvl="0" marL="342900" marR="0" rtl="0" algn="l">
              <a:lnSpc>
                <a:spcPct val="100000"/>
              </a:lnSpc>
              <a:spcBef>
                <a:spcPts val="0"/>
              </a:spcBef>
              <a:spcAft>
                <a:spcPts val="0"/>
              </a:spcAft>
              <a:buClr>
                <a:schemeClr val="accent1"/>
              </a:buClr>
              <a:buSzPts val="1300"/>
              <a:buFont typeface="Arial"/>
              <a:buChar char="●"/>
            </a:pPr>
            <a:r>
              <a:rPr b="0" i="0" lang="es-419" sz="1300" u="none" cap="none" strike="noStrike">
                <a:solidFill>
                  <a:schemeClr val="accent1"/>
                </a:solidFill>
                <a:latin typeface="Cambria"/>
                <a:ea typeface="Cambria"/>
                <a:cs typeface="Cambria"/>
                <a:sym typeface="Cambria"/>
              </a:rPr>
              <a:t>1 sensor fotoeléctricos E3Z-LS61</a:t>
            </a:r>
            <a:endParaRPr b="0" i="0" sz="1300" u="none" cap="none" strike="noStrike">
              <a:solidFill>
                <a:schemeClr val="accent1"/>
              </a:solidFill>
              <a:latin typeface="Cambria"/>
              <a:ea typeface="Cambria"/>
              <a:cs typeface="Cambria"/>
              <a:sym typeface="Cambria"/>
            </a:endParaRPr>
          </a:p>
          <a:p>
            <a:pPr indent="0" lvl="0" marL="146050" marR="0" rtl="0" algn="l">
              <a:lnSpc>
                <a:spcPct val="100000"/>
              </a:lnSpc>
              <a:spcBef>
                <a:spcPts val="0"/>
              </a:spcBef>
              <a:spcAft>
                <a:spcPts val="0"/>
              </a:spcAft>
              <a:buClr>
                <a:schemeClr val="accent1"/>
              </a:buClr>
              <a:buSzPts val="1300"/>
              <a:buFont typeface="Lato"/>
              <a:buNone/>
            </a:pPr>
            <a:r>
              <a:rPr b="1" i="0" lang="es-419" sz="1300" u="none" cap="none" strike="noStrike">
                <a:solidFill>
                  <a:schemeClr val="dk2"/>
                </a:solidFill>
                <a:latin typeface="Cambria"/>
                <a:ea typeface="Cambria"/>
                <a:cs typeface="Cambria"/>
                <a:sym typeface="Cambria"/>
              </a:rPr>
              <a:t>Actuadores</a:t>
            </a:r>
            <a:endParaRPr b="1" i="0" sz="1300" u="none" cap="none" strike="noStrike">
              <a:solidFill>
                <a:schemeClr val="dk2"/>
              </a:solidFill>
              <a:latin typeface="Cambria"/>
              <a:ea typeface="Cambria"/>
              <a:cs typeface="Cambria"/>
              <a:sym typeface="Cambria"/>
            </a:endParaRPr>
          </a:p>
          <a:p>
            <a:pPr indent="-160337" lvl="0" marL="342900" marR="0" rtl="0" algn="l">
              <a:lnSpc>
                <a:spcPct val="100000"/>
              </a:lnSpc>
              <a:spcBef>
                <a:spcPts val="0"/>
              </a:spcBef>
              <a:spcAft>
                <a:spcPts val="0"/>
              </a:spcAft>
              <a:buClr>
                <a:schemeClr val="accent1"/>
              </a:buClr>
              <a:buSzPts val="1300"/>
              <a:buFont typeface="Arial"/>
              <a:buChar char="●"/>
            </a:pPr>
            <a:r>
              <a:rPr b="0" i="0" lang="es-419" sz="1300" u="none" cap="none" strike="noStrike">
                <a:solidFill>
                  <a:schemeClr val="accent1"/>
                </a:solidFill>
                <a:latin typeface="Cambria"/>
                <a:ea typeface="Cambria"/>
                <a:cs typeface="Cambria"/>
                <a:sym typeface="Cambria"/>
              </a:rPr>
              <a:t>1 Pinza neumática.</a:t>
            </a:r>
            <a:endParaRPr b="0" i="0" sz="1300" u="none" cap="none" strike="noStrike">
              <a:solidFill>
                <a:schemeClr val="accent1"/>
              </a:solidFill>
              <a:latin typeface="Cambria"/>
              <a:ea typeface="Cambria"/>
              <a:cs typeface="Cambria"/>
              <a:sym typeface="Cambria"/>
            </a:endParaRPr>
          </a:p>
          <a:p>
            <a:pPr indent="-160337" lvl="0" marL="342900" marR="0" rtl="0" algn="l">
              <a:lnSpc>
                <a:spcPct val="100000"/>
              </a:lnSpc>
              <a:spcBef>
                <a:spcPts val="0"/>
              </a:spcBef>
              <a:spcAft>
                <a:spcPts val="0"/>
              </a:spcAft>
              <a:buClr>
                <a:schemeClr val="accent1"/>
              </a:buClr>
              <a:buSzPts val="1300"/>
              <a:buFont typeface="Arial"/>
              <a:buChar char="●"/>
            </a:pPr>
            <a:r>
              <a:rPr b="0" i="0" lang="es-419" sz="1300" u="none" cap="none" strike="noStrike">
                <a:solidFill>
                  <a:schemeClr val="accent1"/>
                </a:solidFill>
                <a:latin typeface="Cambria"/>
                <a:ea typeface="Cambria"/>
                <a:cs typeface="Cambria"/>
                <a:sym typeface="Cambria"/>
              </a:rPr>
              <a:t>1 Cilindro neumático largo.</a:t>
            </a:r>
            <a:endParaRPr b="0" i="0" sz="1300" u="none" cap="none" strike="noStrike">
              <a:solidFill>
                <a:schemeClr val="accent1"/>
              </a:solidFill>
              <a:latin typeface="Cambria"/>
              <a:ea typeface="Cambria"/>
              <a:cs typeface="Cambria"/>
              <a:sym typeface="Cambria"/>
            </a:endParaRPr>
          </a:p>
          <a:p>
            <a:pPr indent="-160337" lvl="0" marL="342900" marR="0" rtl="0" algn="l">
              <a:lnSpc>
                <a:spcPct val="100000"/>
              </a:lnSpc>
              <a:spcBef>
                <a:spcPts val="0"/>
              </a:spcBef>
              <a:spcAft>
                <a:spcPts val="0"/>
              </a:spcAft>
              <a:buClr>
                <a:schemeClr val="accent1"/>
              </a:buClr>
              <a:buSzPts val="1300"/>
              <a:buFont typeface="Arial"/>
              <a:buChar char="●"/>
            </a:pPr>
            <a:r>
              <a:rPr b="0" i="0" lang="es-419" sz="1300" u="none" cap="none" strike="noStrike">
                <a:solidFill>
                  <a:schemeClr val="accent1"/>
                </a:solidFill>
                <a:latin typeface="Cambria"/>
                <a:ea typeface="Cambria"/>
                <a:cs typeface="Cambria"/>
                <a:sym typeface="Cambria"/>
              </a:rPr>
              <a:t>1 Cilindro neumático corto. </a:t>
            </a:r>
            <a:endParaRPr b="0" i="0" sz="1300" u="none" cap="none" strike="noStrike">
              <a:solidFill>
                <a:schemeClr val="accent1"/>
              </a:solidFill>
              <a:latin typeface="Cambria"/>
              <a:ea typeface="Cambria"/>
              <a:cs typeface="Cambria"/>
              <a:sym typeface="Cambria"/>
            </a:endParaRPr>
          </a:p>
          <a:p>
            <a:pPr indent="0" lvl="0" marL="146050" marR="0" rtl="0" algn="l">
              <a:lnSpc>
                <a:spcPct val="100000"/>
              </a:lnSpc>
              <a:spcBef>
                <a:spcPts val="0"/>
              </a:spcBef>
              <a:spcAft>
                <a:spcPts val="0"/>
              </a:spcAft>
              <a:buClr>
                <a:schemeClr val="accent1"/>
              </a:buClr>
              <a:buSzPts val="1300"/>
              <a:buFont typeface="Lato"/>
              <a:buNone/>
            </a:pPr>
            <a:r>
              <a:rPr b="1" i="0" lang="es-419" sz="1300" u="none" cap="none" strike="noStrike">
                <a:solidFill>
                  <a:schemeClr val="dk2"/>
                </a:solidFill>
                <a:latin typeface="Cambria"/>
                <a:ea typeface="Cambria"/>
                <a:cs typeface="Cambria"/>
                <a:sym typeface="Cambria"/>
              </a:rPr>
              <a:t>Adaptación de señal</a:t>
            </a:r>
            <a:endParaRPr b="1" i="0" sz="1300" u="none" cap="none" strike="noStrike">
              <a:solidFill>
                <a:schemeClr val="dk2"/>
              </a:solidFill>
              <a:latin typeface="Cambria"/>
              <a:ea typeface="Cambria"/>
              <a:cs typeface="Cambria"/>
              <a:sym typeface="Cambria"/>
            </a:endParaRPr>
          </a:p>
          <a:p>
            <a:pPr indent="-160337" lvl="0" marL="342900" marR="0" rtl="0" algn="l">
              <a:lnSpc>
                <a:spcPct val="100000"/>
              </a:lnSpc>
              <a:spcBef>
                <a:spcPts val="0"/>
              </a:spcBef>
              <a:spcAft>
                <a:spcPts val="0"/>
              </a:spcAft>
              <a:buClr>
                <a:schemeClr val="accent1"/>
              </a:buClr>
              <a:buSzPts val="1300"/>
              <a:buFont typeface="Arial"/>
              <a:buChar char="●"/>
            </a:pPr>
            <a:r>
              <a:rPr b="0" i="0" lang="es-419" sz="1300" u="none" cap="none" strike="noStrike">
                <a:solidFill>
                  <a:schemeClr val="accent1"/>
                </a:solidFill>
                <a:latin typeface="Cambria"/>
                <a:ea typeface="Cambria"/>
                <a:cs typeface="Cambria"/>
                <a:sym typeface="Cambria"/>
              </a:rPr>
              <a:t>3 convertidores de señal I/P (eléctrica a neumática).</a:t>
            </a:r>
            <a:endParaRPr b="0" i="0" sz="1300" u="none" cap="none" strike="noStrike">
              <a:solidFill>
                <a:schemeClr val="accent1"/>
              </a:solidFill>
              <a:latin typeface="Cambria"/>
              <a:ea typeface="Cambria"/>
              <a:cs typeface="Cambria"/>
              <a:sym typeface="Cambria"/>
            </a:endParaRPr>
          </a:p>
          <a:p>
            <a:pPr indent="0" lvl="0" marL="146050" marR="0" rtl="0" algn="l">
              <a:lnSpc>
                <a:spcPct val="100000"/>
              </a:lnSpc>
              <a:spcBef>
                <a:spcPts val="0"/>
              </a:spcBef>
              <a:spcAft>
                <a:spcPts val="0"/>
              </a:spcAft>
              <a:buClr>
                <a:schemeClr val="accent1"/>
              </a:buClr>
              <a:buSzPts val="1300"/>
              <a:buFont typeface="Lato"/>
              <a:buNone/>
            </a:pPr>
            <a:r>
              <a:rPr b="1" i="0" lang="es-419" sz="1300" u="none" cap="none" strike="noStrike">
                <a:solidFill>
                  <a:schemeClr val="dk2"/>
                </a:solidFill>
                <a:latin typeface="Cambria"/>
                <a:ea typeface="Cambria"/>
                <a:cs typeface="Cambria"/>
                <a:sym typeface="Cambria"/>
              </a:rPr>
              <a:t>Instrumentos extras</a:t>
            </a:r>
            <a:endParaRPr b="1" i="0" sz="1300" u="none" cap="none" strike="noStrike">
              <a:solidFill>
                <a:schemeClr val="dk2"/>
              </a:solidFill>
              <a:latin typeface="Cambria"/>
              <a:ea typeface="Cambria"/>
              <a:cs typeface="Cambria"/>
              <a:sym typeface="Cambria"/>
            </a:endParaRPr>
          </a:p>
          <a:p>
            <a:pPr indent="-160337" lvl="0" marL="342900" marR="0" rtl="0" algn="l">
              <a:lnSpc>
                <a:spcPct val="100000"/>
              </a:lnSpc>
              <a:spcBef>
                <a:spcPts val="0"/>
              </a:spcBef>
              <a:spcAft>
                <a:spcPts val="0"/>
              </a:spcAft>
              <a:buClr>
                <a:schemeClr val="accent1"/>
              </a:buClr>
              <a:buSzPts val="1300"/>
              <a:buFont typeface="Arial"/>
              <a:buChar char="●"/>
            </a:pPr>
            <a:r>
              <a:rPr b="0" i="0" lang="es-419" sz="1300" u="none" cap="none" strike="noStrike">
                <a:solidFill>
                  <a:schemeClr val="accent1"/>
                </a:solidFill>
                <a:latin typeface="Cambria"/>
                <a:ea typeface="Cambria"/>
                <a:cs typeface="Cambria"/>
                <a:sym typeface="Cambria"/>
              </a:rPr>
              <a:t>1 regleta de conexiones para entradas y salidas del PLC</a:t>
            </a:r>
            <a:endParaRPr b="0" i="0" sz="1300" u="none" cap="none" strike="noStrike">
              <a:solidFill>
                <a:schemeClr val="accent1"/>
              </a:solidFill>
              <a:latin typeface="Cambria"/>
              <a:ea typeface="Cambria"/>
              <a:cs typeface="Cambria"/>
              <a:sym typeface="Cambria"/>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9"/>
          <p:cNvSpPr txBox="1"/>
          <p:nvPr/>
        </p:nvSpPr>
        <p:spPr>
          <a:xfrm>
            <a:off x="427612" y="-41032"/>
            <a:ext cx="4162764" cy="535200"/>
          </a:xfrm>
          <a:prstGeom prst="rect">
            <a:avLst/>
          </a:prstGeom>
          <a:noFill/>
          <a:ln>
            <a:noFill/>
          </a:ln>
        </p:spPr>
        <p:txBody>
          <a:bodyPr anchorCtr="0" anchor="t" bIns="91425" lIns="91425" spcFirstLastPara="1" rIns="91425" wrap="square" tIns="91425">
            <a:normAutofit fontScale="97500"/>
          </a:bodyPr>
          <a:lstStyle/>
          <a:p>
            <a:pPr indent="0" lvl="0" marL="0" marR="0" rtl="0" algn="l">
              <a:lnSpc>
                <a:spcPct val="100000"/>
              </a:lnSpc>
              <a:spcBef>
                <a:spcPts val="0"/>
              </a:spcBef>
              <a:spcAft>
                <a:spcPts val="0"/>
              </a:spcAft>
              <a:buClr>
                <a:schemeClr val="dk2"/>
              </a:buClr>
              <a:buSzPct val="111111"/>
              <a:buFont typeface="Raleway"/>
              <a:buNone/>
            </a:pPr>
            <a:r>
              <a:rPr b="1" i="0" lang="es-419" sz="2400" u="none" cap="none" strike="noStrike">
                <a:solidFill>
                  <a:srgbClr val="681800"/>
                </a:solidFill>
                <a:latin typeface="Raleway"/>
                <a:ea typeface="Raleway"/>
                <a:cs typeface="Raleway"/>
                <a:sym typeface="Raleway"/>
              </a:rPr>
              <a:t>4. Unidad de Selección</a:t>
            </a:r>
            <a:endParaRPr/>
          </a:p>
        </p:txBody>
      </p:sp>
      <p:sp>
        <p:nvSpPr>
          <p:cNvPr id="156" name="Google Shape;156;p9"/>
          <p:cNvSpPr txBox="1"/>
          <p:nvPr/>
        </p:nvSpPr>
        <p:spPr>
          <a:xfrm>
            <a:off x="530870" y="2294887"/>
            <a:ext cx="4589770" cy="2764594"/>
          </a:xfrm>
          <a:prstGeom prst="rect">
            <a:avLst/>
          </a:prstGeom>
          <a:solidFill>
            <a:schemeClr val="lt1"/>
          </a:solidFill>
          <a:ln cap="flat" cmpd="sng" w="28575">
            <a:solidFill>
              <a:srgbClr val="137266"/>
            </a:solidFill>
            <a:prstDash val="solid"/>
            <a:round/>
            <a:headEnd len="sm" w="sm" type="none"/>
            <a:tailEnd len="sm" w="sm" type="none"/>
          </a:ln>
        </p:spPr>
        <p:txBody>
          <a:bodyPr anchorCtr="0" anchor="t" bIns="91425" lIns="91425" spcFirstLastPara="1" rIns="91425" wrap="square" tIns="91425">
            <a:noAutofit/>
          </a:bodyPr>
          <a:lstStyle/>
          <a:p>
            <a:pPr indent="0" lvl="0" marL="146050" marR="0" rtl="0" algn="l">
              <a:lnSpc>
                <a:spcPct val="95000"/>
              </a:lnSpc>
              <a:spcBef>
                <a:spcPts val="0"/>
              </a:spcBef>
              <a:spcAft>
                <a:spcPts val="0"/>
              </a:spcAft>
              <a:buClr>
                <a:schemeClr val="accent1"/>
              </a:buClr>
              <a:buSzPts val="1300"/>
              <a:buFont typeface="Lato"/>
              <a:buNone/>
            </a:pPr>
            <a:r>
              <a:rPr b="1" i="0" lang="es-419" sz="1300" u="none" cap="none" strike="noStrike">
                <a:solidFill>
                  <a:schemeClr val="dk2"/>
                </a:solidFill>
                <a:latin typeface="Cambria"/>
                <a:ea typeface="Cambria"/>
                <a:cs typeface="Cambria"/>
                <a:sym typeface="Cambria"/>
              </a:rPr>
              <a:t>Sensores</a:t>
            </a:r>
            <a:endParaRPr b="1" i="0" sz="1300" u="none" cap="none" strike="noStrike">
              <a:solidFill>
                <a:schemeClr val="dk2"/>
              </a:solidFill>
              <a:latin typeface="Cambria"/>
              <a:ea typeface="Cambria"/>
              <a:cs typeface="Cambria"/>
              <a:sym typeface="Cambria"/>
            </a:endParaRPr>
          </a:p>
          <a:p>
            <a:pPr indent="-161925" lvl="0" marL="342900" marR="0" rtl="0" algn="l">
              <a:lnSpc>
                <a:spcPct val="95000"/>
              </a:lnSpc>
              <a:spcBef>
                <a:spcPts val="0"/>
              </a:spcBef>
              <a:spcAft>
                <a:spcPts val="0"/>
              </a:spcAft>
              <a:buClr>
                <a:schemeClr val="accent1"/>
              </a:buClr>
              <a:buSzPts val="1300"/>
              <a:buFont typeface="Arial"/>
              <a:buChar char="●"/>
            </a:pPr>
            <a:r>
              <a:rPr b="0" i="0" lang="es-419" sz="1300" u="none" cap="none" strike="noStrike">
                <a:solidFill>
                  <a:schemeClr val="accent1"/>
                </a:solidFill>
                <a:latin typeface="Cambria"/>
                <a:ea typeface="Cambria"/>
                <a:cs typeface="Cambria"/>
                <a:sym typeface="Cambria"/>
              </a:rPr>
              <a:t>3 sensores magnéticos D-C73</a:t>
            </a:r>
            <a:endParaRPr b="0" i="0" sz="1300" u="none" cap="none" strike="noStrike">
              <a:solidFill>
                <a:schemeClr val="accent1"/>
              </a:solidFill>
              <a:latin typeface="Cambria"/>
              <a:ea typeface="Cambria"/>
              <a:cs typeface="Cambria"/>
              <a:sym typeface="Cambria"/>
            </a:endParaRPr>
          </a:p>
          <a:p>
            <a:pPr indent="-161925" lvl="0" marL="342900" marR="0" rtl="0" algn="l">
              <a:lnSpc>
                <a:spcPct val="95000"/>
              </a:lnSpc>
              <a:spcBef>
                <a:spcPts val="0"/>
              </a:spcBef>
              <a:spcAft>
                <a:spcPts val="0"/>
              </a:spcAft>
              <a:buClr>
                <a:schemeClr val="accent1"/>
              </a:buClr>
              <a:buSzPts val="1300"/>
              <a:buFont typeface="Arial"/>
              <a:buChar char="●"/>
            </a:pPr>
            <a:r>
              <a:rPr b="0" i="0" lang="es-419" sz="1300" u="none" cap="none" strike="noStrike">
                <a:solidFill>
                  <a:schemeClr val="accent1"/>
                </a:solidFill>
                <a:latin typeface="Cambria"/>
                <a:ea typeface="Cambria"/>
                <a:cs typeface="Cambria"/>
                <a:sym typeface="Cambria"/>
              </a:rPr>
              <a:t>1 Sensor inductivo LM18-3008NA </a:t>
            </a:r>
            <a:endParaRPr b="0" i="0" sz="1300" u="none" cap="none" strike="noStrike">
              <a:solidFill>
                <a:schemeClr val="accent1"/>
              </a:solidFill>
              <a:latin typeface="Cambria"/>
              <a:ea typeface="Cambria"/>
              <a:cs typeface="Cambria"/>
              <a:sym typeface="Cambria"/>
            </a:endParaRPr>
          </a:p>
          <a:p>
            <a:pPr indent="-161925" lvl="0" marL="342900" marR="0" rtl="0" algn="l">
              <a:lnSpc>
                <a:spcPct val="95000"/>
              </a:lnSpc>
              <a:spcBef>
                <a:spcPts val="0"/>
              </a:spcBef>
              <a:spcAft>
                <a:spcPts val="0"/>
              </a:spcAft>
              <a:buClr>
                <a:schemeClr val="accent1"/>
              </a:buClr>
              <a:buSzPts val="1300"/>
              <a:buFont typeface="Arial"/>
              <a:buChar char="●"/>
            </a:pPr>
            <a:r>
              <a:rPr b="0" i="0" lang="es-419" sz="1300" u="none" cap="none" strike="noStrike">
                <a:solidFill>
                  <a:schemeClr val="accent1"/>
                </a:solidFill>
                <a:latin typeface="Cambria"/>
                <a:ea typeface="Cambria"/>
                <a:cs typeface="Cambria"/>
                <a:sym typeface="Cambria"/>
              </a:rPr>
              <a:t>1 Sensor fotoeléctrico E3X-NA11</a:t>
            </a:r>
            <a:endParaRPr b="0" i="0" sz="1300" u="none" cap="none" strike="noStrike">
              <a:solidFill>
                <a:schemeClr val="accent1"/>
              </a:solidFill>
              <a:latin typeface="Cambria"/>
              <a:ea typeface="Cambria"/>
              <a:cs typeface="Cambria"/>
              <a:sym typeface="Cambria"/>
            </a:endParaRPr>
          </a:p>
          <a:p>
            <a:pPr indent="-161925" lvl="0" marL="342900" marR="0" rtl="0" algn="l">
              <a:lnSpc>
                <a:spcPct val="95000"/>
              </a:lnSpc>
              <a:spcBef>
                <a:spcPts val="0"/>
              </a:spcBef>
              <a:spcAft>
                <a:spcPts val="0"/>
              </a:spcAft>
              <a:buClr>
                <a:schemeClr val="accent1"/>
              </a:buClr>
              <a:buSzPts val="1300"/>
              <a:buFont typeface="Arial"/>
              <a:buChar char="●"/>
            </a:pPr>
            <a:r>
              <a:rPr b="0" i="0" lang="es-419" sz="1300" u="none" cap="none" strike="noStrike">
                <a:solidFill>
                  <a:schemeClr val="accent1"/>
                </a:solidFill>
                <a:latin typeface="Cambria"/>
                <a:ea typeface="Cambria"/>
                <a:cs typeface="Cambria"/>
                <a:sym typeface="Cambria"/>
              </a:rPr>
              <a:t>1 Sensor fotoeléctrico MHT15 (Reflex)</a:t>
            </a:r>
            <a:endParaRPr b="0" i="0" sz="1300" u="none" cap="none" strike="noStrike">
              <a:solidFill>
                <a:schemeClr val="accent1"/>
              </a:solidFill>
              <a:latin typeface="Cambria"/>
              <a:ea typeface="Cambria"/>
              <a:cs typeface="Cambria"/>
              <a:sym typeface="Cambria"/>
            </a:endParaRPr>
          </a:p>
          <a:p>
            <a:pPr indent="-161925" lvl="0" marL="342900" marR="0" rtl="0" algn="l">
              <a:lnSpc>
                <a:spcPct val="95000"/>
              </a:lnSpc>
              <a:spcBef>
                <a:spcPts val="0"/>
              </a:spcBef>
              <a:spcAft>
                <a:spcPts val="0"/>
              </a:spcAft>
              <a:buClr>
                <a:schemeClr val="accent1"/>
              </a:buClr>
              <a:buSzPts val="1300"/>
              <a:buFont typeface="Arial"/>
              <a:buChar char="●"/>
            </a:pPr>
            <a:r>
              <a:rPr b="0" i="0" lang="es-419" sz="1300" u="none" cap="none" strike="noStrike">
                <a:solidFill>
                  <a:schemeClr val="accent1"/>
                </a:solidFill>
                <a:latin typeface="Cambria"/>
                <a:ea typeface="Cambria"/>
                <a:cs typeface="Cambria"/>
                <a:sym typeface="Cambria"/>
              </a:rPr>
              <a:t>1 Encoder incremental</a:t>
            </a:r>
            <a:endParaRPr b="0" i="0" sz="1300" u="none" cap="none" strike="noStrike">
              <a:solidFill>
                <a:schemeClr val="accent1"/>
              </a:solidFill>
              <a:latin typeface="Cambria"/>
              <a:ea typeface="Cambria"/>
              <a:cs typeface="Cambria"/>
              <a:sym typeface="Cambria"/>
            </a:endParaRPr>
          </a:p>
          <a:p>
            <a:pPr indent="0" lvl="0" marL="146050" marR="0" rtl="0" algn="l">
              <a:lnSpc>
                <a:spcPct val="95000"/>
              </a:lnSpc>
              <a:spcBef>
                <a:spcPts val="0"/>
              </a:spcBef>
              <a:spcAft>
                <a:spcPts val="0"/>
              </a:spcAft>
              <a:buClr>
                <a:schemeClr val="accent1"/>
              </a:buClr>
              <a:buSzPts val="1300"/>
              <a:buFont typeface="Lato"/>
              <a:buNone/>
            </a:pPr>
            <a:r>
              <a:rPr b="1" i="0" lang="es-419" sz="1300" u="none" cap="none" strike="noStrike">
                <a:solidFill>
                  <a:schemeClr val="dk2"/>
                </a:solidFill>
                <a:latin typeface="Cambria"/>
                <a:ea typeface="Cambria"/>
                <a:cs typeface="Cambria"/>
                <a:sym typeface="Cambria"/>
              </a:rPr>
              <a:t>Actuadores</a:t>
            </a:r>
            <a:endParaRPr b="1" i="0" sz="1300" u="none" cap="none" strike="noStrike">
              <a:solidFill>
                <a:schemeClr val="dk2"/>
              </a:solidFill>
              <a:latin typeface="Cambria"/>
              <a:ea typeface="Cambria"/>
              <a:cs typeface="Cambria"/>
              <a:sym typeface="Cambria"/>
            </a:endParaRPr>
          </a:p>
          <a:p>
            <a:pPr indent="-161925" lvl="0" marL="342900" marR="0" rtl="0" algn="l">
              <a:lnSpc>
                <a:spcPct val="95000"/>
              </a:lnSpc>
              <a:spcBef>
                <a:spcPts val="0"/>
              </a:spcBef>
              <a:spcAft>
                <a:spcPts val="0"/>
              </a:spcAft>
              <a:buClr>
                <a:schemeClr val="accent1"/>
              </a:buClr>
              <a:buSzPts val="1300"/>
              <a:buFont typeface="Arial"/>
              <a:buChar char="●"/>
            </a:pPr>
            <a:r>
              <a:rPr b="0" i="0" lang="es-419" sz="1300" u="none" cap="none" strike="noStrike">
                <a:solidFill>
                  <a:schemeClr val="accent1"/>
                </a:solidFill>
                <a:latin typeface="Cambria"/>
                <a:ea typeface="Cambria"/>
                <a:cs typeface="Cambria"/>
                <a:sym typeface="Cambria"/>
              </a:rPr>
              <a:t>3 Cilindros neumáticos de doble efecto.</a:t>
            </a:r>
            <a:endParaRPr b="0" i="0" sz="1300" u="none" cap="none" strike="noStrike">
              <a:solidFill>
                <a:schemeClr val="accent1"/>
              </a:solidFill>
              <a:latin typeface="Cambria"/>
              <a:ea typeface="Cambria"/>
              <a:cs typeface="Cambria"/>
              <a:sym typeface="Cambria"/>
            </a:endParaRPr>
          </a:p>
          <a:p>
            <a:pPr indent="-161925" lvl="0" marL="342900" marR="0" rtl="0" algn="l">
              <a:lnSpc>
                <a:spcPct val="95000"/>
              </a:lnSpc>
              <a:spcBef>
                <a:spcPts val="0"/>
              </a:spcBef>
              <a:spcAft>
                <a:spcPts val="0"/>
              </a:spcAft>
              <a:buClr>
                <a:schemeClr val="accent1"/>
              </a:buClr>
              <a:buSzPts val="1300"/>
              <a:buFont typeface="Arial"/>
              <a:buChar char="●"/>
            </a:pPr>
            <a:r>
              <a:rPr b="0" i="0" lang="es-419" sz="1300" u="none" cap="none" strike="noStrike">
                <a:solidFill>
                  <a:schemeClr val="accent1"/>
                </a:solidFill>
                <a:latin typeface="Cambria"/>
                <a:ea typeface="Cambria"/>
                <a:cs typeface="Cambria"/>
                <a:sym typeface="Cambria"/>
              </a:rPr>
              <a:t>1 motor trifásico de 220v con conexión delta.</a:t>
            </a:r>
            <a:endParaRPr b="0" i="0" sz="1300" u="none" cap="none" strike="noStrike">
              <a:solidFill>
                <a:schemeClr val="accent1"/>
              </a:solidFill>
              <a:latin typeface="Cambria"/>
              <a:ea typeface="Cambria"/>
              <a:cs typeface="Cambria"/>
              <a:sym typeface="Cambria"/>
            </a:endParaRPr>
          </a:p>
          <a:p>
            <a:pPr indent="0" lvl="0" marL="146050" marR="0" rtl="0" algn="l">
              <a:lnSpc>
                <a:spcPct val="95000"/>
              </a:lnSpc>
              <a:spcBef>
                <a:spcPts val="0"/>
              </a:spcBef>
              <a:spcAft>
                <a:spcPts val="0"/>
              </a:spcAft>
              <a:buClr>
                <a:schemeClr val="accent1"/>
              </a:buClr>
              <a:buSzPts val="1300"/>
              <a:buFont typeface="Lato"/>
              <a:buNone/>
            </a:pPr>
            <a:r>
              <a:rPr b="1" i="0" lang="es-419" sz="1300" u="none" cap="none" strike="noStrike">
                <a:solidFill>
                  <a:schemeClr val="dk2"/>
                </a:solidFill>
                <a:latin typeface="Cambria"/>
                <a:ea typeface="Cambria"/>
                <a:cs typeface="Cambria"/>
                <a:sym typeface="Cambria"/>
              </a:rPr>
              <a:t>Adaptación de señal</a:t>
            </a:r>
            <a:endParaRPr b="1" i="0" sz="1300" u="none" cap="none" strike="noStrike">
              <a:solidFill>
                <a:schemeClr val="dk2"/>
              </a:solidFill>
              <a:latin typeface="Cambria"/>
              <a:ea typeface="Cambria"/>
              <a:cs typeface="Cambria"/>
              <a:sym typeface="Cambria"/>
            </a:endParaRPr>
          </a:p>
          <a:p>
            <a:pPr indent="-161925" lvl="0" marL="342900" marR="0" rtl="0" algn="l">
              <a:lnSpc>
                <a:spcPct val="95000"/>
              </a:lnSpc>
              <a:spcBef>
                <a:spcPts val="0"/>
              </a:spcBef>
              <a:spcAft>
                <a:spcPts val="0"/>
              </a:spcAft>
              <a:buClr>
                <a:schemeClr val="accent1"/>
              </a:buClr>
              <a:buSzPts val="1300"/>
              <a:buFont typeface="Arial"/>
              <a:buChar char="●"/>
            </a:pPr>
            <a:r>
              <a:rPr b="0" i="0" lang="es-419" sz="1300" u="none" cap="none" strike="noStrike">
                <a:solidFill>
                  <a:schemeClr val="accent1"/>
                </a:solidFill>
                <a:latin typeface="Cambria"/>
                <a:ea typeface="Cambria"/>
                <a:cs typeface="Cambria"/>
                <a:sym typeface="Cambria"/>
              </a:rPr>
              <a:t>3 Adaptadores de señal I/P (eléctrica a neumática).</a:t>
            </a:r>
            <a:endParaRPr b="0" i="0" sz="1300" u="none" cap="none" strike="noStrike">
              <a:solidFill>
                <a:schemeClr val="accent1"/>
              </a:solidFill>
              <a:latin typeface="Cambria"/>
              <a:ea typeface="Cambria"/>
              <a:cs typeface="Cambria"/>
              <a:sym typeface="Cambria"/>
            </a:endParaRPr>
          </a:p>
          <a:p>
            <a:pPr indent="-161925" lvl="0" marL="342900" marR="0" rtl="0" algn="l">
              <a:lnSpc>
                <a:spcPct val="95000"/>
              </a:lnSpc>
              <a:spcBef>
                <a:spcPts val="0"/>
              </a:spcBef>
              <a:spcAft>
                <a:spcPts val="0"/>
              </a:spcAft>
              <a:buClr>
                <a:schemeClr val="accent1"/>
              </a:buClr>
              <a:buSzPts val="1300"/>
              <a:buFont typeface="Arial"/>
              <a:buChar char="●"/>
            </a:pPr>
            <a:r>
              <a:rPr b="0" i="0" lang="es-419" sz="1300" u="none" cap="none" strike="noStrike">
                <a:solidFill>
                  <a:schemeClr val="accent1"/>
                </a:solidFill>
                <a:latin typeface="Cambria"/>
                <a:ea typeface="Cambria"/>
                <a:cs typeface="Cambria"/>
                <a:sym typeface="Cambria"/>
              </a:rPr>
              <a:t>1 variador de frecuencia.</a:t>
            </a:r>
            <a:endParaRPr b="0" i="0" sz="1300" u="none" cap="none" strike="noStrike">
              <a:solidFill>
                <a:schemeClr val="accent1"/>
              </a:solidFill>
              <a:latin typeface="Cambria"/>
              <a:ea typeface="Cambria"/>
              <a:cs typeface="Cambria"/>
              <a:sym typeface="Cambria"/>
            </a:endParaRPr>
          </a:p>
          <a:p>
            <a:pPr indent="0" lvl="0" marL="146050" marR="0" rtl="0" algn="l">
              <a:lnSpc>
                <a:spcPct val="95000"/>
              </a:lnSpc>
              <a:spcBef>
                <a:spcPts val="0"/>
              </a:spcBef>
              <a:spcAft>
                <a:spcPts val="0"/>
              </a:spcAft>
              <a:buClr>
                <a:schemeClr val="accent1"/>
              </a:buClr>
              <a:buSzPts val="1300"/>
              <a:buFont typeface="Lato"/>
              <a:buNone/>
            </a:pPr>
            <a:r>
              <a:rPr b="1" i="0" lang="es-419" sz="1300" u="none" cap="none" strike="noStrike">
                <a:solidFill>
                  <a:schemeClr val="dk2"/>
                </a:solidFill>
                <a:latin typeface="Cambria"/>
                <a:ea typeface="Cambria"/>
                <a:cs typeface="Cambria"/>
                <a:sym typeface="Cambria"/>
              </a:rPr>
              <a:t>Instrumentos extras</a:t>
            </a:r>
            <a:endParaRPr b="1" i="0" sz="1300" u="none" cap="none" strike="noStrike">
              <a:solidFill>
                <a:schemeClr val="dk2"/>
              </a:solidFill>
              <a:latin typeface="Cambria"/>
              <a:ea typeface="Cambria"/>
              <a:cs typeface="Cambria"/>
              <a:sym typeface="Cambria"/>
            </a:endParaRPr>
          </a:p>
          <a:p>
            <a:pPr indent="-161925" lvl="0" marL="342900" marR="0" rtl="0" algn="l">
              <a:lnSpc>
                <a:spcPct val="95000"/>
              </a:lnSpc>
              <a:spcBef>
                <a:spcPts val="0"/>
              </a:spcBef>
              <a:spcAft>
                <a:spcPts val="0"/>
              </a:spcAft>
              <a:buClr>
                <a:schemeClr val="accent1"/>
              </a:buClr>
              <a:buSzPts val="1300"/>
              <a:buFont typeface="Arial"/>
              <a:buChar char="●"/>
            </a:pPr>
            <a:r>
              <a:rPr b="0" i="0" lang="es-419" sz="1300" u="none" cap="none" strike="noStrike">
                <a:solidFill>
                  <a:schemeClr val="accent1"/>
                </a:solidFill>
                <a:latin typeface="Cambria"/>
                <a:ea typeface="Cambria"/>
                <a:cs typeface="Cambria"/>
                <a:sym typeface="Cambria"/>
              </a:rPr>
              <a:t>1 regleta de conexiones para entradas y salidas del PLC</a:t>
            </a:r>
            <a:endParaRPr b="0" i="0" sz="1300" u="none" cap="none" strike="noStrike">
              <a:solidFill>
                <a:schemeClr val="accent1"/>
              </a:solidFill>
              <a:latin typeface="Cambria"/>
              <a:ea typeface="Cambria"/>
              <a:cs typeface="Cambria"/>
              <a:sym typeface="Cambria"/>
            </a:endParaRPr>
          </a:p>
        </p:txBody>
      </p:sp>
      <p:pic>
        <p:nvPicPr>
          <p:cNvPr id="157" name="Google Shape;157;p9"/>
          <p:cNvPicPr preferRelativeResize="0"/>
          <p:nvPr/>
        </p:nvPicPr>
        <p:blipFill rotWithShape="1">
          <a:blip r:embed="rId3">
            <a:alphaModFix/>
          </a:blip>
          <a:srcRect b="0" l="0" r="0" t="0"/>
          <a:stretch/>
        </p:blipFill>
        <p:spPr>
          <a:xfrm>
            <a:off x="5305779" y="2320459"/>
            <a:ext cx="3838222" cy="2823041"/>
          </a:xfrm>
          <a:prstGeom prst="rect">
            <a:avLst/>
          </a:prstGeom>
          <a:noFill/>
          <a:ln>
            <a:noFill/>
          </a:ln>
        </p:spPr>
      </p:pic>
      <p:sp>
        <p:nvSpPr>
          <p:cNvPr id="158" name="Google Shape;158;p9"/>
          <p:cNvSpPr txBox="1"/>
          <p:nvPr>
            <p:ph idx="1" type="body"/>
          </p:nvPr>
        </p:nvSpPr>
        <p:spPr>
          <a:xfrm>
            <a:off x="530870" y="644166"/>
            <a:ext cx="8127708" cy="1500723"/>
          </a:xfrm>
          <a:prstGeom prst="rect">
            <a:avLst/>
          </a:prstGeom>
          <a:solidFill>
            <a:schemeClr val="lt1"/>
          </a:solidFill>
          <a:ln cap="flat" cmpd="sng" w="28575">
            <a:solidFill>
              <a:srgbClr val="FF0066"/>
            </a:solidFill>
            <a:prstDash val="solid"/>
            <a:round/>
            <a:headEnd len="sm" w="sm" type="none"/>
            <a:tailEnd len="sm" w="sm" type="none"/>
          </a:ln>
        </p:spPr>
        <p:txBody>
          <a:bodyPr anchorCtr="0" anchor="t" bIns="91425" lIns="91425" spcFirstLastPara="1" rIns="91425" wrap="square" tIns="91425">
            <a:noAutofit/>
          </a:bodyPr>
          <a:lstStyle/>
          <a:p>
            <a:pPr indent="0" lvl="0" marL="146050" rtl="0" algn="just">
              <a:lnSpc>
                <a:spcPct val="95000"/>
              </a:lnSpc>
              <a:spcBef>
                <a:spcPts val="0"/>
              </a:spcBef>
              <a:spcAft>
                <a:spcPts val="0"/>
              </a:spcAft>
              <a:buSzPts val="1300"/>
              <a:buNone/>
            </a:pPr>
            <a:r>
              <a:rPr b="1" i="0" lang="es-419" sz="1500" u="none" strike="noStrike">
                <a:solidFill>
                  <a:srgbClr val="000000"/>
                </a:solidFill>
                <a:latin typeface="Cambria"/>
                <a:ea typeface="Cambria"/>
                <a:cs typeface="Cambria"/>
                <a:sym typeface="Cambria"/>
              </a:rPr>
              <a:t>Funcionamiento:</a:t>
            </a:r>
            <a:endParaRPr/>
          </a:p>
          <a:p>
            <a:pPr indent="0" lvl="0" marL="146050" rtl="0" algn="just">
              <a:lnSpc>
                <a:spcPct val="95000"/>
              </a:lnSpc>
              <a:spcBef>
                <a:spcPts val="0"/>
              </a:spcBef>
              <a:spcAft>
                <a:spcPts val="0"/>
              </a:spcAft>
              <a:buSzPts val="1300"/>
              <a:buNone/>
            </a:pPr>
            <a:r>
              <a:rPr lang="es-419" sz="1500">
                <a:latin typeface="Cambria"/>
                <a:ea typeface="Cambria"/>
                <a:cs typeface="Cambria"/>
                <a:sym typeface="Cambria"/>
              </a:rPr>
              <a:t>Inicia su funcionamiento cuando el sensor reflex detecta un objeto (en nuestro caso las piezas con contenido), luego es transportada por la cinta, en el proceso la pieza pasa por 2 sensores (inductivo y fotoeléctrico) los cuales nos ayudan a distinguir el tipo de material y a que lugar debe ser seleccionado, una vez detectado el tipo de material los cilindros neumáticos se encargan de empujar las piezas al lugar que corresponden.</a:t>
            </a:r>
            <a:endParaRPr/>
          </a:p>
          <a:p>
            <a:pPr indent="0" lvl="0" marL="146050" rtl="0" algn="l">
              <a:lnSpc>
                <a:spcPct val="95000"/>
              </a:lnSpc>
              <a:spcBef>
                <a:spcPts val="0"/>
              </a:spcBef>
              <a:spcAft>
                <a:spcPts val="0"/>
              </a:spcAft>
              <a:buSzPts val="1300"/>
              <a:buNone/>
            </a:pPr>
            <a:r>
              <a:t/>
            </a:r>
            <a:endParaRPr sz="1500">
              <a:latin typeface="Cambria"/>
              <a:ea typeface="Cambria"/>
              <a:cs typeface="Cambria"/>
              <a:sym typeface="Cambria"/>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0"/>
          <p:cNvSpPr txBox="1"/>
          <p:nvPr/>
        </p:nvSpPr>
        <p:spPr>
          <a:xfrm>
            <a:off x="427612" y="-41032"/>
            <a:ext cx="4162764" cy="535200"/>
          </a:xfrm>
          <a:prstGeom prst="rect">
            <a:avLst/>
          </a:prstGeom>
          <a:noFill/>
          <a:ln>
            <a:noFill/>
          </a:ln>
        </p:spPr>
        <p:txBody>
          <a:bodyPr anchorCtr="0" anchor="t" bIns="91425" lIns="91425" spcFirstLastPara="1" rIns="91425" wrap="square" tIns="91425">
            <a:normAutofit fontScale="97500"/>
          </a:bodyPr>
          <a:lstStyle/>
          <a:p>
            <a:pPr indent="0" lvl="0" marL="0" marR="0" rtl="0" algn="l">
              <a:lnSpc>
                <a:spcPct val="100000"/>
              </a:lnSpc>
              <a:spcBef>
                <a:spcPts val="0"/>
              </a:spcBef>
              <a:spcAft>
                <a:spcPts val="0"/>
              </a:spcAft>
              <a:buClr>
                <a:schemeClr val="dk2"/>
              </a:buClr>
              <a:buSzPct val="111111"/>
              <a:buFont typeface="Raleway"/>
              <a:buNone/>
            </a:pPr>
            <a:r>
              <a:rPr b="1" i="0" lang="es-419" sz="2400" u="none" cap="none" strike="noStrike">
                <a:solidFill>
                  <a:srgbClr val="681800"/>
                </a:solidFill>
                <a:latin typeface="Raleway"/>
                <a:ea typeface="Raleway"/>
                <a:cs typeface="Raleway"/>
                <a:sym typeface="Raleway"/>
              </a:rPr>
              <a:t>5. Unidad de Transporte</a:t>
            </a:r>
            <a:endParaRPr/>
          </a:p>
        </p:txBody>
      </p:sp>
      <p:sp>
        <p:nvSpPr>
          <p:cNvPr id="164" name="Google Shape;164;p10"/>
          <p:cNvSpPr txBox="1"/>
          <p:nvPr/>
        </p:nvSpPr>
        <p:spPr>
          <a:xfrm>
            <a:off x="530870" y="2040047"/>
            <a:ext cx="4978108" cy="2994797"/>
          </a:xfrm>
          <a:prstGeom prst="rect">
            <a:avLst/>
          </a:prstGeom>
          <a:solidFill>
            <a:schemeClr val="lt1"/>
          </a:solidFill>
          <a:ln cap="flat" cmpd="sng" w="28575">
            <a:solidFill>
              <a:srgbClr val="137266"/>
            </a:solidFill>
            <a:prstDash val="solid"/>
            <a:round/>
            <a:headEnd len="sm" w="sm" type="none"/>
            <a:tailEnd len="sm" w="sm" type="none"/>
          </a:ln>
        </p:spPr>
        <p:txBody>
          <a:bodyPr anchorCtr="0" anchor="t" bIns="91425" lIns="91425" spcFirstLastPara="1" rIns="91425" wrap="square" tIns="91425">
            <a:noAutofit/>
          </a:bodyPr>
          <a:lstStyle/>
          <a:p>
            <a:pPr indent="-161925" lvl="0" marL="180975" marR="0" rtl="0" algn="l">
              <a:lnSpc>
                <a:spcPct val="90000"/>
              </a:lnSpc>
              <a:spcBef>
                <a:spcPts val="0"/>
              </a:spcBef>
              <a:spcAft>
                <a:spcPts val="0"/>
              </a:spcAft>
              <a:buClr>
                <a:schemeClr val="accent1"/>
              </a:buClr>
              <a:buSzPts val="1300"/>
              <a:buFont typeface="Lato"/>
              <a:buNone/>
            </a:pPr>
            <a:r>
              <a:rPr b="1" i="0" lang="es-419" sz="1200" u="none" cap="none" strike="noStrike">
                <a:solidFill>
                  <a:schemeClr val="dk2"/>
                </a:solidFill>
                <a:latin typeface="Cambria"/>
                <a:ea typeface="Cambria"/>
                <a:cs typeface="Cambria"/>
                <a:sym typeface="Cambria"/>
              </a:rPr>
              <a:t>Sensores</a:t>
            </a:r>
            <a:endParaRPr b="1" i="0" sz="1200" u="none" cap="none" strike="noStrike">
              <a:solidFill>
                <a:schemeClr val="dk2"/>
              </a:solidFill>
              <a:latin typeface="Cambria"/>
              <a:ea typeface="Cambria"/>
              <a:cs typeface="Cambria"/>
              <a:sym typeface="Cambria"/>
            </a:endParaRPr>
          </a:p>
          <a:p>
            <a:pPr indent="-161925" lvl="0" marL="180975" marR="0" rtl="0" algn="l">
              <a:lnSpc>
                <a:spcPct val="90000"/>
              </a:lnSpc>
              <a:spcBef>
                <a:spcPts val="0"/>
              </a:spcBef>
              <a:spcAft>
                <a:spcPts val="0"/>
              </a:spcAft>
              <a:buClr>
                <a:schemeClr val="accent1"/>
              </a:buClr>
              <a:buSzPts val="1300"/>
              <a:buFont typeface="Arial"/>
              <a:buChar char="●"/>
            </a:pPr>
            <a:r>
              <a:rPr b="0" i="0" lang="es-419" sz="1200" u="none" cap="none" strike="noStrike">
                <a:solidFill>
                  <a:schemeClr val="accent1"/>
                </a:solidFill>
                <a:latin typeface="Cambria"/>
                <a:ea typeface="Cambria"/>
                <a:cs typeface="Cambria"/>
                <a:sym typeface="Cambria"/>
              </a:rPr>
              <a:t>1 Sensor inductivo omron TL-08NK</a:t>
            </a:r>
            <a:endParaRPr b="0" i="0" sz="1200" u="none" cap="none" strike="noStrike">
              <a:solidFill>
                <a:schemeClr val="accent1"/>
              </a:solidFill>
              <a:latin typeface="Cambria"/>
              <a:ea typeface="Cambria"/>
              <a:cs typeface="Cambria"/>
              <a:sym typeface="Cambria"/>
            </a:endParaRPr>
          </a:p>
          <a:p>
            <a:pPr indent="-161925" lvl="0" marL="180975" marR="0" rtl="0" algn="l">
              <a:lnSpc>
                <a:spcPct val="90000"/>
              </a:lnSpc>
              <a:spcBef>
                <a:spcPts val="0"/>
              </a:spcBef>
              <a:spcAft>
                <a:spcPts val="0"/>
              </a:spcAft>
              <a:buClr>
                <a:schemeClr val="accent1"/>
              </a:buClr>
              <a:buSzPts val="1300"/>
              <a:buFont typeface="Arial"/>
              <a:buChar char="●"/>
            </a:pPr>
            <a:r>
              <a:rPr b="0" i="0" lang="es-419" sz="1200" u="none" cap="none" strike="noStrike">
                <a:solidFill>
                  <a:schemeClr val="accent1"/>
                </a:solidFill>
                <a:latin typeface="Cambria"/>
                <a:ea typeface="Cambria"/>
                <a:cs typeface="Cambria"/>
                <a:sym typeface="Cambria"/>
              </a:rPr>
              <a:t>2 Sensores magnéticos CS-9D</a:t>
            </a:r>
            <a:endParaRPr b="0" i="0" sz="1200" u="none" cap="none" strike="noStrike">
              <a:solidFill>
                <a:schemeClr val="accent1"/>
              </a:solidFill>
              <a:latin typeface="Cambria"/>
              <a:ea typeface="Cambria"/>
              <a:cs typeface="Cambria"/>
              <a:sym typeface="Cambria"/>
            </a:endParaRPr>
          </a:p>
          <a:p>
            <a:pPr indent="-161925" lvl="0" marL="180975" marR="0" rtl="0" algn="l">
              <a:lnSpc>
                <a:spcPct val="90000"/>
              </a:lnSpc>
              <a:spcBef>
                <a:spcPts val="0"/>
              </a:spcBef>
              <a:spcAft>
                <a:spcPts val="0"/>
              </a:spcAft>
              <a:buClr>
                <a:schemeClr val="accent1"/>
              </a:buClr>
              <a:buSzPts val="1300"/>
              <a:buFont typeface="Arial"/>
              <a:buChar char="●"/>
            </a:pPr>
            <a:r>
              <a:rPr b="0" i="0" lang="es-419" sz="1200" u="none" cap="none" strike="noStrike">
                <a:solidFill>
                  <a:schemeClr val="accent1"/>
                </a:solidFill>
                <a:latin typeface="Cambria"/>
                <a:ea typeface="Cambria"/>
                <a:cs typeface="Cambria"/>
                <a:sym typeface="Cambria"/>
              </a:rPr>
              <a:t>3 Sensores magnéticos AL-36R</a:t>
            </a:r>
            <a:endParaRPr b="0" i="0" sz="1200" u="none" cap="none" strike="noStrike">
              <a:solidFill>
                <a:schemeClr val="accent1"/>
              </a:solidFill>
              <a:latin typeface="Cambria"/>
              <a:ea typeface="Cambria"/>
              <a:cs typeface="Cambria"/>
              <a:sym typeface="Cambria"/>
            </a:endParaRPr>
          </a:p>
          <a:p>
            <a:pPr indent="-161925" lvl="0" marL="180975" marR="0" rtl="0" algn="l">
              <a:lnSpc>
                <a:spcPct val="90000"/>
              </a:lnSpc>
              <a:spcBef>
                <a:spcPts val="0"/>
              </a:spcBef>
              <a:spcAft>
                <a:spcPts val="0"/>
              </a:spcAft>
              <a:buClr>
                <a:schemeClr val="accent1"/>
              </a:buClr>
              <a:buSzPts val="1300"/>
              <a:buFont typeface="Arial"/>
              <a:buChar char="●"/>
            </a:pPr>
            <a:r>
              <a:rPr b="0" i="0" lang="es-419" sz="1200" u="none" cap="none" strike="noStrike">
                <a:solidFill>
                  <a:schemeClr val="accent1"/>
                </a:solidFill>
                <a:latin typeface="Cambria"/>
                <a:ea typeface="Cambria"/>
                <a:cs typeface="Cambria"/>
                <a:sym typeface="Cambria"/>
              </a:rPr>
              <a:t>2 Sensores magnéticos D-C73</a:t>
            </a:r>
            <a:endParaRPr b="0" i="0" sz="1200" u="none" cap="none" strike="noStrike">
              <a:solidFill>
                <a:schemeClr val="accent1"/>
              </a:solidFill>
              <a:latin typeface="Cambria"/>
              <a:ea typeface="Cambria"/>
              <a:cs typeface="Cambria"/>
              <a:sym typeface="Cambria"/>
            </a:endParaRPr>
          </a:p>
          <a:p>
            <a:pPr indent="-161925" lvl="0" marL="180975" marR="0" rtl="0" algn="l">
              <a:lnSpc>
                <a:spcPct val="90000"/>
              </a:lnSpc>
              <a:spcBef>
                <a:spcPts val="0"/>
              </a:spcBef>
              <a:spcAft>
                <a:spcPts val="0"/>
              </a:spcAft>
              <a:buClr>
                <a:schemeClr val="accent1"/>
              </a:buClr>
              <a:buSzPts val="1300"/>
              <a:buFont typeface="Arial"/>
              <a:buChar char="●"/>
            </a:pPr>
            <a:r>
              <a:rPr b="0" i="0" lang="es-419" sz="1200" u="none" cap="none" strike="noStrike">
                <a:solidFill>
                  <a:schemeClr val="accent1"/>
                </a:solidFill>
                <a:latin typeface="Cambria"/>
                <a:ea typeface="Cambria"/>
                <a:cs typeface="Cambria"/>
                <a:sym typeface="Cambria"/>
              </a:rPr>
              <a:t>2 Sensores finales de carrera N156-1C25.</a:t>
            </a:r>
            <a:endParaRPr b="0" i="0" sz="1200" u="none" cap="none" strike="noStrike">
              <a:solidFill>
                <a:schemeClr val="accent1"/>
              </a:solidFill>
              <a:latin typeface="Cambria"/>
              <a:ea typeface="Cambria"/>
              <a:cs typeface="Cambria"/>
              <a:sym typeface="Cambria"/>
            </a:endParaRPr>
          </a:p>
          <a:p>
            <a:pPr indent="-161925" lvl="0" marL="180975" marR="0" rtl="0" algn="l">
              <a:lnSpc>
                <a:spcPct val="90000"/>
              </a:lnSpc>
              <a:spcBef>
                <a:spcPts val="0"/>
              </a:spcBef>
              <a:spcAft>
                <a:spcPts val="0"/>
              </a:spcAft>
              <a:buClr>
                <a:schemeClr val="accent1"/>
              </a:buClr>
              <a:buSzPts val="1300"/>
              <a:buFont typeface="Arial"/>
              <a:buChar char="●"/>
            </a:pPr>
            <a:r>
              <a:rPr b="0" i="0" lang="es-419" sz="1200" u="none" cap="none" strike="noStrike">
                <a:solidFill>
                  <a:schemeClr val="accent1"/>
                </a:solidFill>
                <a:latin typeface="Cambria"/>
                <a:ea typeface="Cambria"/>
                <a:cs typeface="Cambria"/>
                <a:sym typeface="Cambria"/>
              </a:rPr>
              <a:t>1 Encoder absoluto.</a:t>
            </a:r>
            <a:endParaRPr b="0" i="0" sz="1200" u="none" cap="none" strike="noStrike">
              <a:solidFill>
                <a:schemeClr val="accent1"/>
              </a:solidFill>
              <a:latin typeface="Cambria"/>
              <a:ea typeface="Cambria"/>
              <a:cs typeface="Cambria"/>
              <a:sym typeface="Cambria"/>
            </a:endParaRPr>
          </a:p>
          <a:p>
            <a:pPr indent="-161925" lvl="0" marL="180975" marR="0" rtl="0" algn="l">
              <a:lnSpc>
                <a:spcPct val="90000"/>
              </a:lnSpc>
              <a:spcBef>
                <a:spcPts val="0"/>
              </a:spcBef>
              <a:spcAft>
                <a:spcPts val="0"/>
              </a:spcAft>
              <a:buClr>
                <a:schemeClr val="accent1"/>
              </a:buClr>
              <a:buSzPts val="1300"/>
              <a:buFont typeface="Lato"/>
              <a:buNone/>
            </a:pPr>
            <a:r>
              <a:rPr b="1" i="0" lang="es-419" sz="1200" u="none" cap="none" strike="noStrike">
                <a:solidFill>
                  <a:schemeClr val="dk2"/>
                </a:solidFill>
                <a:latin typeface="Cambria"/>
                <a:ea typeface="Cambria"/>
                <a:cs typeface="Cambria"/>
                <a:sym typeface="Cambria"/>
              </a:rPr>
              <a:t>Actuadores</a:t>
            </a:r>
            <a:endParaRPr b="1" i="0" sz="1200" u="none" cap="none" strike="noStrike">
              <a:solidFill>
                <a:schemeClr val="dk2"/>
              </a:solidFill>
              <a:latin typeface="Cambria"/>
              <a:ea typeface="Cambria"/>
              <a:cs typeface="Cambria"/>
              <a:sym typeface="Cambria"/>
            </a:endParaRPr>
          </a:p>
          <a:p>
            <a:pPr indent="-161925" lvl="0" marL="180975" marR="0" rtl="0" algn="l">
              <a:lnSpc>
                <a:spcPct val="90000"/>
              </a:lnSpc>
              <a:spcBef>
                <a:spcPts val="0"/>
              </a:spcBef>
              <a:spcAft>
                <a:spcPts val="0"/>
              </a:spcAft>
              <a:buClr>
                <a:schemeClr val="accent1"/>
              </a:buClr>
              <a:buSzPts val="1300"/>
              <a:buFont typeface="Arial"/>
              <a:buChar char="●"/>
            </a:pPr>
            <a:r>
              <a:rPr b="0" i="0" lang="es-419" sz="1200" u="none" cap="none" strike="noStrike">
                <a:solidFill>
                  <a:schemeClr val="accent1"/>
                </a:solidFill>
                <a:latin typeface="Cambria"/>
                <a:ea typeface="Cambria"/>
                <a:cs typeface="Cambria"/>
                <a:sym typeface="Cambria"/>
              </a:rPr>
              <a:t>1 Servomotor trifásico AC .</a:t>
            </a:r>
            <a:endParaRPr b="0" i="0" sz="1200" u="none" cap="none" strike="noStrike">
              <a:solidFill>
                <a:schemeClr val="accent1"/>
              </a:solidFill>
              <a:latin typeface="Cambria"/>
              <a:ea typeface="Cambria"/>
              <a:cs typeface="Cambria"/>
              <a:sym typeface="Cambria"/>
            </a:endParaRPr>
          </a:p>
          <a:p>
            <a:pPr indent="-161925" lvl="0" marL="180975" marR="0" rtl="0" algn="l">
              <a:lnSpc>
                <a:spcPct val="90000"/>
              </a:lnSpc>
              <a:spcBef>
                <a:spcPts val="0"/>
              </a:spcBef>
              <a:spcAft>
                <a:spcPts val="0"/>
              </a:spcAft>
              <a:buClr>
                <a:schemeClr val="accent1"/>
              </a:buClr>
              <a:buSzPts val="1300"/>
              <a:buFont typeface="Arial"/>
              <a:buChar char="●"/>
            </a:pPr>
            <a:r>
              <a:rPr b="0" i="0" lang="es-419" sz="1200" u="none" cap="none" strike="noStrike">
                <a:solidFill>
                  <a:schemeClr val="accent1"/>
                </a:solidFill>
                <a:latin typeface="Cambria"/>
                <a:ea typeface="Cambria"/>
                <a:cs typeface="Cambria"/>
                <a:sym typeface="Cambria"/>
              </a:rPr>
              <a:t>1 pinza neumática.</a:t>
            </a:r>
            <a:endParaRPr b="0" i="0" sz="1200" u="none" cap="none" strike="noStrike">
              <a:solidFill>
                <a:schemeClr val="accent1"/>
              </a:solidFill>
              <a:latin typeface="Cambria"/>
              <a:ea typeface="Cambria"/>
              <a:cs typeface="Cambria"/>
              <a:sym typeface="Cambria"/>
            </a:endParaRPr>
          </a:p>
          <a:p>
            <a:pPr indent="-161925" lvl="0" marL="180975" marR="0" rtl="0" algn="l">
              <a:lnSpc>
                <a:spcPct val="90000"/>
              </a:lnSpc>
              <a:spcBef>
                <a:spcPts val="0"/>
              </a:spcBef>
              <a:spcAft>
                <a:spcPts val="0"/>
              </a:spcAft>
              <a:buClr>
                <a:schemeClr val="accent1"/>
              </a:buClr>
              <a:buSzPts val="1300"/>
              <a:buFont typeface="Arial"/>
              <a:buChar char="●"/>
            </a:pPr>
            <a:r>
              <a:rPr b="0" i="0" lang="es-419" sz="1200" u="none" cap="none" strike="noStrike">
                <a:solidFill>
                  <a:schemeClr val="accent1"/>
                </a:solidFill>
                <a:latin typeface="Cambria"/>
                <a:ea typeface="Cambria"/>
                <a:cs typeface="Cambria"/>
                <a:sym typeface="Cambria"/>
              </a:rPr>
              <a:t>1 cilindro neumático doble.</a:t>
            </a:r>
            <a:endParaRPr b="0" i="0" sz="1200" u="none" cap="none" strike="noStrike">
              <a:solidFill>
                <a:schemeClr val="accent1"/>
              </a:solidFill>
              <a:latin typeface="Cambria"/>
              <a:ea typeface="Cambria"/>
              <a:cs typeface="Cambria"/>
              <a:sym typeface="Cambria"/>
            </a:endParaRPr>
          </a:p>
          <a:p>
            <a:pPr indent="-161925" lvl="0" marL="180975" marR="0" rtl="0" algn="l">
              <a:lnSpc>
                <a:spcPct val="90000"/>
              </a:lnSpc>
              <a:spcBef>
                <a:spcPts val="0"/>
              </a:spcBef>
              <a:spcAft>
                <a:spcPts val="0"/>
              </a:spcAft>
              <a:buClr>
                <a:schemeClr val="accent1"/>
              </a:buClr>
              <a:buSzPts val="1300"/>
              <a:buFont typeface="Arial"/>
              <a:buChar char="●"/>
            </a:pPr>
            <a:r>
              <a:rPr b="0" i="0" lang="es-419" sz="1200" u="none" cap="none" strike="noStrike">
                <a:solidFill>
                  <a:schemeClr val="accent1"/>
                </a:solidFill>
                <a:latin typeface="Cambria"/>
                <a:ea typeface="Cambria"/>
                <a:cs typeface="Cambria"/>
                <a:sym typeface="Cambria"/>
              </a:rPr>
              <a:t>1 cilindro rotatorio neumático.</a:t>
            </a:r>
            <a:endParaRPr b="0" i="0" sz="1200" u="none" cap="none" strike="noStrike">
              <a:solidFill>
                <a:schemeClr val="accent1"/>
              </a:solidFill>
              <a:latin typeface="Cambria"/>
              <a:ea typeface="Cambria"/>
              <a:cs typeface="Cambria"/>
              <a:sym typeface="Cambria"/>
            </a:endParaRPr>
          </a:p>
          <a:p>
            <a:pPr indent="-161925" lvl="0" marL="180975" marR="0" rtl="0" algn="l">
              <a:lnSpc>
                <a:spcPct val="90000"/>
              </a:lnSpc>
              <a:spcBef>
                <a:spcPts val="0"/>
              </a:spcBef>
              <a:spcAft>
                <a:spcPts val="0"/>
              </a:spcAft>
              <a:buClr>
                <a:schemeClr val="accent1"/>
              </a:buClr>
              <a:buSzPts val="1300"/>
              <a:buFont typeface="Arial"/>
              <a:buChar char="●"/>
            </a:pPr>
            <a:r>
              <a:rPr b="0" i="0" lang="es-419" sz="1200" u="none" cap="none" strike="noStrike">
                <a:solidFill>
                  <a:schemeClr val="accent1"/>
                </a:solidFill>
                <a:latin typeface="Cambria"/>
                <a:ea typeface="Cambria"/>
                <a:cs typeface="Cambria"/>
                <a:sym typeface="Cambria"/>
              </a:rPr>
              <a:t>1 cilindro neumático corto.</a:t>
            </a:r>
            <a:endParaRPr b="0" i="0" sz="1200" u="none" cap="none" strike="noStrike">
              <a:solidFill>
                <a:schemeClr val="accent1"/>
              </a:solidFill>
              <a:latin typeface="Cambria"/>
              <a:ea typeface="Cambria"/>
              <a:cs typeface="Cambria"/>
              <a:sym typeface="Cambria"/>
            </a:endParaRPr>
          </a:p>
          <a:p>
            <a:pPr indent="-161925" lvl="0" marL="180975" marR="0" rtl="0" algn="l">
              <a:lnSpc>
                <a:spcPct val="90000"/>
              </a:lnSpc>
              <a:spcBef>
                <a:spcPts val="0"/>
              </a:spcBef>
              <a:spcAft>
                <a:spcPts val="0"/>
              </a:spcAft>
              <a:buClr>
                <a:schemeClr val="accent1"/>
              </a:buClr>
              <a:buSzPts val="1300"/>
              <a:buFont typeface="Lato"/>
              <a:buNone/>
            </a:pPr>
            <a:r>
              <a:rPr b="1" i="0" lang="es-419" sz="1200" u="none" cap="none" strike="noStrike">
                <a:solidFill>
                  <a:schemeClr val="dk2"/>
                </a:solidFill>
                <a:latin typeface="Cambria"/>
                <a:ea typeface="Cambria"/>
                <a:cs typeface="Cambria"/>
                <a:sym typeface="Cambria"/>
              </a:rPr>
              <a:t>Adaptación de señal</a:t>
            </a:r>
            <a:endParaRPr b="1" i="0" sz="1200" u="none" cap="none" strike="noStrike">
              <a:solidFill>
                <a:schemeClr val="dk2"/>
              </a:solidFill>
              <a:latin typeface="Cambria"/>
              <a:ea typeface="Cambria"/>
              <a:cs typeface="Cambria"/>
              <a:sym typeface="Cambria"/>
            </a:endParaRPr>
          </a:p>
          <a:p>
            <a:pPr indent="-161925" lvl="0" marL="180975" marR="0" rtl="0" algn="l">
              <a:lnSpc>
                <a:spcPct val="90000"/>
              </a:lnSpc>
              <a:spcBef>
                <a:spcPts val="0"/>
              </a:spcBef>
              <a:spcAft>
                <a:spcPts val="0"/>
              </a:spcAft>
              <a:buClr>
                <a:schemeClr val="accent1"/>
              </a:buClr>
              <a:buSzPts val="1300"/>
              <a:buFont typeface="Arial"/>
              <a:buChar char="●"/>
            </a:pPr>
            <a:r>
              <a:rPr b="0" i="0" lang="es-419" sz="1200" u="none" cap="none" strike="noStrike">
                <a:solidFill>
                  <a:schemeClr val="accent1"/>
                </a:solidFill>
                <a:latin typeface="Cambria"/>
                <a:ea typeface="Cambria"/>
                <a:cs typeface="Cambria"/>
                <a:sym typeface="Cambria"/>
              </a:rPr>
              <a:t>2 convertidores de señal I/P (eléctrica a neumática) retorno a muelle.</a:t>
            </a:r>
            <a:endParaRPr b="0" i="0" sz="1200" u="none" cap="none" strike="noStrike">
              <a:solidFill>
                <a:schemeClr val="accent1"/>
              </a:solidFill>
              <a:latin typeface="Cambria"/>
              <a:ea typeface="Cambria"/>
              <a:cs typeface="Cambria"/>
              <a:sym typeface="Cambria"/>
            </a:endParaRPr>
          </a:p>
          <a:p>
            <a:pPr indent="-161925" lvl="0" marL="180975" marR="0" rtl="0" algn="l">
              <a:lnSpc>
                <a:spcPct val="90000"/>
              </a:lnSpc>
              <a:spcBef>
                <a:spcPts val="0"/>
              </a:spcBef>
              <a:spcAft>
                <a:spcPts val="0"/>
              </a:spcAft>
              <a:buClr>
                <a:schemeClr val="accent1"/>
              </a:buClr>
              <a:buSzPts val="1300"/>
              <a:buFont typeface="Arial"/>
              <a:buChar char="●"/>
            </a:pPr>
            <a:r>
              <a:rPr b="0" i="0" lang="es-419" sz="1200" u="none" cap="none" strike="noStrike">
                <a:solidFill>
                  <a:schemeClr val="accent1"/>
                </a:solidFill>
                <a:latin typeface="Cambria"/>
                <a:ea typeface="Cambria"/>
                <a:cs typeface="Cambria"/>
                <a:sym typeface="Cambria"/>
              </a:rPr>
              <a:t>2 convertidores de señal I/P (eléctrica a neumática)</a:t>
            </a:r>
            <a:endParaRPr b="0" i="0" sz="1200" u="none" cap="none" strike="noStrike">
              <a:solidFill>
                <a:schemeClr val="accent1"/>
              </a:solidFill>
              <a:latin typeface="Cambria"/>
              <a:ea typeface="Cambria"/>
              <a:cs typeface="Cambria"/>
              <a:sym typeface="Cambria"/>
            </a:endParaRPr>
          </a:p>
          <a:p>
            <a:pPr indent="-161925" lvl="0" marL="180975" marR="0" rtl="0" algn="l">
              <a:lnSpc>
                <a:spcPct val="90000"/>
              </a:lnSpc>
              <a:spcBef>
                <a:spcPts val="0"/>
              </a:spcBef>
              <a:spcAft>
                <a:spcPts val="0"/>
              </a:spcAft>
              <a:buClr>
                <a:schemeClr val="accent1"/>
              </a:buClr>
              <a:buSzPts val="1300"/>
              <a:buFont typeface="Arial"/>
              <a:buChar char="●"/>
            </a:pPr>
            <a:r>
              <a:rPr b="0" i="0" lang="es-419" sz="1200" u="none" cap="none" strike="noStrike">
                <a:solidFill>
                  <a:schemeClr val="accent1"/>
                </a:solidFill>
                <a:latin typeface="Cambria"/>
                <a:ea typeface="Cambria"/>
                <a:cs typeface="Cambria"/>
                <a:sym typeface="Cambria"/>
              </a:rPr>
              <a:t>1 driver para el servomotor.</a:t>
            </a:r>
            <a:endParaRPr b="0" i="0" sz="1200" u="none" cap="none" strike="noStrike">
              <a:solidFill>
                <a:schemeClr val="accent1"/>
              </a:solidFill>
              <a:latin typeface="Cambria"/>
              <a:ea typeface="Cambria"/>
              <a:cs typeface="Cambria"/>
              <a:sym typeface="Cambria"/>
            </a:endParaRPr>
          </a:p>
        </p:txBody>
      </p:sp>
      <p:sp>
        <p:nvSpPr>
          <p:cNvPr id="165" name="Google Shape;165;p10"/>
          <p:cNvSpPr txBox="1"/>
          <p:nvPr>
            <p:ph idx="1" type="body"/>
          </p:nvPr>
        </p:nvSpPr>
        <p:spPr>
          <a:xfrm>
            <a:off x="530870" y="516746"/>
            <a:ext cx="8409930" cy="1500723"/>
          </a:xfrm>
          <a:prstGeom prst="rect">
            <a:avLst/>
          </a:prstGeom>
          <a:solidFill>
            <a:schemeClr val="lt1"/>
          </a:solidFill>
          <a:ln cap="flat" cmpd="sng" w="28575">
            <a:solidFill>
              <a:srgbClr val="FF0066"/>
            </a:solidFill>
            <a:prstDash val="solid"/>
            <a:round/>
            <a:headEnd len="sm" w="sm" type="none"/>
            <a:tailEnd len="sm" w="sm" type="none"/>
          </a:ln>
        </p:spPr>
        <p:txBody>
          <a:bodyPr anchorCtr="0" anchor="t" bIns="91425" lIns="91425" spcFirstLastPara="1" rIns="91425" wrap="square" tIns="91425">
            <a:noAutofit/>
          </a:bodyPr>
          <a:lstStyle/>
          <a:p>
            <a:pPr indent="0" lvl="0" marL="0" rtl="0" algn="just">
              <a:lnSpc>
                <a:spcPct val="95000"/>
              </a:lnSpc>
              <a:spcBef>
                <a:spcPts val="0"/>
              </a:spcBef>
              <a:spcAft>
                <a:spcPts val="0"/>
              </a:spcAft>
              <a:buSzPts val="1300"/>
              <a:buNone/>
            </a:pPr>
            <a:r>
              <a:rPr b="1" i="0" lang="es-419" sz="1500" u="none" strike="noStrike">
                <a:solidFill>
                  <a:srgbClr val="000000"/>
                </a:solidFill>
                <a:latin typeface="Cambria"/>
                <a:ea typeface="Cambria"/>
                <a:cs typeface="Cambria"/>
                <a:sym typeface="Cambria"/>
              </a:rPr>
              <a:t>Funcionamiento:</a:t>
            </a:r>
            <a:endParaRPr/>
          </a:p>
          <a:p>
            <a:pPr indent="0" lvl="0" marL="0" rtl="0" algn="just">
              <a:lnSpc>
                <a:spcPct val="100000"/>
              </a:lnSpc>
              <a:spcBef>
                <a:spcPts val="0"/>
              </a:spcBef>
              <a:spcAft>
                <a:spcPts val="0"/>
              </a:spcAft>
              <a:buSzPts val="1300"/>
              <a:buNone/>
            </a:pPr>
            <a:r>
              <a:rPr lang="es-419" sz="1500">
                <a:latin typeface="Cambria"/>
                <a:ea typeface="Cambria"/>
                <a:cs typeface="Cambria"/>
                <a:sym typeface="Cambria"/>
              </a:rPr>
              <a:t>El proceso inicia recogiendo un contenedor (pieza vacía) de la unidad de alimentación, luego la lleva a la unidad de ensamblaje para que el contenedor (pieza vacía) pueda adquirir producto (pieza más contenido), luego recoge dicha pieza y la lleva a la unidad de procesamiento para que sea sellada, luego se transporta a la unidad de selección para que las piezas con contenido sean distinguidas por el tipo de material y finalmente vuelve a su posición inicial para esperar otra pieza vacía. </a:t>
            </a:r>
            <a:endParaRPr sz="1500">
              <a:latin typeface="Cambria"/>
              <a:ea typeface="Cambria"/>
              <a:cs typeface="Cambria"/>
              <a:sym typeface="Cambria"/>
            </a:endParaRPr>
          </a:p>
          <a:p>
            <a:pPr indent="0" lvl="0" marL="146050" rtl="0" algn="l">
              <a:lnSpc>
                <a:spcPct val="95000"/>
              </a:lnSpc>
              <a:spcBef>
                <a:spcPts val="0"/>
              </a:spcBef>
              <a:spcAft>
                <a:spcPts val="0"/>
              </a:spcAft>
              <a:buSzPts val="1300"/>
              <a:buNone/>
            </a:pPr>
            <a:r>
              <a:t/>
            </a:r>
            <a:endParaRPr sz="1500">
              <a:latin typeface="Cambria"/>
              <a:ea typeface="Cambria"/>
              <a:cs typeface="Cambria"/>
              <a:sym typeface="Cambria"/>
            </a:endParaRPr>
          </a:p>
        </p:txBody>
      </p:sp>
      <p:sp>
        <p:nvSpPr>
          <p:cNvPr id="166" name="Google Shape;166;p10"/>
          <p:cNvSpPr txBox="1"/>
          <p:nvPr/>
        </p:nvSpPr>
        <p:spPr>
          <a:xfrm>
            <a:off x="3019924" y="3394514"/>
            <a:ext cx="2489054" cy="674930"/>
          </a:xfrm>
          <a:prstGeom prst="rect">
            <a:avLst/>
          </a:prstGeom>
          <a:solidFill>
            <a:schemeClr val="lt1"/>
          </a:solidFill>
          <a:ln cap="flat" cmpd="sng" w="28575">
            <a:solidFill>
              <a:srgbClr val="137266"/>
            </a:solidFill>
            <a:prstDash val="solid"/>
            <a:round/>
            <a:headEnd len="sm" w="sm" type="none"/>
            <a:tailEnd len="sm" w="sm" type="none"/>
          </a:ln>
        </p:spPr>
        <p:txBody>
          <a:bodyPr anchorCtr="0" anchor="t" bIns="91425" lIns="91425" spcFirstLastPara="1" rIns="91425" wrap="square" tIns="91425">
            <a:noAutofit/>
          </a:bodyPr>
          <a:lstStyle/>
          <a:p>
            <a:pPr indent="-161925" lvl="0" marL="180975" marR="0" rtl="0" algn="l">
              <a:lnSpc>
                <a:spcPct val="90000"/>
              </a:lnSpc>
              <a:spcBef>
                <a:spcPts val="0"/>
              </a:spcBef>
              <a:spcAft>
                <a:spcPts val="0"/>
              </a:spcAft>
              <a:buClr>
                <a:schemeClr val="accent1"/>
              </a:buClr>
              <a:buSzPts val="1300"/>
              <a:buFont typeface="Lato"/>
              <a:buNone/>
            </a:pPr>
            <a:r>
              <a:rPr b="1" i="0" lang="es-419" sz="1200" u="none" cap="none" strike="noStrike">
                <a:solidFill>
                  <a:schemeClr val="dk2"/>
                </a:solidFill>
                <a:latin typeface="Cambria"/>
                <a:ea typeface="Cambria"/>
                <a:cs typeface="Cambria"/>
                <a:sym typeface="Cambria"/>
              </a:rPr>
              <a:t>Instrumentos extras</a:t>
            </a:r>
            <a:endParaRPr b="1" i="0" sz="1200" u="none" cap="none" strike="noStrike">
              <a:solidFill>
                <a:schemeClr val="dk2"/>
              </a:solidFill>
              <a:latin typeface="Cambria"/>
              <a:ea typeface="Cambria"/>
              <a:cs typeface="Cambria"/>
              <a:sym typeface="Cambria"/>
            </a:endParaRPr>
          </a:p>
          <a:p>
            <a:pPr indent="-161925" lvl="0" marL="180975" marR="0" rtl="0" algn="l">
              <a:lnSpc>
                <a:spcPct val="90000"/>
              </a:lnSpc>
              <a:spcBef>
                <a:spcPts val="0"/>
              </a:spcBef>
              <a:spcAft>
                <a:spcPts val="0"/>
              </a:spcAft>
              <a:buClr>
                <a:schemeClr val="accent1"/>
              </a:buClr>
              <a:buSzPts val="1300"/>
              <a:buFont typeface="Arial"/>
              <a:buChar char="●"/>
            </a:pPr>
            <a:r>
              <a:rPr b="0" i="0" lang="es-419" sz="1200" u="none" cap="none" strike="noStrike">
                <a:solidFill>
                  <a:schemeClr val="accent1"/>
                </a:solidFill>
                <a:latin typeface="Cambria"/>
                <a:ea typeface="Cambria"/>
                <a:cs typeface="Cambria"/>
                <a:sym typeface="Cambria"/>
              </a:rPr>
              <a:t>1 regleta de conexiones para entradas y salidas del PLC</a:t>
            </a:r>
            <a:endParaRPr b="0" i="0" sz="1200" u="none" cap="none" strike="noStrike">
              <a:solidFill>
                <a:schemeClr val="accent1"/>
              </a:solidFill>
              <a:latin typeface="Cambria"/>
              <a:ea typeface="Cambria"/>
              <a:cs typeface="Cambria"/>
              <a:sym typeface="Cambria"/>
            </a:endParaRPr>
          </a:p>
        </p:txBody>
      </p:sp>
      <p:pic>
        <p:nvPicPr>
          <p:cNvPr id="167" name="Google Shape;167;p10"/>
          <p:cNvPicPr preferRelativeResize="0"/>
          <p:nvPr/>
        </p:nvPicPr>
        <p:blipFill rotWithShape="1">
          <a:blip r:embed="rId3">
            <a:alphaModFix/>
          </a:blip>
          <a:srcRect b="24713" l="0" r="0" t="0"/>
          <a:stretch/>
        </p:blipFill>
        <p:spPr>
          <a:xfrm>
            <a:off x="5671450" y="2485497"/>
            <a:ext cx="3355233" cy="1583947"/>
          </a:xfrm>
          <a:prstGeom prst="rect">
            <a:avLst/>
          </a:prstGeom>
          <a:noFill/>
          <a:ln>
            <a:noFill/>
          </a:ln>
          <a:effectLst>
            <a:outerShdw blurRad="190500" rotWithShape="0" algn="tl">
              <a:srgbClr val="000000">
                <a:alpha val="69803"/>
              </a:srgb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11"/>
          <p:cNvSpPr txBox="1"/>
          <p:nvPr>
            <p:ph type="ctrTitle"/>
          </p:nvPr>
        </p:nvSpPr>
        <p:spPr>
          <a:xfrm>
            <a:off x="729450" y="1322450"/>
            <a:ext cx="7688100" cy="1664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4200"/>
              <a:buNone/>
            </a:pPr>
            <a:r>
              <a:rPr lang="es-419"/>
              <a:t>COMPLEMENTACIÓN DE LA BITÁCORA</a:t>
            </a:r>
            <a:endParaRPr/>
          </a:p>
        </p:txBody>
      </p:sp>
      <p:sp>
        <p:nvSpPr>
          <p:cNvPr id="173" name="Google Shape;173;p11"/>
          <p:cNvSpPr txBox="1"/>
          <p:nvPr>
            <p:ph idx="1" type="subTitle"/>
          </p:nvPr>
        </p:nvSpPr>
        <p:spPr>
          <a:xfrm>
            <a:off x="729627" y="3172900"/>
            <a:ext cx="3123045" cy="5412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1600"/>
              <a:buNone/>
            </a:pPr>
            <a:r>
              <a:rPr lang="es-419"/>
              <a:t>PROCESO DE PRODUCCIÓN</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12"/>
          <p:cNvSpPr txBox="1"/>
          <p:nvPr/>
        </p:nvSpPr>
        <p:spPr>
          <a:xfrm>
            <a:off x="427612" y="-41032"/>
            <a:ext cx="4162764" cy="535200"/>
          </a:xfrm>
          <a:prstGeom prst="rect">
            <a:avLst/>
          </a:prstGeom>
          <a:noFill/>
          <a:ln>
            <a:noFill/>
          </a:ln>
        </p:spPr>
        <p:txBody>
          <a:bodyPr anchorCtr="0" anchor="t" bIns="91425" lIns="91425" spcFirstLastPara="1" rIns="91425" wrap="square" tIns="91425">
            <a:normAutofit fontScale="97500"/>
          </a:bodyPr>
          <a:lstStyle/>
          <a:p>
            <a:pPr indent="0" lvl="0" marL="0" marR="0" rtl="0" algn="l">
              <a:lnSpc>
                <a:spcPct val="100000"/>
              </a:lnSpc>
              <a:spcBef>
                <a:spcPts val="0"/>
              </a:spcBef>
              <a:spcAft>
                <a:spcPts val="0"/>
              </a:spcAft>
              <a:buClr>
                <a:schemeClr val="dk2"/>
              </a:buClr>
              <a:buSzPct val="111111"/>
              <a:buFont typeface="Raleway"/>
              <a:buNone/>
            </a:pPr>
            <a:r>
              <a:rPr b="1" i="0" lang="es-419" sz="2400" u="none" cap="none" strike="noStrike">
                <a:solidFill>
                  <a:srgbClr val="681800"/>
                </a:solidFill>
                <a:latin typeface="Raleway"/>
                <a:ea typeface="Raleway"/>
                <a:cs typeface="Raleway"/>
                <a:sym typeface="Raleway"/>
              </a:rPr>
              <a:t>Tabla Resumen: Sensores</a:t>
            </a:r>
            <a:endParaRPr/>
          </a:p>
        </p:txBody>
      </p:sp>
      <p:graphicFrame>
        <p:nvGraphicFramePr>
          <p:cNvPr id="179" name="Google Shape;179;p12"/>
          <p:cNvGraphicFramePr/>
          <p:nvPr/>
        </p:nvGraphicFramePr>
        <p:xfrm>
          <a:off x="427612" y="734011"/>
          <a:ext cx="3000000" cy="3000000"/>
        </p:xfrm>
        <a:graphic>
          <a:graphicData uri="http://schemas.openxmlformats.org/drawingml/2006/table">
            <a:tbl>
              <a:tblPr bandRow="1" firstRow="1">
                <a:noFill/>
                <a:tableStyleId>{3FF80745-7821-485C-8F53-118708D8D5D8}</a:tableStyleId>
              </a:tblPr>
              <a:tblGrid>
                <a:gridCol w="2165675"/>
                <a:gridCol w="1274175"/>
                <a:gridCol w="1229200"/>
                <a:gridCol w="1229200"/>
                <a:gridCol w="1349125"/>
                <a:gridCol w="1162575"/>
              </a:tblGrid>
              <a:tr h="370850">
                <a:tc>
                  <a:txBody>
                    <a:bodyPr/>
                    <a:lstStyle/>
                    <a:p>
                      <a:pPr indent="0" lvl="0" marL="0" marR="0" rtl="0" algn="l">
                        <a:lnSpc>
                          <a:spcPct val="100000"/>
                        </a:lnSpc>
                        <a:spcBef>
                          <a:spcPts val="0"/>
                        </a:spcBef>
                        <a:spcAft>
                          <a:spcPts val="0"/>
                        </a:spcAft>
                        <a:buClr>
                          <a:srgbClr val="000000"/>
                        </a:buClr>
                        <a:buSzPts val="1200"/>
                        <a:buFont typeface="Arial"/>
                        <a:buNone/>
                      </a:pPr>
                      <a:r>
                        <a:rPr lang="es-419" sz="1200" u="none" cap="none" strike="noStrike">
                          <a:solidFill>
                            <a:schemeClr val="lt1"/>
                          </a:solidFill>
                        </a:rPr>
                        <a:t>Sensor \ </a:t>
                      </a:r>
                      <a:r>
                        <a:rPr b="1" lang="es-419" sz="1200" u="none" cap="none" strike="noStrike">
                          <a:solidFill>
                            <a:schemeClr val="lt1"/>
                          </a:solidFill>
                          <a:latin typeface="Cambria"/>
                          <a:ea typeface="Cambria"/>
                          <a:cs typeface="Cambria"/>
                          <a:sym typeface="Cambria"/>
                        </a:rPr>
                        <a:t>Unidad </a:t>
                      </a:r>
                      <a:endParaRPr b="1" sz="1200" u="none" cap="none" strike="noStrike">
                        <a:solidFill>
                          <a:schemeClr val="lt1"/>
                        </a:solidFill>
                        <a:latin typeface="Cambria"/>
                        <a:ea typeface="Cambria"/>
                        <a:cs typeface="Cambria"/>
                        <a:sym typeface="Cambria"/>
                      </a:endParaRPr>
                    </a:p>
                  </a:txBody>
                  <a:tcPr marT="45725" marB="45725" marR="91450" marL="91450">
                    <a:solidFill>
                      <a:srgbClr val="14285A"/>
                    </a:solidFill>
                  </a:tcPr>
                </a:tc>
                <a:tc>
                  <a:txBody>
                    <a:bodyPr/>
                    <a:lstStyle/>
                    <a:p>
                      <a:pPr indent="0" lvl="0" marL="0" marR="0" rtl="0" algn="ctr">
                        <a:lnSpc>
                          <a:spcPct val="100000"/>
                        </a:lnSpc>
                        <a:spcBef>
                          <a:spcPts val="0"/>
                        </a:spcBef>
                        <a:spcAft>
                          <a:spcPts val="0"/>
                        </a:spcAft>
                        <a:buNone/>
                      </a:pPr>
                      <a:r>
                        <a:rPr b="1" lang="es-419" sz="1300" u="none" cap="none" strike="noStrike">
                          <a:solidFill>
                            <a:schemeClr val="lt1"/>
                          </a:solidFill>
                          <a:latin typeface="Cambria"/>
                          <a:ea typeface="Cambria"/>
                          <a:cs typeface="Cambria"/>
                          <a:sym typeface="Cambria"/>
                        </a:rPr>
                        <a:t>Transporte</a:t>
                      </a:r>
                      <a:endParaRPr/>
                    </a:p>
                  </a:txBody>
                  <a:tcPr marT="45725" marB="45725" marR="91450" marL="91450">
                    <a:solidFill>
                      <a:srgbClr val="14285A"/>
                    </a:solidFill>
                  </a:tcPr>
                </a:tc>
                <a:tc>
                  <a:txBody>
                    <a:bodyPr/>
                    <a:lstStyle/>
                    <a:p>
                      <a:pPr indent="0" lvl="0" marL="0" marR="0" rtl="0" algn="ctr">
                        <a:lnSpc>
                          <a:spcPct val="100000"/>
                        </a:lnSpc>
                        <a:spcBef>
                          <a:spcPts val="0"/>
                        </a:spcBef>
                        <a:spcAft>
                          <a:spcPts val="0"/>
                        </a:spcAft>
                        <a:buNone/>
                      </a:pPr>
                      <a:r>
                        <a:rPr b="1" lang="es-419" sz="1300" u="none" cap="none" strike="noStrike">
                          <a:solidFill>
                            <a:schemeClr val="lt1"/>
                          </a:solidFill>
                          <a:latin typeface="Cambria"/>
                          <a:ea typeface="Cambria"/>
                          <a:cs typeface="Cambria"/>
                          <a:sym typeface="Cambria"/>
                        </a:rPr>
                        <a:t>Selección</a:t>
                      </a:r>
                      <a:endParaRPr b="1" sz="1300" u="none" cap="none" strike="noStrike">
                        <a:solidFill>
                          <a:schemeClr val="lt1"/>
                        </a:solidFill>
                        <a:latin typeface="Cambria"/>
                        <a:ea typeface="Cambria"/>
                        <a:cs typeface="Cambria"/>
                        <a:sym typeface="Cambria"/>
                      </a:endParaRPr>
                    </a:p>
                  </a:txBody>
                  <a:tcPr marT="45725" marB="45725" marR="91450" marL="91450">
                    <a:solidFill>
                      <a:srgbClr val="14285A"/>
                    </a:solidFill>
                  </a:tcPr>
                </a:tc>
                <a:tc>
                  <a:txBody>
                    <a:bodyPr/>
                    <a:lstStyle/>
                    <a:p>
                      <a:pPr indent="0" lvl="0" marL="0" marR="0" rtl="0" algn="ctr">
                        <a:lnSpc>
                          <a:spcPct val="100000"/>
                        </a:lnSpc>
                        <a:spcBef>
                          <a:spcPts val="0"/>
                        </a:spcBef>
                        <a:spcAft>
                          <a:spcPts val="0"/>
                        </a:spcAft>
                        <a:buNone/>
                      </a:pPr>
                      <a:r>
                        <a:rPr b="1" lang="es-419" sz="1300" u="none" cap="none" strike="noStrike">
                          <a:solidFill>
                            <a:schemeClr val="lt1"/>
                          </a:solidFill>
                          <a:latin typeface="Cambria"/>
                          <a:ea typeface="Cambria"/>
                          <a:cs typeface="Cambria"/>
                          <a:sym typeface="Cambria"/>
                        </a:rPr>
                        <a:t>Alimentación</a:t>
                      </a:r>
                      <a:endParaRPr b="1" sz="1300" u="none" cap="none" strike="noStrike">
                        <a:solidFill>
                          <a:schemeClr val="lt1"/>
                        </a:solidFill>
                        <a:latin typeface="Cambria"/>
                        <a:ea typeface="Cambria"/>
                        <a:cs typeface="Cambria"/>
                        <a:sym typeface="Cambria"/>
                      </a:endParaRPr>
                    </a:p>
                  </a:txBody>
                  <a:tcPr marT="45725" marB="45725" marR="91450" marL="91450">
                    <a:solidFill>
                      <a:srgbClr val="14285A"/>
                    </a:solidFill>
                  </a:tcPr>
                </a:tc>
                <a:tc>
                  <a:txBody>
                    <a:bodyPr/>
                    <a:lstStyle/>
                    <a:p>
                      <a:pPr indent="0" lvl="0" marL="0" marR="0" rtl="0" algn="ctr">
                        <a:lnSpc>
                          <a:spcPct val="100000"/>
                        </a:lnSpc>
                        <a:spcBef>
                          <a:spcPts val="0"/>
                        </a:spcBef>
                        <a:spcAft>
                          <a:spcPts val="0"/>
                        </a:spcAft>
                        <a:buNone/>
                      </a:pPr>
                      <a:r>
                        <a:rPr b="1" lang="es-419" sz="1300" u="none" cap="none" strike="noStrike">
                          <a:solidFill>
                            <a:schemeClr val="lt1"/>
                          </a:solidFill>
                          <a:latin typeface="Cambria"/>
                          <a:ea typeface="Cambria"/>
                          <a:cs typeface="Cambria"/>
                          <a:sym typeface="Cambria"/>
                        </a:rPr>
                        <a:t>Procesamiento</a:t>
                      </a:r>
                      <a:endParaRPr b="1" sz="1300" u="none" cap="none" strike="noStrike">
                        <a:solidFill>
                          <a:schemeClr val="lt1"/>
                        </a:solidFill>
                        <a:latin typeface="Cambria"/>
                        <a:ea typeface="Cambria"/>
                        <a:cs typeface="Cambria"/>
                        <a:sym typeface="Cambria"/>
                      </a:endParaRPr>
                    </a:p>
                  </a:txBody>
                  <a:tcPr marT="45725" marB="45725" marR="91450" marL="91450">
                    <a:solidFill>
                      <a:srgbClr val="14285A"/>
                    </a:solidFill>
                  </a:tcPr>
                </a:tc>
                <a:tc>
                  <a:txBody>
                    <a:bodyPr/>
                    <a:lstStyle/>
                    <a:p>
                      <a:pPr indent="0" lvl="0" marL="0" marR="0" rtl="0" algn="ctr">
                        <a:lnSpc>
                          <a:spcPct val="100000"/>
                        </a:lnSpc>
                        <a:spcBef>
                          <a:spcPts val="0"/>
                        </a:spcBef>
                        <a:spcAft>
                          <a:spcPts val="0"/>
                        </a:spcAft>
                        <a:buNone/>
                      </a:pPr>
                      <a:r>
                        <a:rPr b="1" lang="es-419" sz="1300" u="none" cap="none" strike="noStrike">
                          <a:solidFill>
                            <a:schemeClr val="lt1"/>
                          </a:solidFill>
                          <a:latin typeface="Cambria"/>
                          <a:ea typeface="Cambria"/>
                          <a:cs typeface="Cambria"/>
                          <a:sym typeface="Cambria"/>
                        </a:rPr>
                        <a:t>Ensamblaje</a:t>
                      </a:r>
                      <a:endParaRPr b="1" sz="1300" u="none" cap="none" strike="noStrike">
                        <a:solidFill>
                          <a:schemeClr val="lt1"/>
                        </a:solidFill>
                        <a:latin typeface="Cambria"/>
                        <a:ea typeface="Cambria"/>
                        <a:cs typeface="Cambria"/>
                        <a:sym typeface="Cambria"/>
                      </a:endParaRPr>
                    </a:p>
                  </a:txBody>
                  <a:tcPr marT="45725" marB="45725" marR="91450" marL="91450">
                    <a:solidFill>
                      <a:srgbClr val="14285A"/>
                    </a:solidFill>
                  </a:tcPr>
                </a:tc>
              </a:tr>
              <a:tr h="370850">
                <a:tc>
                  <a:txBody>
                    <a:bodyPr/>
                    <a:lstStyle/>
                    <a:p>
                      <a:pPr indent="0" lvl="0" marL="0" marR="0" rtl="0" algn="l">
                        <a:lnSpc>
                          <a:spcPct val="100000"/>
                        </a:lnSpc>
                        <a:spcBef>
                          <a:spcPts val="0"/>
                        </a:spcBef>
                        <a:spcAft>
                          <a:spcPts val="0"/>
                        </a:spcAft>
                        <a:buClr>
                          <a:srgbClr val="000000"/>
                        </a:buClr>
                        <a:buSzPts val="1400"/>
                        <a:buFont typeface="Arial"/>
                        <a:buNone/>
                      </a:pPr>
                      <a:r>
                        <a:rPr lang="es-419" sz="1400" u="none" cap="none" strike="noStrike">
                          <a:solidFill>
                            <a:schemeClr val="lt1"/>
                          </a:solidFill>
                          <a:latin typeface="Cambria"/>
                          <a:ea typeface="Cambria"/>
                          <a:cs typeface="Cambria"/>
                          <a:sym typeface="Cambria"/>
                        </a:rPr>
                        <a:t>Magnético DC73</a:t>
                      </a:r>
                      <a:endParaRPr/>
                    </a:p>
                  </a:txBody>
                  <a:tcPr marT="45725" marB="45725" marR="91450" marL="91450">
                    <a:solidFill>
                      <a:srgbClr val="3D7FA7"/>
                    </a:solidFill>
                  </a:tcPr>
                </a:tc>
                <a:tc>
                  <a:txBody>
                    <a:bodyPr/>
                    <a:lstStyle/>
                    <a:p>
                      <a:pPr indent="0" lvl="0" marL="0" marR="0" rtl="0" algn="ctr">
                        <a:lnSpc>
                          <a:spcPct val="100000"/>
                        </a:lnSpc>
                        <a:spcBef>
                          <a:spcPts val="0"/>
                        </a:spcBef>
                        <a:spcAft>
                          <a:spcPts val="0"/>
                        </a:spcAft>
                        <a:buNone/>
                      </a:pPr>
                      <a:r>
                        <a:rPr b="0" lang="es-419" sz="1400" u="none" cap="none" strike="noStrike">
                          <a:solidFill>
                            <a:schemeClr val="dk2"/>
                          </a:solidFill>
                          <a:latin typeface="Cambria"/>
                          <a:ea typeface="Cambria"/>
                          <a:cs typeface="Cambria"/>
                          <a:sym typeface="Cambria"/>
                        </a:rPr>
                        <a:t>6</a:t>
                      </a:r>
                      <a:endParaRPr b="0" sz="1400" u="none" cap="none" strike="noStrike">
                        <a:solidFill>
                          <a:schemeClr val="dk2"/>
                        </a:solidFill>
                        <a:latin typeface="Cambria"/>
                        <a:ea typeface="Cambria"/>
                        <a:cs typeface="Cambria"/>
                        <a:sym typeface="Cambria"/>
                      </a:endParaRPr>
                    </a:p>
                  </a:txBody>
                  <a:tcPr marT="45725" marB="45725" marR="91450" marL="91450">
                    <a:solidFill>
                      <a:schemeClr val="lt1"/>
                    </a:solidFill>
                  </a:tcPr>
                </a:tc>
                <a:tc>
                  <a:txBody>
                    <a:bodyPr/>
                    <a:lstStyle/>
                    <a:p>
                      <a:pPr indent="0" lvl="0" marL="0" marR="0" rtl="0" algn="ctr">
                        <a:lnSpc>
                          <a:spcPct val="100000"/>
                        </a:lnSpc>
                        <a:spcBef>
                          <a:spcPts val="0"/>
                        </a:spcBef>
                        <a:spcAft>
                          <a:spcPts val="0"/>
                        </a:spcAft>
                        <a:buNone/>
                      </a:pPr>
                      <a:r>
                        <a:rPr b="0" lang="es-419" sz="1400" u="none" cap="none" strike="noStrike">
                          <a:solidFill>
                            <a:schemeClr val="dk2"/>
                          </a:solidFill>
                          <a:latin typeface="Cambria"/>
                          <a:ea typeface="Cambria"/>
                          <a:cs typeface="Cambria"/>
                          <a:sym typeface="Cambria"/>
                        </a:rPr>
                        <a:t>3</a:t>
                      </a:r>
                      <a:endParaRPr b="0" sz="1400" u="none" cap="none" strike="noStrike">
                        <a:solidFill>
                          <a:schemeClr val="dk2"/>
                        </a:solidFill>
                        <a:latin typeface="Cambria"/>
                        <a:ea typeface="Cambria"/>
                        <a:cs typeface="Cambria"/>
                        <a:sym typeface="Cambria"/>
                      </a:endParaRPr>
                    </a:p>
                  </a:txBody>
                  <a:tcPr marT="45725" marB="45725" marR="91450" marL="91450">
                    <a:solidFill>
                      <a:schemeClr val="lt1"/>
                    </a:solidFill>
                  </a:tcPr>
                </a:tc>
                <a:tc>
                  <a:txBody>
                    <a:bodyPr/>
                    <a:lstStyle/>
                    <a:p>
                      <a:pPr indent="0" lvl="0" marL="0" marR="0" rtl="0" algn="ctr">
                        <a:lnSpc>
                          <a:spcPct val="100000"/>
                        </a:lnSpc>
                        <a:spcBef>
                          <a:spcPts val="0"/>
                        </a:spcBef>
                        <a:spcAft>
                          <a:spcPts val="0"/>
                        </a:spcAft>
                        <a:buNone/>
                      </a:pPr>
                      <a:r>
                        <a:rPr b="0" lang="es-419" sz="1400" u="none" cap="none" strike="noStrike">
                          <a:solidFill>
                            <a:schemeClr val="dk2"/>
                          </a:solidFill>
                          <a:latin typeface="Cambria"/>
                          <a:ea typeface="Cambria"/>
                          <a:cs typeface="Cambria"/>
                          <a:sym typeface="Cambria"/>
                        </a:rPr>
                        <a:t>4</a:t>
                      </a:r>
                      <a:endParaRPr b="0" sz="1400" u="none" cap="none" strike="noStrike">
                        <a:solidFill>
                          <a:schemeClr val="dk2"/>
                        </a:solidFill>
                        <a:latin typeface="Cambria"/>
                        <a:ea typeface="Cambria"/>
                        <a:cs typeface="Cambria"/>
                        <a:sym typeface="Cambria"/>
                      </a:endParaRPr>
                    </a:p>
                  </a:txBody>
                  <a:tcPr marT="45725" marB="45725" marR="91450" marL="91450">
                    <a:solidFill>
                      <a:schemeClr val="lt1"/>
                    </a:solidFill>
                  </a:tcPr>
                </a:tc>
                <a:tc>
                  <a:txBody>
                    <a:bodyPr/>
                    <a:lstStyle/>
                    <a:p>
                      <a:pPr indent="0" lvl="0" marL="0" marR="0" rtl="0" algn="ctr">
                        <a:lnSpc>
                          <a:spcPct val="100000"/>
                        </a:lnSpc>
                        <a:spcBef>
                          <a:spcPts val="0"/>
                        </a:spcBef>
                        <a:spcAft>
                          <a:spcPts val="0"/>
                        </a:spcAft>
                        <a:buNone/>
                      </a:pPr>
                      <a:r>
                        <a:rPr b="0" lang="es-419" sz="1400" u="none" cap="none" strike="noStrike">
                          <a:solidFill>
                            <a:schemeClr val="dk2"/>
                          </a:solidFill>
                          <a:latin typeface="Cambria"/>
                          <a:ea typeface="Cambria"/>
                          <a:cs typeface="Cambria"/>
                          <a:sym typeface="Cambria"/>
                        </a:rPr>
                        <a:t>5</a:t>
                      </a:r>
                      <a:endParaRPr b="0" sz="1400" u="none" cap="none" strike="noStrike">
                        <a:solidFill>
                          <a:schemeClr val="dk2"/>
                        </a:solidFill>
                        <a:latin typeface="Cambria"/>
                        <a:ea typeface="Cambria"/>
                        <a:cs typeface="Cambria"/>
                        <a:sym typeface="Cambria"/>
                      </a:endParaRPr>
                    </a:p>
                  </a:txBody>
                  <a:tcPr marT="45725" marB="45725" marR="91450" marL="91450">
                    <a:solidFill>
                      <a:schemeClr val="lt1"/>
                    </a:solidFill>
                  </a:tcPr>
                </a:tc>
                <a:tc>
                  <a:txBody>
                    <a:bodyPr/>
                    <a:lstStyle/>
                    <a:p>
                      <a:pPr indent="0" lvl="0" marL="0" marR="0" rtl="0" algn="ctr">
                        <a:lnSpc>
                          <a:spcPct val="100000"/>
                        </a:lnSpc>
                        <a:spcBef>
                          <a:spcPts val="0"/>
                        </a:spcBef>
                        <a:spcAft>
                          <a:spcPts val="0"/>
                        </a:spcAft>
                        <a:buNone/>
                      </a:pPr>
                      <a:r>
                        <a:rPr b="0" lang="es-419" sz="1400" u="none" cap="none" strike="noStrike">
                          <a:solidFill>
                            <a:schemeClr val="dk2"/>
                          </a:solidFill>
                          <a:latin typeface="Cambria"/>
                          <a:ea typeface="Cambria"/>
                          <a:cs typeface="Cambria"/>
                          <a:sym typeface="Cambria"/>
                        </a:rPr>
                        <a:t>7</a:t>
                      </a:r>
                      <a:endParaRPr b="0" sz="1400" u="none" cap="none" strike="noStrike">
                        <a:solidFill>
                          <a:schemeClr val="dk2"/>
                        </a:solidFill>
                        <a:latin typeface="Cambria"/>
                        <a:ea typeface="Cambria"/>
                        <a:cs typeface="Cambria"/>
                        <a:sym typeface="Cambria"/>
                      </a:endParaRPr>
                    </a:p>
                  </a:txBody>
                  <a:tcPr marT="45725" marB="45725" marR="91450" marL="91450">
                    <a:solidFill>
                      <a:schemeClr val="lt1"/>
                    </a:solidFill>
                  </a:tcPr>
                </a:tc>
              </a:tr>
              <a:tr h="370850">
                <a:tc>
                  <a:txBody>
                    <a:bodyPr/>
                    <a:lstStyle/>
                    <a:p>
                      <a:pPr indent="0" lvl="0" marL="0" marR="0" rtl="0" algn="l">
                        <a:lnSpc>
                          <a:spcPct val="100000"/>
                        </a:lnSpc>
                        <a:spcBef>
                          <a:spcPts val="0"/>
                        </a:spcBef>
                        <a:spcAft>
                          <a:spcPts val="0"/>
                        </a:spcAft>
                        <a:buNone/>
                      </a:pPr>
                      <a:r>
                        <a:rPr lang="es-419" sz="1400" u="none" cap="none" strike="noStrike">
                          <a:solidFill>
                            <a:schemeClr val="lt1"/>
                          </a:solidFill>
                          <a:latin typeface="Cambria"/>
                          <a:ea typeface="Cambria"/>
                          <a:cs typeface="Cambria"/>
                          <a:sym typeface="Cambria"/>
                        </a:rPr>
                        <a:t>Fotoeléctrico</a:t>
                      </a:r>
                      <a:endParaRPr/>
                    </a:p>
                    <a:p>
                      <a:pPr indent="0" lvl="0" marL="0" marR="0" rtl="0" algn="l">
                        <a:lnSpc>
                          <a:spcPct val="100000"/>
                        </a:lnSpc>
                        <a:spcBef>
                          <a:spcPts val="0"/>
                        </a:spcBef>
                        <a:spcAft>
                          <a:spcPts val="0"/>
                        </a:spcAft>
                        <a:buNone/>
                      </a:pPr>
                      <a:r>
                        <a:rPr lang="es-419" sz="1400" u="none" cap="none" strike="noStrike">
                          <a:solidFill>
                            <a:schemeClr val="lt1"/>
                          </a:solidFill>
                          <a:latin typeface="Cambria"/>
                          <a:ea typeface="Cambria"/>
                          <a:cs typeface="Cambria"/>
                          <a:sym typeface="Cambria"/>
                        </a:rPr>
                        <a:t>Omron E3ZLS61</a:t>
                      </a:r>
                      <a:endParaRPr/>
                    </a:p>
                  </a:txBody>
                  <a:tcPr marT="45725" marB="45725" marR="91450" marL="91450">
                    <a:solidFill>
                      <a:srgbClr val="3D7FA7"/>
                    </a:solidFill>
                  </a:tcPr>
                </a:tc>
                <a:tc>
                  <a:txBody>
                    <a:bodyPr/>
                    <a:lstStyle/>
                    <a:p>
                      <a:pPr indent="0" lvl="0" marL="0" marR="0" rtl="0" algn="ctr">
                        <a:lnSpc>
                          <a:spcPct val="100000"/>
                        </a:lnSpc>
                        <a:spcBef>
                          <a:spcPts val="0"/>
                        </a:spcBef>
                        <a:spcAft>
                          <a:spcPts val="0"/>
                        </a:spcAft>
                        <a:buNone/>
                      </a:pPr>
                      <a:r>
                        <a:t/>
                      </a:r>
                      <a:endParaRPr b="0" sz="1400" u="none" cap="none" strike="noStrike">
                        <a:solidFill>
                          <a:schemeClr val="dk2"/>
                        </a:solidFill>
                        <a:latin typeface="Cambria"/>
                        <a:ea typeface="Cambria"/>
                        <a:cs typeface="Cambria"/>
                        <a:sym typeface="Cambria"/>
                      </a:endParaRPr>
                    </a:p>
                  </a:txBody>
                  <a:tcPr marT="45725" marB="45725" marR="91450" marL="91450">
                    <a:solidFill>
                      <a:schemeClr val="lt1"/>
                    </a:solidFill>
                  </a:tcPr>
                </a:tc>
                <a:tc>
                  <a:txBody>
                    <a:bodyPr/>
                    <a:lstStyle/>
                    <a:p>
                      <a:pPr indent="0" lvl="0" marL="0" marR="0" rtl="0" algn="ctr">
                        <a:lnSpc>
                          <a:spcPct val="100000"/>
                        </a:lnSpc>
                        <a:spcBef>
                          <a:spcPts val="0"/>
                        </a:spcBef>
                        <a:spcAft>
                          <a:spcPts val="0"/>
                        </a:spcAft>
                        <a:buNone/>
                      </a:pPr>
                      <a:r>
                        <a:t/>
                      </a:r>
                      <a:endParaRPr b="0" sz="1400" u="none" cap="none" strike="noStrike">
                        <a:solidFill>
                          <a:schemeClr val="dk2"/>
                        </a:solidFill>
                        <a:latin typeface="Cambria"/>
                        <a:ea typeface="Cambria"/>
                        <a:cs typeface="Cambria"/>
                        <a:sym typeface="Cambria"/>
                      </a:endParaRPr>
                    </a:p>
                  </a:txBody>
                  <a:tcPr marT="45725" marB="45725" marR="91450" marL="91450">
                    <a:solidFill>
                      <a:schemeClr val="lt1"/>
                    </a:solidFill>
                  </a:tcPr>
                </a:tc>
                <a:tc>
                  <a:txBody>
                    <a:bodyPr/>
                    <a:lstStyle/>
                    <a:p>
                      <a:pPr indent="0" lvl="0" marL="0" marR="0" rtl="0" algn="ctr">
                        <a:lnSpc>
                          <a:spcPct val="100000"/>
                        </a:lnSpc>
                        <a:spcBef>
                          <a:spcPts val="0"/>
                        </a:spcBef>
                        <a:spcAft>
                          <a:spcPts val="0"/>
                        </a:spcAft>
                        <a:buNone/>
                      </a:pPr>
                      <a:r>
                        <a:rPr b="0" lang="es-419" sz="1400" u="none" cap="none" strike="noStrike">
                          <a:solidFill>
                            <a:schemeClr val="dk2"/>
                          </a:solidFill>
                          <a:latin typeface="Cambria"/>
                          <a:ea typeface="Cambria"/>
                          <a:cs typeface="Cambria"/>
                          <a:sym typeface="Cambria"/>
                        </a:rPr>
                        <a:t>2</a:t>
                      </a:r>
                      <a:endParaRPr b="0" sz="1400" u="none" cap="none" strike="noStrike">
                        <a:solidFill>
                          <a:schemeClr val="dk2"/>
                        </a:solidFill>
                        <a:latin typeface="Cambria"/>
                        <a:ea typeface="Cambria"/>
                        <a:cs typeface="Cambria"/>
                        <a:sym typeface="Cambria"/>
                      </a:endParaRPr>
                    </a:p>
                  </a:txBody>
                  <a:tcPr marT="45725" marB="45725" marR="91450" marL="91450">
                    <a:solidFill>
                      <a:schemeClr val="lt1"/>
                    </a:solidFill>
                  </a:tcPr>
                </a:tc>
                <a:tc>
                  <a:txBody>
                    <a:bodyPr/>
                    <a:lstStyle/>
                    <a:p>
                      <a:pPr indent="0" lvl="0" marL="0" marR="0" rtl="0" algn="ctr">
                        <a:lnSpc>
                          <a:spcPct val="100000"/>
                        </a:lnSpc>
                        <a:spcBef>
                          <a:spcPts val="0"/>
                        </a:spcBef>
                        <a:spcAft>
                          <a:spcPts val="0"/>
                        </a:spcAft>
                        <a:buNone/>
                      </a:pPr>
                      <a:r>
                        <a:rPr b="0" lang="es-419" sz="1400" u="none" cap="none" strike="noStrike">
                          <a:solidFill>
                            <a:schemeClr val="dk2"/>
                          </a:solidFill>
                          <a:latin typeface="Cambria"/>
                          <a:ea typeface="Cambria"/>
                          <a:cs typeface="Cambria"/>
                          <a:sym typeface="Cambria"/>
                        </a:rPr>
                        <a:t>1</a:t>
                      </a:r>
                      <a:endParaRPr b="0" sz="1400" u="none" cap="none" strike="noStrike">
                        <a:solidFill>
                          <a:schemeClr val="dk2"/>
                        </a:solidFill>
                        <a:latin typeface="Cambria"/>
                        <a:ea typeface="Cambria"/>
                        <a:cs typeface="Cambria"/>
                        <a:sym typeface="Cambria"/>
                      </a:endParaRPr>
                    </a:p>
                  </a:txBody>
                  <a:tcPr marT="45725" marB="45725" marR="91450" marL="91450">
                    <a:solidFill>
                      <a:schemeClr val="lt1"/>
                    </a:solidFill>
                  </a:tcPr>
                </a:tc>
                <a:tc>
                  <a:txBody>
                    <a:bodyPr/>
                    <a:lstStyle/>
                    <a:p>
                      <a:pPr indent="0" lvl="0" marL="0" marR="0" rtl="0" algn="ctr">
                        <a:lnSpc>
                          <a:spcPct val="100000"/>
                        </a:lnSpc>
                        <a:spcBef>
                          <a:spcPts val="0"/>
                        </a:spcBef>
                        <a:spcAft>
                          <a:spcPts val="0"/>
                        </a:spcAft>
                        <a:buNone/>
                      </a:pPr>
                      <a:r>
                        <a:rPr b="0" lang="es-419" sz="1400" u="none" cap="none" strike="noStrike">
                          <a:solidFill>
                            <a:schemeClr val="dk2"/>
                          </a:solidFill>
                          <a:latin typeface="Cambria"/>
                          <a:ea typeface="Cambria"/>
                          <a:cs typeface="Cambria"/>
                          <a:sym typeface="Cambria"/>
                        </a:rPr>
                        <a:t>4</a:t>
                      </a:r>
                      <a:endParaRPr b="0" sz="1400" u="none" cap="none" strike="noStrike">
                        <a:solidFill>
                          <a:schemeClr val="dk2"/>
                        </a:solidFill>
                        <a:latin typeface="Cambria"/>
                        <a:ea typeface="Cambria"/>
                        <a:cs typeface="Cambria"/>
                        <a:sym typeface="Cambria"/>
                      </a:endParaRPr>
                    </a:p>
                  </a:txBody>
                  <a:tcPr marT="45725" marB="45725" marR="91450" marL="91450">
                    <a:solidFill>
                      <a:schemeClr val="lt1"/>
                    </a:solidFill>
                  </a:tcPr>
                </a:tc>
              </a:tr>
              <a:tr h="370850">
                <a:tc>
                  <a:txBody>
                    <a:bodyPr/>
                    <a:lstStyle/>
                    <a:p>
                      <a:pPr indent="0" lvl="0" marL="0" marR="0" rtl="0" algn="l">
                        <a:lnSpc>
                          <a:spcPct val="100000"/>
                        </a:lnSpc>
                        <a:spcBef>
                          <a:spcPts val="0"/>
                        </a:spcBef>
                        <a:spcAft>
                          <a:spcPts val="0"/>
                        </a:spcAft>
                        <a:buNone/>
                      </a:pPr>
                      <a:r>
                        <a:rPr lang="es-419" sz="1400" u="none" cap="none" strike="noStrike">
                          <a:solidFill>
                            <a:schemeClr val="lt1"/>
                          </a:solidFill>
                          <a:latin typeface="Cambria"/>
                          <a:ea typeface="Cambria"/>
                          <a:cs typeface="Cambria"/>
                          <a:sym typeface="Cambria"/>
                        </a:rPr>
                        <a:t>Fotoeléctrico</a:t>
                      </a:r>
                      <a:endParaRPr/>
                    </a:p>
                    <a:p>
                      <a:pPr indent="0" lvl="0" marL="0" marR="0" rtl="0" algn="l">
                        <a:lnSpc>
                          <a:spcPct val="100000"/>
                        </a:lnSpc>
                        <a:spcBef>
                          <a:spcPts val="0"/>
                        </a:spcBef>
                        <a:spcAft>
                          <a:spcPts val="0"/>
                        </a:spcAft>
                        <a:buClr>
                          <a:srgbClr val="000000"/>
                        </a:buClr>
                        <a:buSzPts val="1400"/>
                        <a:buFont typeface="Arial"/>
                        <a:buNone/>
                      </a:pPr>
                      <a:r>
                        <a:rPr lang="es-419" sz="1400" u="none" cap="none" strike="noStrike">
                          <a:solidFill>
                            <a:schemeClr val="lt1"/>
                          </a:solidFill>
                          <a:latin typeface="Cambria"/>
                          <a:ea typeface="Cambria"/>
                          <a:cs typeface="Cambria"/>
                          <a:sym typeface="Cambria"/>
                        </a:rPr>
                        <a:t>Omron E3XNA11 (F.Ó.)</a:t>
                      </a:r>
                      <a:endParaRPr/>
                    </a:p>
                  </a:txBody>
                  <a:tcPr marT="45725" marB="45725" marR="91450" marL="91450">
                    <a:solidFill>
                      <a:srgbClr val="3D7FA7"/>
                    </a:solidFill>
                  </a:tcPr>
                </a:tc>
                <a:tc>
                  <a:txBody>
                    <a:bodyPr/>
                    <a:lstStyle/>
                    <a:p>
                      <a:pPr indent="0" lvl="0" marL="0" marR="0" rtl="0" algn="ctr">
                        <a:lnSpc>
                          <a:spcPct val="100000"/>
                        </a:lnSpc>
                        <a:spcBef>
                          <a:spcPts val="0"/>
                        </a:spcBef>
                        <a:spcAft>
                          <a:spcPts val="0"/>
                        </a:spcAft>
                        <a:buNone/>
                      </a:pPr>
                      <a:r>
                        <a:t/>
                      </a:r>
                      <a:endParaRPr b="0" sz="1400" u="none" cap="none" strike="noStrike">
                        <a:solidFill>
                          <a:schemeClr val="dk2"/>
                        </a:solidFill>
                        <a:latin typeface="Cambria"/>
                        <a:ea typeface="Cambria"/>
                        <a:cs typeface="Cambria"/>
                        <a:sym typeface="Cambria"/>
                      </a:endParaRPr>
                    </a:p>
                  </a:txBody>
                  <a:tcPr marT="45725" marB="45725" marR="91450" marL="91450">
                    <a:solidFill>
                      <a:schemeClr val="lt1"/>
                    </a:solidFill>
                  </a:tcPr>
                </a:tc>
                <a:tc>
                  <a:txBody>
                    <a:bodyPr/>
                    <a:lstStyle/>
                    <a:p>
                      <a:pPr indent="0" lvl="0" marL="0" marR="0" rtl="0" algn="ctr">
                        <a:lnSpc>
                          <a:spcPct val="100000"/>
                        </a:lnSpc>
                        <a:spcBef>
                          <a:spcPts val="0"/>
                        </a:spcBef>
                        <a:spcAft>
                          <a:spcPts val="0"/>
                        </a:spcAft>
                        <a:buNone/>
                      </a:pPr>
                      <a:r>
                        <a:rPr b="0" lang="es-419" sz="1400" u="none" cap="none" strike="noStrike">
                          <a:solidFill>
                            <a:schemeClr val="dk2"/>
                          </a:solidFill>
                          <a:latin typeface="Cambria"/>
                          <a:ea typeface="Cambria"/>
                          <a:cs typeface="Cambria"/>
                          <a:sym typeface="Cambria"/>
                        </a:rPr>
                        <a:t>1</a:t>
                      </a:r>
                      <a:endParaRPr b="0" sz="1400" u="none" cap="none" strike="noStrike">
                        <a:solidFill>
                          <a:schemeClr val="dk2"/>
                        </a:solidFill>
                        <a:latin typeface="Cambria"/>
                        <a:ea typeface="Cambria"/>
                        <a:cs typeface="Cambria"/>
                        <a:sym typeface="Cambria"/>
                      </a:endParaRPr>
                    </a:p>
                  </a:txBody>
                  <a:tcPr marT="45725" marB="45725" marR="91450" marL="91450">
                    <a:solidFill>
                      <a:schemeClr val="lt1"/>
                    </a:solidFill>
                  </a:tcPr>
                </a:tc>
                <a:tc>
                  <a:txBody>
                    <a:bodyPr/>
                    <a:lstStyle/>
                    <a:p>
                      <a:pPr indent="0" lvl="0" marL="0" marR="0" rtl="0" algn="ctr">
                        <a:lnSpc>
                          <a:spcPct val="100000"/>
                        </a:lnSpc>
                        <a:spcBef>
                          <a:spcPts val="0"/>
                        </a:spcBef>
                        <a:spcAft>
                          <a:spcPts val="0"/>
                        </a:spcAft>
                        <a:buNone/>
                      </a:pPr>
                      <a:r>
                        <a:t/>
                      </a:r>
                      <a:endParaRPr b="0" sz="1400" u="none" cap="none" strike="noStrike">
                        <a:solidFill>
                          <a:schemeClr val="dk2"/>
                        </a:solidFill>
                        <a:latin typeface="Cambria"/>
                        <a:ea typeface="Cambria"/>
                        <a:cs typeface="Cambria"/>
                        <a:sym typeface="Cambria"/>
                      </a:endParaRPr>
                    </a:p>
                  </a:txBody>
                  <a:tcPr marT="45725" marB="45725" marR="91450" marL="91450">
                    <a:solidFill>
                      <a:schemeClr val="lt1"/>
                    </a:solidFill>
                  </a:tcPr>
                </a:tc>
                <a:tc>
                  <a:txBody>
                    <a:bodyPr/>
                    <a:lstStyle/>
                    <a:p>
                      <a:pPr indent="0" lvl="0" marL="0" marR="0" rtl="0" algn="ctr">
                        <a:lnSpc>
                          <a:spcPct val="100000"/>
                        </a:lnSpc>
                        <a:spcBef>
                          <a:spcPts val="0"/>
                        </a:spcBef>
                        <a:spcAft>
                          <a:spcPts val="0"/>
                        </a:spcAft>
                        <a:buNone/>
                      </a:pPr>
                      <a:r>
                        <a:t/>
                      </a:r>
                      <a:endParaRPr b="0" sz="1400" u="none" cap="none" strike="noStrike">
                        <a:solidFill>
                          <a:schemeClr val="dk2"/>
                        </a:solidFill>
                        <a:latin typeface="Cambria"/>
                        <a:ea typeface="Cambria"/>
                        <a:cs typeface="Cambria"/>
                        <a:sym typeface="Cambria"/>
                      </a:endParaRPr>
                    </a:p>
                  </a:txBody>
                  <a:tcPr marT="45725" marB="45725" marR="91450" marL="91450">
                    <a:solidFill>
                      <a:schemeClr val="lt1"/>
                    </a:solidFill>
                  </a:tcPr>
                </a:tc>
                <a:tc>
                  <a:txBody>
                    <a:bodyPr/>
                    <a:lstStyle/>
                    <a:p>
                      <a:pPr indent="0" lvl="0" marL="0" marR="0" rtl="0" algn="ctr">
                        <a:lnSpc>
                          <a:spcPct val="100000"/>
                        </a:lnSpc>
                        <a:spcBef>
                          <a:spcPts val="0"/>
                        </a:spcBef>
                        <a:spcAft>
                          <a:spcPts val="0"/>
                        </a:spcAft>
                        <a:buNone/>
                      </a:pPr>
                      <a:r>
                        <a:rPr b="0" lang="es-419" sz="1400" u="none" cap="none" strike="noStrike">
                          <a:solidFill>
                            <a:schemeClr val="dk2"/>
                          </a:solidFill>
                          <a:latin typeface="Cambria"/>
                          <a:ea typeface="Cambria"/>
                          <a:cs typeface="Cambria"/>
                          <a:sym typeface="Cambria"/>
                        </a:rPr>
                        <a:t>1</a:t>
                      </a:r>
                      <a:endParaRPr b="0" sz="1400" u="none" cap="none" strike="noStrike">
                        <a:solidFill>
                          <a:schemeClr val="dk2"/>
                        </a:solidFill>
                        <a:latin typeface="Cambria"/>
                        <a:ea typeface="Cambria"/>
                        <a:cs typeface="Cambria"/>
                        <a:sym typeface="Cambria"/>
                      </a:endParaRPr>
                    </a:p>
                  </a:txBody>
                  <a:tcPr marT="45725" marB="45725" marR="91450" marL="91450">
                    <a:solidFill>
                      <a:schemeClr val="lt1"/>
                    </a:solidFill>
                  </a:tcPr>
                </a:tc>
              </a:tr>
              <a:tr h="370850">
                <a:tc>
                  <a:txBody>
                    <a:bodyPr/>
                    <a:lstStyle/>
                    <a:p>
                      <a:pPr indent="0" lvl="0" marL="0" marR="0" rtl="0" algn="l">
                        <a:lnSpc>
                          <a:spcPct val="100000"/>
                        </a:lnSpc>
                        <a:spcBef>
                          <a:spcPts val="0"/>
                        </a:spcBef>
                        <a:spcAft>
                          <a:spcPts val="0"/>
                        </a:spcAft>
                        <a:buNone/>
                      </a:pPr>
                      <a:r>
                        <a:rPr lang="es-419" sz="1400" u="none" cap="none" strike="noStrike">
                          <a:solidFill>
                            <a:schemeClr val="lt1"/>
                          </a:solidFill>
                          <a:latin typeface="Cambria"/>
                          <a:ea typeface="Cambria"/>
                          <a:cs typeface="Cambria"/>
                          <a:sym typeface="Cambria"/>
                        </a:rPr>
                        <a:t>Fotoeléctrico </a:t>
                      </a:r>
                      <a:endParaRPr/>
                    </a:p>
                    <a:p>
                      <a:pPr indent="0" lvl="0" marL="0" marR="0" rtl="0" algn="l">
                        <a:lnSpc>
                          <a:spcPct val="100000"/>
                        </a:lnSpc>
                        <a:spcBef>
                          <a:spcPts val="0"/>
                        </a:spcBef>
                        <a:spcAft>
                          <a:spcPts val="0"/>
                        </a:spcAft>
                        <a:buNone/>
                      </a:pPr>
                      <a:r>
                        <a:rPr lang="es-419" sz="1400" u="none" cap="none" strike="noStrike">
                          <a:solidFill>
                            <a:schemeClr val="lt1"/>
                          </a:solidFill>
                          <a:latin typeface="Cambria"/>
                          <a:ea typeface="Cambria"/>
                          <a:cs typeface="Cambria"/>
                          <a:sym typeface="Cambria"/>
                        </a:rPr>
                        <a:t>MHT15 (Reflex)</a:t>
                      </a:r>
                      <a:endParaRPr/>
                    </a:p>
                  </a:txBody>
                  <a:tcPr marT="45725" marB="45725" marR="91450" marL="91450">
                    <a:solidFill>
                      <a:srgbClr val="3D7FA7"/>
                    </a:solidFill>
                  </a:tcPr>
                </a:tc>
                <a:tc>
                  <a:txBody>
                    <a:bodyPr/>
                    <a:lstStyle/>
                    <a:p>
                      <a:pPr indent="0" lvl="0" marL="0" marR="0" rtl="0" algn="ctr">
                        <a:lnSpc>
                          <a:spcPct val="100000"/>
                        </a:lnSpc>
                        <a:spcBef>
                          <a:spcPts val="0"/>
                        </a:spcBef>
                        <a:spcAft>
                          <a:spcPts val="0"/>
                        </a:spcAft>
                        <a:buNone/>
                      </a:pPr>
                      <a:r>
                        <a:t/>
                      </a:r>
                      <a:endParaRPr b="0" sz="1400" u="none" cap="none" strike="noStrike">
                        <a:solidFill>
                          <a:schemeClr val="dk2"/>
                        </a:solidFill>
                        <a:latin typeface="Cambria"/>
                        <a:ea typeface="Cambria"/>
                        <a:cs typeface="Cambria"/>
                        <a:sym typeface="Cambria"/>
                      </a:endParaRPr>
                    </a:p>
                  </a:txBody>
                  <a:tcPr marT="45725" marB="45725" marR="91450" marL="91450">
                    <a:solidFill>
                      <a:schemeClr val="lt1"/>
                    </a:solidFill>
                  </a:tcPr>
                </a:tc>
                <a:tc>
                  <a:txBody>
                    <a:bodyPr/>
                    <a:lstStyle/>
                    <a:p>
                      <a:pPr indent="0" lvl="0" marL="0" marR="0" rtl="0" algn="ctr">
                        <a:lnSpc>
                          <a:spcPct val="100000"/>
                        </a:lnSpc>
                        <a:spcBef>
                          <a:spcPts val="0"/>
                        </a:spcBef>
                        <a:spcAft>
                          <a:spcPts val="0"/>
                        </a:spcAft>
                        <a:buNone/>
                      </a:pPr>
                      <a:r>
                        <a:rPr b="0" lang="es-419" sz="1400" u="none" cap="none" strike="noStrike">
                          <a:solidFill>
                            <a:schemeClr val="dk2"/>
                          </a:solidFill>
                          <a:latin typeface="Cambria"/>
                          <a:ea typeface="Cambria"/>
                          <a:cs typeface="Cambria"/>
                          <a:sym typeface="Cambria"/>
                        </a:rPr>
                        <a:t>1</a:t>
                      </a:r>
                      <a:endParaRPr b="0" sz="1400" u="none" cap="none" strike="noStrike">
                        <a:solidFill>
                          <a:schemeClr val="dk2"/>
                        </a:solidFill>
                        <a:latin typeface="Cambria"/>
                        <a:ea typeface="Cambria"/>
                        <a:cs typeface="Cambria"/>
                        <a:sym typeface="Cambria"/>
                      </a:endParaRPr>
                    </a:p>
                  </a:txBody>
                  <a:tcPr marT="45725" marB="45725" marR="91450" marL="91450">
                    <a:solidFill>
                      <a:schemeClr val="lt1"/>
                    </a:solidFill>
                  </a:tcPr>
                </a:tc>
                <a:tc>
                  <a:txBody>
                    <a:bodyPr/>
                    <a:lstStyle/>
                    <a:p>
                      <a:pPr indent="0" lvl="0" marL="0" marR="0" rtl="0" algn="ctr">
                        <a:lnSpc>
                          <a:spcPct val="100000"/>
                        </a:lnSpc>
                        <a:spcBef>
                          <a:spcPts val="0"/>
                        </a:spcBef>
                        <a:spcAft>
                          <a:spcPts val="0"/>
                        </a:spcAft>
                        <a:buNone/>
                      </a:pPr>
                      <a:r>
                        <a:rPr b="0" lang="es-419" sz="1400" u="none" cap="none" strike="noStrike">
                          <a:solidFill>
                            <a:schemeClr val="dk2"/>
                          </a:solidFill>
                          <a:latin typeface="Cambria"/>
                          <a:ea typeface="Cambria"/>
                          <a:cs typeface="Cambria"/>
                          <a:sym typeface="Cambria"/>
                        </a:rPr>
                        <a:t>1</a:t>
                      </a:r>
                      <a:endParaRPr b="0" sz="1400" u="none" cap="none" strike="noStrike">
                        <a:solidFill>
                          <a:schemeClr val="dk2"/>
                        </a:solidFill>
                        <a:latin typeface="Cambria"/>
                        <a:ea typeface="Cambria"/>
                        <a:cs typeface="Cambria"/>
                        <a:sym typeface="Cambria"/>
                      </a:endParaRPr>
                    </a:p>
                  </a:txBody>
                  <a:tcPr marT="45725" marB="45725" marR="91450" marL="91450">
                    <a:solidFill>
                      <a:schemeClr val="lt1"/>
                    </a:solidFill>
                  </a:tcPr>
                </a:tc>
                <a:tc>
                  <a:txBody>
                    <a:bodyPr/>
                    <a:lstStyle/>
                    <a:p>
                      <a:pPr indent="0" lvl="0" marL="0" marR="0" rtl="0" algn="ctr">
                        <a:lnSpc>
                          <a:spcPct val="100000"/>
                        </a:lnSpc>
                        <a:spcBef>
                          <a:spcPts val="0"/>
                        </a:spcBef>
                        <a:spcAft>
                          <a:spcPts val="0"/>
                        </a:spcAft>
                        <a:buNone/>
                      </a:pPr>
                      <a:r>
                        <a:t/>
                      </a:r>
                      <a:endParaRPr b="0" sz="1400" u="none" cap="none" strike="noStrike">
                        <a:solidFill>
                          <a:schemeClr val="dk2"/>
                        </a:solidFill>
                        <a:latin typeface="Cambria"/>
                        <a:ea typeface="Cambria"/>
                        <a:cs typeface="Cambria"/>
                        <a:sym typeface="Cambria"/>
                      </a:endParaRPr>
                    </a:p>
                  </a:txBody>
                  <a:tcPr marT="45725" marB="45725" marR="91450" marL="91450">
                    <a:solidFill>
                      <a:schemeClr val="lt1"/>
                    </a:solidFill>
                  </a:tcPr>
                </a:tc>
                <a:tc>
                  <a:txBody>
                    <a:bodyPr/>
                    <a:lstStyle/>
                    <a:p>
                      <a:pPr indent="0" lvl="0" marL="0" marR="0" rtl="0" algn="ctr">
                        <a:lnSpc>
                          <a:spcPct val="100000"/>
                        </a:lnSpc>
                        <a:spcBef>
                          <a:spcPts val="0"/>
                        </a:spcBef>
                        <a:spcAft>
                          <a:spcPts val="0"/>
                        </a:spcAft>
                        <a:buNone/>
                      </a:pPr>
                      <a:r>
                        <a:t/>
                      </a:r>
                      <a:endParaRPr b="0" sz="1400" u="none" cap="none" strike="noStrike">
                        <a:solidFill>
                          <a:schemeClr val="dk2"/>
                        </a:solidFill>
                        <a:latin typeface="Cambria"/>
                        <a:ea typeface="Cambria"/>
                        <a:cs typeface="Cambria"/>
                        <a:sym typeface="Cambria"/>
                      </a:endParaRPr>
                    </a:p>
                  </a:txBody>
                  <a:tcPr marT="45725" marB="45725" marR="91450" marL="91450">
                    <a:solidFill>
                      <a:schemeClr val="lt1"/>
                    </a:solidFill>
                  </a:tcPr>
                </a:tc>
              </a:tr>
              <a:tr h="370850">
                <a:tc>
                  <a:txBody>
                    <a:bodyPr/>
                    <a:lstStyle/>
                    <a:p>
                      <a:pPr indent="0" lvl="0" marL="0" marR="0" rtl="0" algn="l">
                        <a:lnSpc>
                          <a:spcPct val="100000"/>
                        </a:lnSpc>
                        <a:spcBef>
                          <a:spcPts val="0"/>
                        </a:spcBef>
                        <a:spcAft>
                          <a:spcPts val="0"/>
                        </a:spcAft>
                        <a:buNone/>
                      </a:pPr>
                      <a:r>
                        <a:rPr lang="es-419" sz="1400" u="none" cap="none" strike="noStrike">
                          <a:solidFill>
                            <a:schemeClr val="lt1"/>
                          </a:solidFill>
                          <a:latin typeface="Cambria"/>
                          <a:ea typeface="Cambria"/>
                          <a:cs typeface="Cambria"/>
                          <a:sym typeface="Cambria"/>
                        </a:rPr>
                        <a:t>Final de Carrera</a:t>
                      </a:r>
                      <a:endParaRPr/>
                    </a:p>
                    <a:p>
                      <a:pPr indent="0" lvl="0" marL="0" marR="0" rtl="0" algn="l">
                        <a:lnSpc>
                          <a:spcPct val="100000"/>
                        </a:lnSpc>
                        <a:spcBef>
                          <a:spcPts val="0"/>
                        </a:spcBef>
                        <a:spcAft>
                          <a:spcPts val="0"/>
                        </a:spcAft>
                        <a:buNone/>
                      </a:pPr>
                      <a:r>
                        <a:rPr lang="es-419" sz="1400" u="none" cap="none" strike="noStrike">
                          <a:solidFill>
                            <a:schemeClr val="lt1"/>
                          </a:solidFill>
                          <a:latin typeface="Cambria"/>
                          <a:ea typeface="Cambria"/>
                          <a:cs typeface="Cambria"/>
                          <a:sym typeface="Cambria"/>
                        </a:rPr>
                        <a:t>V-156_1C25</a:t>
                      </a:r>
                      <a:endParaRPr/>
                    </a:p>
                  </a:txBody>
                  <a:tcPr marT="45725" marB="45725" marR="91450" marL="91450">
                    <a:solidFill>
                      <a:srgbClr val="3D7FA7"/>
                    </a:solidFill>
                  </a:tcPr>
                </a:tc>
                <a:tc>
                  <a:txBody>
                    <a:bodyPr/>
                    <a:lstStyle/>
                    <a:p>
                      <a:pPr indent="0" lvl="0" marL="0" marR="0" rtl="0" algn="ctr">
                        <a:lnSpc>
                          <a:spcPct val="100000"/>
                        </a:lnSpc>
                        <a:spcBef>
                          <a:spcPts val="0"/>
                        </a:spcBef>
                        <a:spcAft>
                          <a:spcPts val="0"/>
                        </a:spcAft>
                        <a:buNone/>
                      </a:pPr>
                      <a:r>
                        <a:rPr b="0" lang="es-419" sz="1400" u="none" cap="none" strike="noStrike">
                          <a:solidFill>
                            <a:schemeClr val="dk2"/>
                          </a:solidFill>
                          <a:latin typeface="Cambria"/>
                          <a:ea typeface="Cambria"/>
                          <a:cs typeface="Cambria"/>
                          <a:sym typeface="Cambria"/>
                        </a:rPr>
                        <a:t>2</a:t>
                      </a:r>
                      <a:endParaRPr b="0" sz="1400" u="none" cap="none" strike="noStrike">
                        <a:solidFill>
                          <a:schemeClr val="dk2"/>
                        </a:solidFill>
                        <a:latin typeface="Cambria"/>
                        <a:ea typeface="Cambria"/>
                        <a:cs typeface="Cambria"/>
                        <a:sym typeface="Cambria"/>
                      </a:endParaRPr>
                    </a:p>
                  </a:txBody>
                  <a:tcPr marT="45725" marB="45725" marR="91450" marL="91450">
                    <a:solidFill>
                      <a:schemeClr val="lt1"/>
                    </a:solidFill>
                  </a:tcPr>
                </a:tc>
                <a:tc>
                  <a:txBody>
                    <a:bodyPr/>
                    <a:lstStyle/>
                    <a:p>
                      <a:pPr indent="0" lvl="0" marL="0" marR="0" rtl="0" algn="ctr">
                        <a:lnSpc>
                          <a:spcPct val="100000"/>
                        </a:lnSpc>
                        <a:spcBef>
                          <a:spcPts val="0"/>
                        </a:spcBef>
                        <a:spcAft>
                          <a:spcPts val="0"/>
                        </a:spcAft>
                        <a:buNone/>
                      </a:pPr>
                      <a:r>
                        <a:t/>
                      </a:r>
                      <a:endParaRPr b="0" sz="1400" u="none" cap="none" strike="noStrike">
                        <a:solidFill>
                          <a:schemeClr val="dk2"/>
                        </a:solidFill>
                        <a:latin typeface="Cambria"/>
                        <a:ea typeface="Cambria"/>
                        <a:cs typeface="Cambria"/>
                        <a:sym typeface="Cambria"/>
                      </a:endParaRPr>
                    </a:p>
                  </a:txBody>
                  <a:tcPr marT="45725" marB="45725" marR="91450" marL="91450">
                    <a:solidFill>
                      <a:schemeClr val="lt1"/>
                    </a:solidFill>
                  </a:tcPr>
                </a:tc>
                <a:tc>
                  <a:txBody>
                    <a:bodyPr/>
                    <a:lstStyle/>
                    <a:p>
                      <a:pPr indent="0" lvl="0" marL="0" marR="0" rtl="0" algn="ctr">
                        <a:lnSpc>
                          <a:spcPct val="100000"/>
                        </a:lnSpc>
                        <a:spcBef>
                          <a:spcPts val="0"/>
                        </a:spcBef>
                        <a:spcAft>
                          <a:spcPts val="0"/>
                        </a:spcAft>
                        <a:buNone/>
                      </a:pPr>
                      <a:r>
                        <a:t/>
                      </a:r>
                      <a:endParaRPr b="0" sz="1400" u="none" cap="none" strike="noStrike">
                        <a:solidFill>
                          <a:schemeClr val="dk2"/>
                        </a:solidFill>
                        <a:latin typeface="Cambria"/>
                        <a:ea typeface="Cambria"/>
                        <a:cs typeface="Cambria"/>
                        <a:sym typeface="Cambria"/>
                      </a:endParaRPr>
                    </a:p>
                  </a:txBody>
                  <a:tcPr marT="45725" marB="45725" marR="91450" marL="91450">
                    <a:solidFill>
                      <a:schemeClr val="lt1"/>
                    </a:solidFill>
                  </a:tcPr>
                </a:tc>
                <a:tc>
                  <a:txBody>
                    <a:bodyPr/>
                    <a:lstStyle/>
                    <a:p>
                      <a:pPr indent="0" lvl="0" marL="0" marR="0" rtl="0" algn="ctr">
                        <a:lnSpc>
                          <a:spcPct val="100000"/>
                        </a:lnSpc>
                        <a:spcBef>
                          <a:spcPts val="0"/>
                        </a:spcBef>
                        <a:spcAft>
                          <a:spcPts val="0"/>
                        </a:spcAft>
                        <a:buNone/>
                      </a:pPr>
                      <a:r>
                        <a:t/>
                      </a:r>
                      <a:endParaRPr b="0" sz="1400" u="none" cap="none" strike="noStrike">
                        <a:solidFill>
                          <a:schemeClr val="dk2"/>
                        </a:solidFill>
                        <a:latin typeface="Cambria"/>
                        <a:ea typeface="Cambria"/>
                        <a:cs typeface="Cambria"/>
                        <a:sym typeface="Cambria"/>
                      </a:endParaRPr>
                    </a:p>
                  </a:txBody>
                  <a:tcPr marT="45725" marB="45725" marR="91450" marL="91450">
                    <a:solidFill>
                      <a:schemeClr val="lt1"/>
                    </a:solidFill>
                  </a:tcPr>
                </a:tc>
                <a:tc>
                  <a:txBody>
                    <a:bodyPr/>
                    <a:lstStyle/>
                    <a:p>
                      <a:pPr indent="0" lvl="0" marL="0" marR="0" rtl="0" algn="ctr">
                        <a:lnSpc>
                          <a:spcPct val="100000"/>
                        </a:lnSpc>
                        <a:spcBef>
                          <a:spcPts val="0"/>
                        </a:spcBef>
                        <a:spcAft>
                          <a:spcPts val="0"/>
                        </a:spcAft>
                        <a:buNone/>
                      </a:pPr>
                      <a:r>
                        <a:t/>
                      </a:r>
                      <a:endParaRPr b="0" sz="1400" u="none" cap="none" strike="noStrike">
                        <a:solidFill>
                          <a:schemeClr val="dk2"/>
                        </a:solidFill>
                        <a:latin typeface="Cambria"/>
                        <a:ea typeface="Cambria"/>
                        <a:cs typeface="Cambria"/>
                        <a:sym typeface="Cambria"/>
                      </a:endParaRPr>
                    </a:p>
                  </a:txBody>
                  <a:tcPr marT="45725" marB="45725" marR="91450" marL="91450">
                    <a:solidFill>
                      <a:schemeClr val="lt1"/>
                    </a:solidFill>
                  </a:tcPr>
                </a:tc>
              </a:tr>
              <a:tr h="370850">
                <a:tc>
                  <a:txBody>
                    <a:bodyPr/>
                    <a:lstStyle/>
                    <a:p>
                      <a:pPr indent="0" lvl="0" marL="0" marR="0" rtl="0" algn="l">
                        <a:lnSpc>
                          <a:spcPct val="100000"/>
                        </a:lnSpc>
                        <a:spcBef>
                          <a:spcPts val="0"/>
                        </a:spcBef>
                        <a:spcAft>
                          <a:spcPts val="0"/>
                        </a:spcAft>
                        <a:buNone/>
                      </a:pPr>
                      <a:r>
                        <a:rPr lang="es-419" sz="1400" u="none" cap="none" strike="noStrike">
                          <a:solidFill>
                            <a:schemeClr val="lt1"/>
                          </a:solidFill>
                          <a:latin typeface="Cambria"/>
                          <a:ea typeface="Cambria"/>
                          <a:cs typeface="Cambria"/>
                          <a:sym typeface="Cambria"/>
                        </a:rPr>
                        <a:t>Proximidad Inductivo LM183008NA</a:t>
                      </a:r>
                      <a:endParaRPr/>
                    </a:p>
                  </a:txBody>
                  <a:tcPr marT="45725" marB="45725" marR="91450" marL="91450">
                    <a:solidFill>
                      <a:srgbClr val="3D7FA7"/>
                    </a:solidFill>
                  </a:tcPr>
                </a:tc>
                <a:tc>
                  <a:txBody>
                    <a:bodyPr/>
                    <a:lstStyle/>
                    <a:p>
                      <a:pPr indent="0" lvl="0" marL="0" marR="0" rtl="0" algn="ctr">
                        <a:lnSpc>
                          <a:spcPct val="100000"/>
                        </a:lnSpc>
                        <a:spcBef>
                          <a:spcPts val="0"/>
                        </a:spcBef>
                        <a:spcAft>
                          <a:spcPts val="0"/>
                        </a:spcAft>
                        <a:buNone/>
                      </a:pPr>
                      <a:r>
                        <a:t/>
                      </a:r>
                      <a:endParaRPr b="0" sz="1400" u="none" cap="none" strike="noStrike">
                        <a:solidFill>
                          <a:schemeClr val="dk2"/>
                        </a:solidFill>
                        <a:latin typeface="Cambria"/>
                        <a:ea typeface="Cambria"/>
                        <a:cs typeface="Cambria"/>
                        <a:sym typeface="Cambria"/>
                      </a:endParaRPr>
                    </a:p>
                  </a:txBody>
                  <a:tcPr marT="45725" marB="45725" marR="91450" marL="91450">
                    <a:solidFill>
                      <a:schemeClr val="lt1"/>
                    </a:solidFill>
                  </a:tcPr>
                </a:tc>
                <a:tc>
                  <a:txBody>
                    <a:bodyPr/>
                    <a:lstStyle/>
                    <a:p>
                      <a:pPr indent="0" lvl="0" marL="0" marR="0" rtl="0" algn="ctr">
                        <a:lnSpc>
                          <a:spcPct val="100000"/>
                        </a:lnSpc>
                        <a:spcBef>
                          <a:spcPts val="0"/>
                        </a:spcBef>
                        <a:spcAft>
                          <a:spcPts val="0"/>
                        </a:spcAft>
                        <a:buNone/>
                      </a:pPr>
                      <a:r>
                        <a:rPr b="0" lang="es-419" sz="1400" u="none" cap="none" strike="noStrike">
                          <a:solidFill>
                            <a:schemeClr val="dk2"/>
                          </a:solidFill>
                          <a:latin typeface="Cambria"/>
                          <a:ea typeface="Cambria"/>
                          <a:cs typeface="Cambria"/>
                          <a:sym typeface="Cambria"/>
                        </a:rPr>
                        <a:t>1</a:t>
                      </a:r>
                      <a:endParaRPr b="0" sz="1400" u="none" cap="none" strike="noStrike">
                        <a:solidFill>
                          <a:schemeClr val="dk2"/>
                        </a:solidFill>
                        <a:latin typeface="Cambria"/>
                        <a:ea typeface="Cambria"/>
                        <a:cs typeface="Cambria"/>
                        <a:sym typeface="Cambria"/>
                      </a:endParaRPr>
                    </a:p>
                  </a:txBody>
                  <a:tcPr marT="45725" marB="45725" marR="91450" marL="91450">
                    <a:solidFill>
                      <a:schemeClr val="lt1"/>
                    </a:solidFill>
                  </a:tcPr>
                </a:tc>
                <a:tc>
                  <a:txBody>
                    <a:bodyPr/>
                    <a:lstStyle/>
                    <a:p>
                      <a:pPr indent="0" lvl="0" marL="0" marR="0" rtl="0" algn="ctr">
                        <a:lnSpc>
                          <a:spcPct val="100000"/>
                        </a:lnSpc>
                        <a:spcBef>
                          <a:spcPts val="0"/>
                        </a:spcBef>
                        <a:spcAft>
                          <a:spcPts val="0"/>
                        </a:spcAft>
                        <a:buNone/>
                      </a:pPr>
                      <a:r>
                        <a:rPr b="0" lang="es-419" sz="1400" u="none" cap="none" strike="noStrike">
                          <a:solidFill>
                            <a:schemeClr val="dk2"/>
                          </a:solidFill>
                          <a:latin typeface="Cambria"/>
                          <a:ea typeface="Cambria"/>
                          <a:cs typeface="Cambria"/>
                          <a:sym typeface="Cambria"/>
                        </a:rPr>
                        <a:t>1</a:t>
                      </a:r>
                      <a:endParaRPr b="0" sz="1400" u="none" cap="none" strike="noStrike">
                        <a:solidFill>
                          <a:schemeClr val="dk2"/>
                        </a:solidFill>
                        <a:latin typeface="Cambria"/>
                        <a:ea typeface="Cambria"/>
                        <a:cs typeface="Cambria"/>
                        <a:sym typeface="Cambria"/>
                      </a:endParaRPr>
                    </a:p>
                  </a:txBody>
                  <a:tcPr marT="45725" marB="45725" marR="91450" marL="91450">
                    <a:solidFill>
                      <a:schemeClr val="lt1"/>
                    </a:solidFill>
                  </a:tcPr>
                </a:tc>
                <a:tc>
                  <a:txBody>
                    <a:bodyPr/>
                    <a:lstStyle/>
                    <a:p>
                      <a:pPr indent="0" lvl="0" marL="0" marR="0" rtl="0" algn="ctr">
                        <a:lnSpc>
                          <a:spcPct val="100000"/>
                        </a:lnSpc>
                        <a:spcBef>
                          <a:spcPts val="0"/>
                        </a:spcBef>
                        <a:spcAft>
                          <a:spcPts val="0"/>
                        </a:spcAft>
                        <a:buNone/>
                      </a:pPr>
                      <a:r>
                        <a:t/>
                      </a:r>
                      <a:endParaRPr b="0" sz="1400" u="none" cap="none" strike="noStrike">
                        <a:solidFill>
                          <a:schemeClr val="dk2"/>
                        </a:solidFill>
                        <a:latin typeface="Cambria"/>
                        <a:ea typeface="Cambria"/>
                        <a:cs typeface="Cambria"/>
                        <a:sym typeface="Cambria"/>
                      </a:endParaRPr>
                    </a:p>
                  </a:txBody>
                  <a:tcPr marT="45725" marB="45725" marR="91450" marL="91450">
                    <a:solidFill>
                      <a:schemeClr val="lt1"/>
                    </a:solidFill>
                  </a:tcPr>
                </a:tc>
                <a:tc>
                  <a:txBody>
                    <a:bodyPr/>
                    <a:lstStyle/>
                    <a:p>
                      <a:pPr indent="0" lvl="0" marL="0" marR="0" rtl="0" algn="ctr">
                        <a:lnSpc>
                          <a:spcPct val="100000"/>
                        </a:lnSpc>
                        <a:spcBef>
                          <a:spcPts val="0"/>
                        </a:spcBef>
                        <a:spcAft>
                          <a:spcPts val="0"/>
                        </a:spcAft>
                        <a:buNone/>
                      </a:pPr>
                      <a:r>
                        <a:t/>
                      </a:r>
                      <a:endParaRPr b="0" sz="1400" u="none" cap="none" strike="noStrike">
                        <a:solidFill>
                          <a:schemeClr val="dk2"/>
                        </a:solidFill>
                        <a:latin typeface="Cambria"/>
                        <a:ea typeface="Cambria"/>
                        <a:cs typeface="Cambria"/>
                        <a:sym typeface="Cambria"/>
                      </a:endParaRPr>
                    </a:p>
                  </a:txBody>
                  <a:tcPr marT="45725" marB="45725" marR="91450" marL="91450">
                    <a:solidFill>
                      <a:schemeClr val="lt1"/>
                    </a:solidFill>
                  </a:tcPr>
                </a:tc>
              </a:tr>
              <a:tr h="370850">
                <a:tc>
                  <a:txBody>
                    <a:bodyPr/>
                    <a:lstStyle/>
                    <a:p>
                      <a:pPr indent="0" lvl="0" marL="0" marR="0" rtl="0" algn="l">
                        <a:lnSpc>
                          <a:spcPct val="100000"/>
                        </a:lnSpc>
                        <a:spcBef>
                          <a:spcPts val="0"/>
                        </a:spcBef>
                        <a:spcAft>
                          <a:spcPts val="0"/>
                        </a:spcAft>
                        <a:buNone/>
                      </a:pPr>
                      <a:r>
                        <a:rPr lang="es-419" sz="1400" u="none" cap="none" strike="noStrike">
                          <a:solidFill>
                            <a:schemeClr val="lt1"/>
                          </a:solidFill>
                          <a:latin typeface="Cambria"/>
                          <a:ea typeface="Cambria"/>
                          <a:cs typeface="Cambria"/>
                          <a:sym typeface="Cambria"/>
                        </a:rPr>
                        <a:t>Proximidad Inductivo TL08NK</a:t>
                      </a:r>
                      <a:endParaRPr/>
                    </a:p>
                  </a:txBody>
                  <a:tcPr marT="45725" marB="45725" marR="91450" marL="91450">
                    <a:solidFill>
                      <a:srgbClr val="3D7FA7"/>
                    </a:solidFill>
                  </a:tcPr>
                </a:tc>
                <a:tc>
                  <a:txBody>
                    <a:bodyPr/>
                    <a:lstStyle/>
                    <a:p>
                      <a:pPr indent="0" lvl="0" marL="0" marR="0" rtl="0" algn="ctr">
                        <a:lnSpc>
                          <a:spcPct val="100000"/>
                        </a:lnSpc>
                        <a:spcBef>
                          <a:spcPts val="0"/>
                        </a:spcBef>
                        <a:spcAft>
                          <a:spcPts val="0"/>
                        </a:spcAft>
                        <a:buNone/>
                      </a:pPr>
                      <a:r>
                        <a:rPr b="0" lang="es-419" sz="1400" u="none" cap="none" strike="noStrike">
                          <a:solidFill>
                            <a:schemeClr val="dk2"/>
                          </a:solidFill>
                          <a:latin typeface="Cambria"/>
                          <a:ea typeface="Cambria"/>
                          <a:cs typeface="Cambria"/>
                          <a:sym typeface="Cambria"/>
                        </a:rPr>
                        <a:t>1</a:t>
                      </a:r>
                      <a:endParaRPr b="0" sz="1400" u="none" cap="none" strike="noStrike">
                        <a:solidFill>
                          <a:schemeClr val="dk2"/>
                        </a:solidFill>
                        <a:latin typeface="Cambria"/>
                        <a:ea typeface="Cambria"/>
                        <a:cs typeface="Cambria"/>
                        <a:sym typeface="Cambria"/>
                      </a:endParaRPr>
                    </a:p>
                  </a:txBody>
                  <a:tcPr marT="45725" marB="45725" marR="91450" marL="91450">
                    <a:solidFill>
                      <a:schemeClr val="lt1"/>
                    </a:solidFill>
                  </a:tcPr>
                </a:tc>
                <a:tc>
                  <a:txBody>
                    <a:bodyPr/>
                    <a:lstStyle/>
                    <a:p>
                      <a:pPr indent="0" lvl="0" marL="0" marR="0" rtl="0" algn="ctr">
                        <a:lnSpc>
                          <a:spcPct val="100000"/>
                        </a:lnSpc>
                        <a:spcBef>
                          <a:spcPts val="0"/>
                        </a:spcBef>
                        <a:spcAft>
                          <a:spcPts val="0"/>
                        </a:spcAft>
                        <a:buNone/>
                      </a:pPr>
                      <a:r>
                        <a:t/>
                      </a:r>
                      <a:endParaRPr b="0" sz="1400" u="none" cap="none" strike="noStrike">
                        <a:solidFill>
                          <a:schemeClr val="dk2"/>
                        </a:solidFill>
                        <a:latin typeface="Cambria"/>
                        <a:ea typeface="Cambria"/>
                        <a:cs typeface="Cambria"/>
                        <a:sym typeface="Cambria"/>
                      </a:endParaRPr>
                    </a:p>
                  </a:txBody>
                  <a:tcPr marT="45725" marB="45725" marR="91450" marL="91450">
                    <a:solidFill>
                      <a:schemeClr val="lt1"/>
                    </a:solidFill>
                  </a:tcPr>
                </a:tc>
                <a:tc>
                  <a:txBody>
                    <a:bodyPr/>
                    <a:lstStyle/>
                    <a:p>
                      <a:pPr indent="0" lvl="0" marL="0" marR="0" rtl="0" algn="ctr">
                        <a:lnSpc>
                          <a:spcPct val="100000"/>
                        </a:lnSpc>
                        <a:spcBef>
                          <a:spcPts val="0"/>
                        </a:spcBef>
                        <a:spcAft>
                          <a:spcPts val="0"/>
                        </a:spcAft>
                        <a:buNone/>
                      </a:pPr>
                      <a:r>
                        <a:t/>
                      </a:r>
                      <a:endParaRPr b="0" sz="1400" u="none" cap="none" strike="noStrike">
                        <a:solidFill>
                          <a:schemeClr val="dk2"/>
                        </a:solidFill>
                        <a:latin typeface="Cambria"/>
                        <a:ea typeface="Cambria"/>
                        <a:cs typeface="Cambria"/>
                        <a:sym typeface="Cambria"/>
                      </a:endParaRPr>
                    </a:p>
                  </a:txBody>
                  <a:tcPr marT="45725" marB="45725" marR="91450" marL="91450">
                    <a:solidFill>
                      <a:schemeClr val="lt1"/>
                    </a:solidFill>
                  </a:tcPr>
                </a:tc>
                <a:tc>
                  <a:txBody>
                    <a:bodyPr/>
                    <a:lstStyle/>
                    <a:p>
                      <a:pPr indent="0" lvl="0" marL="0" marR="0" rtl="0" algn="ctr">
                        <a:lnSpc>
                          <a:spcPct val="100000"/>
                        </a:lnSpc>
                        <a:spcBef>
                          <a:spcPts val="0"/>
                        </a:spcBef>
                        <a:spcAft>
                          <a:spcPts val="0"/>
                        </a:spcAft>
                        <a:buNone/>
                      </a:pPr>
                      <a:r>
                        <a:t/>
                      </a:r>
                      <a:endParaRPr b="0" sz="1400" u="none" cap="none" strike="noStrike">
                        <a:solidFill>
                          <a:schemeClr val="dk2"/>
                        </a:solidFill>
                        <a:latin typeface="Cambria"/>
                        <a:ea typeface="Cambria"/>
                        <a:cs typeface="Cambria"/>
                        <a:sym typeface="Cambria"/>
                      </a:endParaRPr>
                    </a:p>
                  </a:txBody>
                  <a:tcPr marT="45725" marB="45725" marR="91450" marL="91450">
                    <a:solidFill>
                      <a:schemeClr val="lt1"/>
                    </a:solidFill>
                  </a:tcPr>
                </a:tc>
                <a:tc>
                  <a:txBody>
                    <a:bodyPr/>
                    <a:lstStyle/>
                    <a:p>
                      <a:pPr indent="0" lvl="0" marL="0" marR="0" rtl="0" algn="ctr">
                        <a:lnSpc>
                          <a:spcPct val="100000"/>
                        </a:lnSpc>
                        <a:spcBef>
                          <a:spcPts val="0"/>
                        </a:spcBef>
                        <a:spcAft>
                          <a:spcPts val="0"/>
                        </a:spcAft>
                        <a:buNone/>
                      </a:pPr>
                      <a:r>
                        <a:t/>
                      </a:r>
                      <a:endParaRPr b="0" sz="1400" u="none" cap="none" strike="noStrike">
                        <a:solidFill>
                          <a:schemeClr val="dk2"/>
                        </a:solidFill>
                        <a:latin typeface="Cambria"/>
                        <a:ea typeface="Cambria"/>
                        <a:cs typeface="Cambria"/>
                        <a:sym typeface="Cambria"/>
                      </a:endParaRPr>
                    </a:p>
                  </a:txBody>
                  <a:tcPr marT="45725" marB="45725" marR="91450" marL="91450">
                    <a:solidFill>
                      <a:schemeClr val="lt1"/>
                    </a:solidFill>
                  </a:tcPr>
                </a:tc>
              </a:tr>
              <a:tr h="370850">
                <a:tc>
                  <a:txBody>
                    <a:bodyPr/>
                    <a:lstStyle/>
                    <a:p>
                      <a:pPr indent="0" lvl="0" marL="0" marR="0" rtl="0" algn="l">
                        <a:lnSpc>
                          <a:spcPct val="100000"/>
                        </a:lnSpc>
                        <a:spcBef>
                          <a:spcPts val="0"/>
                        </a:spcBef>
                        <a:spcAft>
                          <a:spcPts val="0"/>
                        </a:spcAft>
                        <a:buNone/>
                      </a:pPr>
                      <a:r>
                        <a:rPr lang="es-419" sz="1400" u="none" cap="none" strike="noStrike">
                          <a:solidFill>
                            <a:schemeClr val="lt1"/>
                          </a:solidFill>
                          <a:latin typeface="Cambria"/>
                          <a:ea typeface="Cambria"/>
                          <a:cs typeface="Cambria"/>
                          <a:sym typeface="Cambria"/>
                        </a:rPr>
                        <a:t>Encoder incremental </a:t>
                      </a:r>
                      <a:endParaRPr/>
                    </a:p>
                  </a:txBody>
                  <a:tcPr marT="45725" marB="45725" marR="91450" marL="91450">
                    <a:solidFill>
                      <a:srgbClr val="3D7FA7"/>
                    </a:solidFill>
                  </a:tcPr>
                </a:tc>
                <a:tc>
                  <a:txBody>
                    <a:bodyPr/>
                    <a:lstStyle/>
                    <a:p>
                      <a:pPr indent="0" lvl="0" marL="0" marR="0" rtl="0" algn="ctr">
                        <a:lnSpc>
                          <a:spcPct val="100000"/>
                        </a:lnSpc>
                        <a:spcBef>
                          <a:spcPts val="0"/>
                        </a:spcBef>
                        <a:spcAft>
                          <a:spcPts val="0"/>
                        </a:spcAft>
                        <a:buNone/>
                      </a:pPr>
                      <a:r>
                        <a:t/>
                      </a:r>
                      <a:endParaRPr b="0" sz="1400" u="none" cap="none" strike="noStrike">
                        <a:solidFill>
                          <a:schemeClr val="dk2"/>
                        </a:solidFill>
                        <a:latin typeface="Cambria"/>
                        <a:ea typeface="Cambria"/>
                        <a:cs typeface="Cambria"/>
                        <a:sym typeface="Cambria"/>
                      </a:endParaRPr>
                    </a:p>
                  </a:txBody>
                  <a:tcPr marT="45725" marB="45725" marR="91450" marL="91450">
                    <a:solidFill>
                      <a:schemeClr val="lt1"/>
                    </a:solidFill>
                  </a:tcPr>
                </a:tc>
                <a:tc>
                  <a:txBody>
                    <a:bodyPr/>
                    <a:lstStyle/>
                    <a:p>
                      <a:pPr indent="0" lvl="0" marL="0" marR="0" rtl="0" algn="ctr">
                        <a:lnSpc>
                          <a:spcPct val="100000"/>
                        </a:lnSpc>
                        <a:spcBef>
                          <a:spcPts val="0"/>
                        </a:spcBef>
                        <a:spcAft>
                          <a:spcPts val="0"/>
                        </a:spcAft>
                        <a:buNone/>
                      </a:pPr>
                      <a:r>
                        <a:rPr b="0" lang="es-419" sz="1400" u="none" cap="none" strike="noStrike">
                          <a:solidFill>
                            <a:schemeClr val="dk2"/>
                          </a:solidFill>
                          <a:latin typeface="Cambria"/>
                          <a:ea typeface="Cambria"/>
                          <a:cs typeface="Cambria"/>
                          <a:sym typeface="Cambria"/>
                        </a:rPr>
                        <a:t>1</a:t>
                      </a:r>
                      <a:endParaRPr b="0" sz="1400" u="none" cap="none" strike="noStrike">
                        <a:solidFill>
                          <a:schemeClr val="dk2"/>
                        </a:solidFill>
                        <a:latin typeface="Cambria"/>
                        <a:ea typeface="Cambria"/>
                        <a:cs typeface="Cambria"/>
                        <a:sym typeface="Cambria"/>
                      </a:endParaRPr>
                    </a:p>
                  </a:txBody>
                  <a:tcPr marT="45725" marB="45725" marR="91450" marL="91450">
                    <a:solidFill>
                      <a:schemeClr val="lt1"/>
                    </a:solidFill>
                  </a:tcPr>
                </a:tc>
                <a:tc>
                  <a:txBody>
                    <a:bodyPr/>
                    <a:lstStyle/>
                    <a:p>
                      <a:pPr indent="0" lvl="0" marL="0" marR="0" rtl="0" algn="ctr">
                        <a:lnSpc>
                          <a:spcPct val="100000"/>
                        </a:lnSpc>
                        <a:spcBef>
                          <a:spcPts val="0"/>
                        </a:spcBef>
                        <a:spcAft>
                          <a:spcPts val="0"/>
                        </a:spcAft>
                        <a:buNone/>
                      </a:pPr>
                      <a:r>
                        <a:t/>
                      </a:r>
                      <a:endParaRPr b="0" sz="1400" u="none" cap="none" strike="noStrike">
                        <a:solidFill>
                          <a:schemeClr val="dk2"/>
                        </a:solidFill>
                        <a:latin typeface="Cambria"/>
                        <a:ea typeface="Cambria"/>
                        <a:cs typeface="Cambria"/>
                        <a:sym typeface="Cambria"/>
                      </a:endParaRPr>
                    </a:p>
                  </a:txBody>
                  <a:tcPr marT="45725" marB="45725" marR="91450" marL="91450">
                    <a:solidFill>
                      <a:schemeClr val="lt1"/>
                    </a:solidFill>
                  </a:tcPr>
                </a:tc>
                <a:tc>
                  <a:txBody>
                    <a:bodyPr/>
                    <a:lstStyle/>
                    <a:p>
                      <a:pPr indent="0" lvl="0" marL="0" marR="0" rtl="0" algn="ctr">
                        <a:lnSpc>
                          <a:spcPct val="100000"/>
                        </a:lnSpc>
                        <a:spcBef>
                          <a:spcPts val="0"/>
                        </a:spcBef>
                        <a:spcAft>
                          <a:spcPts val="0"/>
                        </a:spcAft>
                        <a:buNone/>
                      </a:pPr>
                      <a:r>
                        <a:t/>
                      </a:r>
                      <a:endParaRPr b="0" sz="1400" u="none" cap="none" strike="noStrike">
                        <a:solidFill>
                          <a:schemeClr val="dk2"/>
                        </a:solidFill>
                        <a:latin typeface="Cambria"/>
                        <a:ea typeface="Cambria"/>
                        <a:cs typeface="Cambria"/>
                        <a:sym typeface="Cambria"/>
                      </a:endParaRPr>
                    </a:p>
                  </a:txBody>
                  <a:tcPr marT="45725" marB="45725" marR="91450" marL="91450">
                    <a:solidFill>
                      <a:schemeClr val="lt1"/>
                    </a:solidFill>
                  </a:tcPr>
                </a:tc>
                <a:tc>
                  <a:txBody>
                    <a:bodyPr/>
                    <a:lstStyle/>
                    <a:p>
                      <a:pPr indent="0" lvl="0" marL="0" marR="0" rtl="0" algn="ctr">
                        <a:lnSpc>
                          <a:spcPct val="100000"/>
                        </a:lnSpc>
                        <a:spcBef>
                          <a:spcPts val="0"/>
                        </a:spcBef>
                        <a:spcAft>
                          <a:spcPts val="0"/>
                        </a:spcAft>
                        <a:buNone/>
                      </a:pPr>
                      <a:r>
                        <a:t/>
                      </a:r>
                      <a:endParaRPr b="0" sz="1400" u="none" cap="none" strike="noStrike">
                        <a:solidFill>
                          <a:schemeClr val="dk2"/>
                        </a:solidFill>
                        <a:latin typeface="Cambria"/>
                        <a:ea typeface="Cambria"/>
                        <a:cs typeface="Cambria"/>
                        <a:sym typeface="Cambria"/>
                      </a:endParaRPr>
                    </a:p>
                  </a:txBody>
                  <a:tcPr marT="45725" marB="45725" marR="91450" marL="91450">
                    <a:solidFill>
                      <a:schemeClr val="lt1"/>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13"/>
          <p:cNvSpPr txBox="1"/>
          <p:nvPr/>
        </p:nvSpPr>
        <p:spPr>
          <a:xfrm>
            <a:off x="427612" y="-41032"/>
            <a:ext cx="4162764" cy="535200"/>
          </a:xfrm>
          <a:prstGeom prst="rect">
            <a:avLst/>
          </a:prstGeom>
          <a:noFill/>
          <a:ln>
            <a:noFill/>
          </a:ln>
        </p:spPr>
        <p:txBody>
          <a:bodyPr anchorCtr="0" anchor="t" bIns="91425" lIns="91425" spcFirstLastPara="1" rIns="91425" wrap="square" tIns="91425">
            <a:normAutofit fontScale="97500"/>
          </a:bodyPr>
          <a:lstStyle/>
          <a:p>
            <a:pPr indent="0" lvl="0" marL="0" marR="0" rtl="0" algn="l">
              <a:lnSpc>
                <a:spcPct val="100000"/>
              </a:lnSpc>
              <a:spcBef>
                <a:spcPts val="0"/>
              </a:spcBef>
              <a:spcAft>
                <a:spcPts val="0"/>
              </a:spcAft>
              <a:buClr>
                <a:schemeClr val="dk2"/>
              </a:buClr>
              <a:buSzPct val="111111"/>
              <a:buFont typeface="Raleway"/>
              <a:buNone/>
            </a:pPr>
            <a:r>
              <a:rPr b="1" i="0" lang="es-419" sz="2400" u="none" cap="none" strike="noStrike">
                <a:solidFill>
                  <a:srgbClr val="681900"/>
                </a:solidFill>
                <a:latin typeface="Raleway"/>
                <a:ea typeface="Raleway"/>
                <a:cs typeface="Raleway"/>
                <a:sym typeface="Raleway"/>
              </a:rPr>
              <a:t>Sensor Magnético D-C73</a:t>
            </a:r>
            <a:endParaRPr b="1" i="0" sz="2400" u="none" cap="none" strike="noStrike">
              <a:solidFill>
                <a:srgbClr val="681900"/>
              </a:solidFill>
              <a:latin typeface="Raleway"/>
              <a:ea typeface="Raleway"/>
              <a:cs typeface="Raleway"/>
              <a:sym typeface="Raleway"/>
            </a:endParaRPr>
          </a:p>
        </p:txBody>
      </p:sp>
      <p:sp>
        <p:nvSpPr>
          <p:cNvPr id="185" name="Google Shape;185;p13"/>
          <p:cNvSpPr txBox="1"/>
          <p:nvPr>
            <p:ph idx="1" type="body"/>
          </p:nvPr>
        </p:nvSpPr>
        <p:spPr>
          <a:xfrm>
            <a:off x="530870" y="2008866"/>
            <a:ext cx="3725041" cy="1357210"/>
          </a:xfrm>
          <a:prstGeom prst="rect">
            <a:avLst/>
          </a:prstGeom>
          <a:solidFill>
            <a:schemeClr val="lt1"/>
          </a:solidFill>
          <a:ln cap="flat" cmpd="sng" w="28575">
            <a:solidFill>
              <a:srgbClr val="FF0066"/>
            </a:solidFill>
            <a:prstDash val="solid"/>
            <a:round/>
            <a:headEnd len="sm" w="sm" type="none"/>
            <a:tailEnd len="sm" w="sm" type="none"/>
          </a:ln>
        </p:spPr>
        <p:txBody>
          <a:bodyPr anchorCtr="0" anchor="t" bIns="91425" lIns="91425" spcFirstLastPara="1" rIns="91425" wrap="square" tIns="91425">
            <a:noAutofit/>
          </a:bodyPr>
          <a:lstStyle/>
          <a:p>
            <a:pPr indent="0" lvl="0" marL="108000" rtl="0" algn="l">
              <a:lnSpc>
                <a:spcPct val="100000"/>
              </a:lnSpc>
              <a:spcBef>
                <a:spcPts val="0"/>
              </a:spcBef>
              <a:spcAft>
                <a:spcPts val="0"/>
              </a:spcAft>
              <a:buSzPts val="1300"/>
              <a:buNone/>
            </a:pPr>
            <a:r>
              <a:rPr b="1" lang="es-419" sz="1600">
                <a:solidFill>
                  <a:schemeClr val="dk2"/>
                </a:solidFill>
                <a:latin typeface="Cambria"/>
                <a:ea typeface="Cambria"/>
                <a:cs typeface="Cambria"/>
                <a:sym typeface="Cambria"/>
              </a:rPr>
              <a:t>Características</a:t>
            </a:r>
            <a:endParaRPr sz="1600">
              <a:solidFill>
                <a:schemeClr val="dk2"/>
              </a:solidFill>
              <a:latin typeface="Cambria"/>
              <a:ea typeface="Cambria"/>
              <a:cs typeface="Cambria"/>
              <a:sym typeface="Cambria"/>
            </a:endParaRPr>
          </a:p>
          <a:p>
            <a:pPr indent="0" lvl="0" marL="108000" rtl="0" algn="l">
              <a:lnSpc>
                <a:spcPct val="100000"/>
              </a:lnSpc>
              <a:spcBef>
                <a:spcPts val="0"/>
              </a:spcBef>
              <a:spcAft>
                <a:spcPts val="0"/>
              </a:spcAft>
              <a:buSzPts val="1300"/>
              <a:buNone/>
            </a:pPr>
            <a:r>
              <a:rPr lang="es-419" sz="1600">
                <a:solidFill>
                  <a:schemeClr val="dk2"/>
                </a:solidFill>
                <a:latin typeface="Cambria"/>
                <a:ea typeface="Cambria"/>
                <a:cs typeface="Cambria"/>
                <a:sym typeface="Cambria"/>
              </a:rPr>
              <a:t>Alimentación: 24 VDC</a:t>
            </a:r>
            <a:endParaRPr sz="1600">
              <a:solidFill>
                <a:schemeClr val="dk2"/>
              </a:solidFill>
              <a:latin typeface="Cambria"/>
              <a:ea typeface="Cambria"/>
              <a:cs typeface="Cambria"/>
              <a:sym typeface="Cambria"/>
            </a:endParaRPr>
          </a:p>
          <a:p>
            <a:pPr indent="0" lvl="0" marL="108000" rtl="0" algn="l">
              <a:lnSpc>
                <a:spcPct val="100000"/>
              </a:lnSpc>
              <a:spcBef>
                <a:spcPts val="0"/>
              </a:spcBef>
              <a:spcAft>
                <a:spcPts val="0"/>
              </a:spcAft>
              <a:buSzPts val="1300"/>
              <a:buNone/>
            </a:pPr>
            <a:r>
              <a:rPr lang="es-419" sz="1600">
                <a:solidFill>
                  <a:schemeClr val="dk2"/>
                </a:solidFill>
                <a:latin typeface="Cambria"/>
                <a:ea typeface="Cambria"/>
                <a:cs typeface="Cambria"/>
                <a:sym typeface="Cambria"/>
              </a:rPr>
              <a:t>Consumo de corriente: 5 – 40 mA</a:t>
            </a:r>
            <a:endParaRPr sz="1600">
              <a:solidFill>
                <a:schemeClr val="dk2"/>
              </a:solidFill>
              <a:latin typeface="Cambria"/>
              <a:ea typeface="Cambria"/>
              <a:cs typeface="Cambria"/>
              <a:sym typeface="Cambria"/>
            </a:endParaRPr>
          </a:p>
          <a:p>
            <a:pPr indent="0" lvl="0" marL="108000" rtl="0" algn="l">
              <a:lnSpc>
                <a:spcPct val="100000"/>
              </a:lnSpc>
              <a:spcBef>
                <a:spcPts val="0"/>
              </a:spcBef>
              <a:spcAft>
                <a:spcPts val="0"/>
              </a:spcAft>
              <a:buSzPts val="1300"/>
              <a:buNone/>
            </a:pPr>
            <a:r>
              <a:rPr lang="es-419" sz="1600">
                <a:solidFill>
                  <a:schemeClr val="dk2"/>
                </a:solidFill>
                <a:latin typeface="Cambria"/>
                <a:ea typeface="Cambria"/>
                <a:cs typeface="Cambria"/>
                <a:sym typeface="Cambria"/>
              </a:rPr>
              <a:t>Caída de voltaje en el circuito: &lt; 2.4 V</a:t>
            </a:r>
            <a:endParaRPr sz="1600">
              <a:solidFill>
                <a:schemeClr val="dk2"/>
              </a:solidFill>
              <a:latin typeface="Cambria"/>
              <a:ea typeface="Cambria"/>
              <a:cs typeface="Cambria"/>
              <a:sym typeface="Cambria"/>
            </a:endParaRPr>
          </a:p>
          <a:p>
            <a:pPr indent="0" lvl="0" marL="108000" rtl="0" algn="l">
              <a:lnSpc>
                <a:spcPct val="100000"/>
              </a:lnSpc>
              <a:spcBef>
                <a:spcPts val="0"/>
              </a:spcBef>
              <a:spcAft>
                <a:spcPts val="0"/>
              </a:spcAft>
              <a:buSzPts val="1300"/>
              <a:buNone/>
            </a:pPr>
            <a:r>
              <a:rPr lang="es-419" sz="1600">
                <a:solidFill>
                  <a:schemeClr val="dk2"/>
                </a:solidFill>
                <a:latin typeface="Cambria"/>
                <a:ea typeface="Cambria"/>
                <a:cs typeface="Cambria"/>
                <a:sym typeface="Cambria"/>
              </a:rPr>
              <a:t>Tiempo de respuesta: 1.2 m[s]</a:t>
            </a:r>
            <a:endParaRPr sz="1600">
              <a:solidFill>
                <a:schemeClr val="dk2"/>
              </a:solidFill>
              <a:latin typeface="Cambria"/>
              <a:ea typeface="Cambria"/>
              <a:cs typeface="Cambria"/>
              <a:sym typeface="Cambria"/>
            </a:endParaRPr>
          </a:p>
          <a:p>
            <a:pPr indent="0" lvl="0" marL="108000" rtl="0" algn="l">
              <a:lnSpc>
                <a:spcPct val="100000"/>
              </a:lnSpc>
              <a:spcBef>
                <a:spcPts val="0"/>
              </a:spcBef>
              <a:spcAft>
                <a:spcPts val="0"/>
              </a:spcAft>
              <a:buSzPts val="1300"/>
              <a:buNone/>
            </a:pPr>
            <a:r>
              <a:t/>
            </a:r>
            <a:endParaRPr sz="1400">
              <a:latin typeface="Cambria"/>
              <a:ea typeface="Cambria"/>
              <a:cs typeface="Cambria"/>
              <a:sym typeface="Cambria"/>
            </a:endParaRPr>
          </a:p>
        </p:txBody>
      </p:sp>
      <p:sp>
        <p:nvSpPr>
          <p:cNvPr id="186" name="Google Shape;186;p13"/>
          <p:cNvSpPr txBox="1"/>
          <p:nvPr/>
        </p:nvSpPr>
        <p:spPr>
          <a:xfrm>
            <a:off x="530870" y="614856"/>
            <a:ext cx="8104836" cy="1154288"/>
          </a:xfrm>
          <a:prstGeom prst="rect">
            <a:avLst/>
          </a:prstGeom>
          <a:solidFill>
            <a:schemeClr val="lt1"/>
          </a:solidFill>
          <a:ln cap="flat" cmpd="sng" w="28575">
            <a:solidFill>
              <a:srgbClr val="137266"/>
            </a:solidFill>
            <a:prstDash val="solid"/>
            <a:round/>
            <a:headEnd len="sm" w="sm" type="none"/>
            <a:tailEnd len="sm" w="sm" type="none"/>
          </a:ln>
        </p:spPr>
        <p:txBody>
          <a:bodyPr anchorCtr="0" anchor="t" bIns="91425" lIns="91425" spcFirstLastPara="1" rIns="91425" wrap="square" tIns="91425">
            <a:noAutofit/>
          </a:bodyPr>
          <a:lstStyle/>
          <a:p>
            <a:pPr indent="0" lvl="0" marL="90488" marR="0" rtl="0" algn="just">
              <a:lnSpc>
                <a:spcPct val="95000"/>
              </a:lnSpc>
              <a:spcBef>
                <a:spcPts val="0"/>
              </a:spcBef>
              <a:spcAft>
                <a:spcPts val="0"/>
              </a:spcAft>
              <a:buClr>
                <a:schemeClr val="accent1"/>
              </a:buClr>
              <a:buSzPts val="1300"/>
              <a:buFont typeface="Lato"/>
              <a:buNone/>
            </a:pPr>
            <a:r>
              <a:rPr b="1" i="0" lang="es-419" sz="1600" u="none" cap="none" strike="noStrike">
                <a:solidFill>
                  <a:srgbClr val="000000"/>
                </a:solidFill>
                <a:latin typeface="Cambria"/>
                <a:ea typeface="Cambria"/>
                <a:cs typeface="Cambria"/>
                <a:sym typeface="Cambria"/>
              </a:rPr>
              <a:t>Funcionamiento:</a:t>
            </a:r>
            <a:endParaRPr/>
          </a:p>
          <a:p>
            <a:pPr indent="0" lvl="0" marL="90488" marR="0" rtl="0" algn="l">
              <a:lnSpc>
                <a:spcPct val="100000"/>
              </a:lnSpc>
              <a:spcBef>
                <a:spcPts val="0"/>
              </a:spcBef>
              <a:spcAft>
                <a:spcPts val="0"/>
              </a:spcAft>
              <a:buClr>
                <a:schemeClr val="accent1"/>
              </a:buClr>
              <a:buSzPts val="1300"/>
              <a:buFont typeface="Lato"/>
              <a:buNone/>
            </a:pPr>
            <a:r>
              <a:rPr b="0" i="0" lang="es-419" sz="1600" u="none" cap="none" strike="noStrike">
                <a:solidFill>
                  <a:schemeClr val="accent1"/>
                </a:solidFill>
                <a:latin typeface="Cambria"/>
                <a:ea typeface="Cambria"/>
                <a:cs typeface="Cambria"/>
                <a:sym typeface="Cambria"/>
              </a:rPr>
              <a:t>Este sensor se utiliza para detectar la ubicación del imán acoplado al pistón de la parte móvil dentro del cilindro neumático. En los diferentes cilindros utilizados se hace uso de dos sensores en cada extremo para identificar la extensión o retracción de la parte móvil.</a:t>
            </a:r>
            <a:endParaRPr b="0" i="0" sz="1600" u="none" cap="none" strike="noStrike">
              <a:solidFill>
                <a:schemeClr val="accent1"/>
              </a:solidFill>
              <a:latin typeface="Cambria"/>
              <a:ea typeface="Cambria"/>
              <a:cs typeface="Cambria"/>
              <a:sym typeface="Cambria"/>
            </a:endParaRPr>
          </a:p>
          <a:p>
            <a:pPr indent="0" lvl="0" marL="108000" marR="0" rtl="0" algn="l">
              <a:lnSpc>
                <a:spcPct val="100000"/>
              </a:lnSpc>
              <a:spcBef>
                <a:spcPts val="0"/>
              </a:spcBef>
              <a:spcAft>
                <a:spcPts val="0"/>
              </a:spcAft>
              <a:buClr>
                <a:schemeClr val="accent1"/>
              </a:buClr>
              <a:buSzPts val="1300"/>
              <a:buFont typeface="Lato"/>
              <a:buNone/>
            </a:pPr>
            <a:r>
              <a:t/>
            </a:r>
            <a:endParaRPr b="0" i="0" sz="1400" u="none" cap="none" strike="noStrike">
              <a:solidFill>
                <a:schemeClr val="accent1"/>
              </a:solidFill>
              <a:latin typeface="Cambria"/>
              <a:ea typeface="Cambria"/>
              <a:cs typeface="Cambria"/>
              <a:sym typeface="Cambria"/>
            </a:endParaRPr>
          </a:p>
        </p:txBody>
      </p:sp>
      <p:pic>
        <p:nvPicPr>
          <p:cNvPr id="187" name="Google Shape;187;p13"/>
          <p:cNvPicPr preferRelativeResize="0"/>
          <p:nvPr/>
        </p:nvPicPr>
        <p:blipFill rotWithShape="1">
          <a:blip r:embed="rId3">
            <a:alphaModFix/>
          </a:blip>
          <a:srcRect b="0" l="0" r="0" t="0"/>
          <a:stretch/>
        </p:blipFill>
        <p:spPr>
          <a:xfrm>
            <a:off x="4888089" y="2067631"/>
            <a:ext cx="3747617" cy="2802045"/>
          </a:xfrm>
          <a:prstGeom prst="rect">
            <a:avLst/>
          </a:prstGeom>
          <a:noFill/>
          <a:ln>
            <a:noFill/>
          </a:ln>
        </p:spPr>
      </p:pic>
      <p:sp>
        <p:nvSpPr>
          <p:cNvPr id="188" name="Google Shape;188;p13"/>
          <p:cNvSpPr txBox="1"/>
          <p:nvPr/>
        </p:nvSpPr>
        <p:spPr>
          <a:xfrm>
            <a:off x="553448" y="3556280"/>
            <a:ext cx="3725041" cy="1357210"/>
          </a:xfrm>
          <a:prstGeom prst="rect">
            <a:avLst/>
          </a:prstGeom>
          <a:solidFill>
            <a:schemeClr val="lt1"/>
          </a:solidFill>
          <a:ln cap="flat" cmpd="sng" w="28575">
            <a:solidFill>
              <a:srgbClr val="FFC000"/>
            </a:solidFill>
            <a:prstDash val="solid"/>
            <a:round/>
            <a:headEnd len="sm" w="sm" type="none"/>
            <a:tailEnd len="sm" w="sm" type="none"/>
          </a:ln>
        </p:spPr>
        <p:txBody>
          <a:bodyPr anchorCtr="0" anchor="t" bIns="91425" lIns="91425" spcFirstLastPara="1" rIns="91425" wrap="square" tIns="91425">
            <a:noAutofit/>
          </a:bodyPr>
          <a:lstStyle/>
          <a:p>
            <a:pPr indent="0" lvl="0" marL="108000" marR="0" rtl="0" algn="l">
              <a:lnSpc>
                <a:spcPct val="100000"/>
              </a:lnSpc>
              <a:spcBef>
                <a:spcPts val="0"/>
              </a:spcBef>
              <a:spcAft>
                <a:spcPts val="0"/>
              </a:spcAft>
              <a:buClr>
                <a:schemeClr val="accent1"/>
              </a:buClr>
              <a:buSzPts val="1300"/>
              <a:buFont typeface="Lato"/>
              <a:buNone/>
            </a:pPr>
            <a:r>
              <a:rPr b="1" i="0" lang="es-419" sz="1600" u="none" cap="none" strike="noStrike">
                <a:solidFill>
                  <a:schemeClr val="dk2"/>
                </a:solidFill>
                <a:latin typeface="Cambria"/>
                <a:ea typeface="Cambria"/>
                <a:cs typeface="Cambria"/>
                <a:sym typeface="Cambria"/>
              </a:rPr>
              <a:t>Medición experimental </a:t>
            </a:r>
            <a:endParaRPr/>
          </a:p>
          <a:p>
            <a:pPr indent="0" lvl="0" marL="108000" marR="0" rtl="0" algn="l">
              <a:lnSpc>
                <a:spcPct val="100000"/>
              </a:lnSpc>
              <a:spcBef>
                <a:spcPts val="0"/>
              </a:spcBef>
              <a:spcAft>
                <a:spcPts val="0"/>
              </a:spcAft>
              <a:buClr>
                <a:schemeClr val="accent1"/>
              </a:buClr>
              <a:buSzPts val="1300"/>
              <a:buFont typeface="Lato"/>
              <a:buNone/>
            </a:pPr>
            <a:r>
              <a:rPr b="0" i="0" lang="es-419" sz="1600" u="none" cap="none" strike="noStrike">
                <a:solidFill>
                  <a:schemeClr val="dk2"/>
                </a:solidFill>
                <a:latin typeface="Cambria"/>
                <a:ea typeface="Cambria"/>
                <a:cs typeface="Cambria"/>
                <a:sym typeface="Cambria"/>
              </a:rPr>
              <a:t>Se realizaron mediciones al tiempo de respuesta del sensor y se obtuvo un valor experimental de 1.08 m[s] próximo al valor indicado por la hoja de datos.</a:t>
            </a:r>
            <a:endParaRPr b="0" i="0" sz="1200" u="none" cap="none" strike="noStrike">
              <a:solidFill>
                <a:schemeClr val="dk2"/>
              </a:solidFill>
              <a:latin typeface="Cambria"/>
              <a:ea typeface="Cambria"/>
              <a:cs typeface="Cambria"/>
              <a:sym typeface="Cambria"/>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14"/>
          <p:cNvSpPr txBox="1"/>
          <p:nvPr/>
        </p:nvSpPr>
        <p:spPr>
          <a:xfrm>
            <a:off x="427611" y="-41032"/>
            <a:ext cx="4618521" cy="535200"/>
          </a:xfrm>
          <a:prstGeom prst="rect">
            <a:avLst/>
          </a:prstGeom>
          <a:noFill/>
          <a:ln>
            <a:noFill/>
          </a:ln>
        </p:spPr>
        <p:txBody>
          <a:bodyPr anchorCtr="0" anchor="t" bIns="91425" lIns="91425" spcFirstLastPara="1" rIns="91425" wrap="square" tIns="91425">
            <a:normAutofit fontScale="97500"/>
          </a:bodyPr>
          <a:lstStyle/>
          <a:p>
            <a:pPr indent="0" lvl="0" marL="0" marR="0" rtl="0" algn="l">
              <a:lnSpc>
                <a:spcPct val="100000"/>
              </a:lnSpc>
              <a:spcBef>
                <a:spcPts val="0"/>
              </a:spcBef>
              <a:spcAft>
                <a:spcPts val="0"/>
              </a:spcAft>
              <a:buClr>
                <a:schemeClr val="dk2"/>
              </a:buClr>
              <a:buSzPct val="111111"/>
              <a:buFont typeface="Raleway"/>
              <a:buNone/>
            </a:pPr>
            <a:r>
              <a:rPr b="1" i="0" lang="es-419" sz="2400" u="none" cap="none" strike="noStrike">
                <a:solidFill>
                  <a:srgbClr val="681900"/>
                </a:solidFill>
                <a:latin typeface="Raleway"/>
                <a:ea typeface="Raleway"/>
                <a:cs typeface="Raleway"/>
                <a:sym typeface="Raleway"/>
              </a:rPr>
              <a:t>Sensor fotoeléctrico E3Z-LS61</a:t>
            </a:r>
            <a:endParaRPr b="1" i="0" sz="2400" u="none" cap="none" strike="noStrike">
              <a:solidFill>
                <a:srgbClr val="681900"/>
              </a:solidFill>
              <a:latin typeface="Raleway"/>
              <a:ea typeface="Raleway"/>
              <a:cs typeface="Raleway"/>
              <a:sym typeface="Raleway"/>
            </a:endParaRPr>
          </a:p>
        </p:txBody>
      </p:sp>
      <p:sp>
        <p:nvSpPr>
          <p:cNvPr id="194" name="Google Shape;194;p14"/>
          <p:cNvSpPr txBox="1"/>
          <p:nvPr>
            <p:ph idx="1" type="body"/>
          </p:nvPr>
        </p:nvSpPr>
        <p:spPr>
          <a:xfrm>
            <a:off x="508294" y="1942922"/>
            <a:ext cx="3928241" cy="1584018"/>
          </a:xfrm>
          <a:prstGeom prst="rect">
            <a:avLst/>
          </a:prstGeom>
          <a:solidFill>
            <a:schemeClr val="lt1"/>
          </a:solidFill>
          <a:ln cap="flat" cmpd="sng" w="28575">
            <a:solidFill>
              <a:srgbClr val="FF0066"/>
            </a:solidFill>
            <a:prstDash val="solid"/>
            <a:round/>
            <a:headEnd len="sm" w="sm" type="none"/>
            <a:tailEnd len="sm" w="sm" type="none"/>
          </a:ln>
        </p:spPr>
        <p:txBody>
          <a:bodyPr anchorCtr="0" anchor="t" bIns="91425" lIns="91425" spcFirstLastPara="1" rIns="91425" wrap="square" tIns="91425">
            <a:noAutofit/>
          </a:bodyPr>
          <a:lstStyle/>
          <a:p>
            <a:pPr indent="0" lvl="0" marL="108000" rtl="0" algn="l">
              <a:lnSpc>
                <a:spcPct val="100000"/>
              </a:lnSpc>
              <a:spcBef>
                <a:spcPts val="0"/>
              </a:spcBef>
              <a:spcAft>
                <a:spcPts val="0"/>
              </a:spcAft>
              <a:buSzPts val="1300"/>
              <a:buNone/>
            </a:pPr>
            <a:r>
              <a:rPr b="1" lang="es-419" sz="1600">
                <a:solidFill>
                  <a:schemeClr val="dk2"/>
                </a:solidFill>
                <a:latin typeface="Cambria"/>
                <a:ea typeface="Cambria"/>
                <a:cs typeface="Cambria"/>
                <a:sym typeface="Cambria"/>
              </a:rPr>
              <a:t>Características</a:t>
            </a:r>
            <a:endParaRPr sz="1600">
              <a:solidFill>
                <a:schemeClr val="dk2"/>
              </a:solidFill>
              <a:latin typeface="Cambria"/>
              <a:ea typeface="Cambria"/>
              <a:cs typeface="Cambria"/>
              <a:sym typeface="Cambria"/>
            </a:endParaRPr>
          </a:p>
          <a:p>
            <a:pPr indent="0" lvl="0" marL="108000" rtl="0" algn="l">
              <a:lnSpc>
                <a:spcPct val="100000"/>
              </a:lnSpc>
              <a:spcBef>
                <a:spcPts val="0"/>
              </a:spcBef>
              <a:spcAft>
                <a:spcPts val="0"/>
              </a:spcAft>
              <a:buSzPts val="1300"/>
              <a:buNone/>
            </a:pPr>
            <a:r>
              <a:rPr lang="es-419" sz="1600">
                <a:solidFill>
                  <a:schemeClr val="dk2"/>
                </a:solidFill>
                <a:latin typeface="Cambria"/>
                <a:ea typeface="Cambria"/>
                <a:cs typeface="Cambria"/>
                <a:sym typeface="Cambria"/>
              </a:rPr>
              <a:t>Alimentación: 12 – 24 VDC</a:t>
            </a:r>
            <a:endParaRPr/>
          </a:p>
          <a:p>
            <a:pPr indent="0" lvl="0" marL="108000" rtl="0" algn="l">
              <a:lnSpc>
                <a:spcPct val="100000"/>
              </a:lnSpc>
              <a:spcBef>
                <a:spcPts val="0"/>
              </a:spcBef>
              <a:spcAft>
                <a:spcPts val="0"/>
              </a:spcAft>
              <a:buSzPts val="1300"/>
              <a:buNone/>
            </a:pPr>
            <a:r>
              <a:rPr lang="es-419" sz="1600">
                <a:solidFill>
                  <a:schemeClr val="dk2"/>
                </a:solidFill>
                <a:latin typeface="Cambria"/>
                <a:ea typeface="Cambria"/>
                <a:cs typeface="Cambria"/>
                <a:sym typeface="Cambria"/>
              </a:rPr>
              <a:t>Consumo de corriente: 30 m[A] máximo</a:t>
            </a:r>
            <a:endParaRPr/>
          </a:p>
          <a:p>
            <a:pPr indent="0" lvl="0" marL="108000" rtl="0" algn="l">
              <a:lnSpc>
                <a:spcPct val="100000"/>
              </a:lnSpc>
              <a:spcBef>
                <a:spcPts val="0"/>
              </a:spcBef>
              <a:spcAft>
                <a:spcPts val="0"/>
              </a:spcAft>
              <a:buSzPts val="1300"/>
              <a:buNone/>
            </a:pPr>
            <a:r>
              <a:rPr lang="es-419" sz="1600">
                <a:solidFill>
                  <a:schemeClr val="dk2"/>
                </a:solidFill>
                <a:latin typeface="Cambria"/>
                <a:ea typeface="Cambria"/>
                <a:cs typeface="Cambria"/>
                <a:sym typeface="Cambria"/>
              </a:rPr>
              <a:t>Tiempo de respuesta: 1 m[s] máximo</a:t>
            </a:r>
            <a:endParaRPr/>
          </a:p>
          <a:p>
            <a:pPr indent="0" lvl="0" marL="108000" rtl="0" algn="l">
              <a:lnSpc>
                <a:spcPct val="100000"/>
              </a:lnSpc>
              <a:spcBef>
                <a:spcPts val="0"/>
              </a:spcBef>
              <a:spcAft>
                <a:spcPts val="0"/>
              </a:spcAft>
              <a:buSzPts val="1300"/>
              <a:buNone/>
            </a:pPr>
            <a:r>
              <a:rPr lang="es-419" sz="1600">
                <a:solidFill>
                  <a:schemeClr val="dk2"/>
                </a:solidFill>
                <a:latin typeface="Cambria"/>
                <a:ea typeface="Cambria"/>
                <a:cs typeface="Cambria"/>
                <a:sym typeface="Cambria"/>
              </a:rPr>
              <a:t>Luz emitida: </a:t>
            </a:r>
            <a:r>
              <a:rPr lang="es-419" sz="1400">
                <a:solidFill>
                  <a:schemeClr val="dk2"/>
                </a:solidFill>
                <a:latin typeface="Cambria"/>
                <a:ea typeface="Cambria"/>
                <a:cs typeface="Cambria"/>
                <a:sym typeface="Cambria"/>
              </a:rPr>
              <a:t>Roja de longitud de onda 680nm</a:t>
            </a:r>
            <a:endParaRPr sz="1600">
              <a:solidFill>
                <a:schemeClr val="dk2"/>
              </a:solidFill>
              <a:latin typeface="Cambria"/>
              <a:ea typeface="Cambria"/>
              <a:cs typeface="Cambria"/>
              <a:sym typeface="Cambria"/>
            </a:endParaRPr>
          </a:p>
          <a:p>
            <a:pPr indent="0" lvl="0" marL="108000" rtl="0" algn="l">
              <a:lnSpc>
                <a:spcPct val="100000"/>
              </a:lnSpc>
              <a:spcBef>
                <a:spcPts val="0"/>
              </a:spcBef>
              <a:spcAft>
                <a:spcPts val="0"/>
              </a:spcAft>
              <a:buSzPts val="1300"/>
              <a:buNone/>
            </a:pPr>
            <a:r>
              <a:rPr lang="es-419" sz="1600">
                <a:solidFill>
                  <a:schemeClr val="dk2"/>
                </a:solidFill>
                <a:latin typeface="Cambria"/>
                <a:ea typeface="Cambria"/>
                <a:cs typeface="Cambria"/>
                <a:sym typeface="Cambria"/>
              </a:rPr>
              <a:t>Rango de detección: 20 – 200 mm</a:t>
            </a:r>
            <a:endParaRPr/>
          </a:p>
          <a:p>
            <a:pPr indent="0" lvl="0" marL="108000" rtl="0" algn="l">
              <a:lnSpc>
                <a:spcPct val="100000"/>
              </a:lnSpc>
              <a:spcBef>
                <a:spcPts val="0"/>
              </a:spcBef>
              <a:spcAft>
                <a:spcPts val="0"/>
              </a:spcAft>
              <a:buSzPts val="1300"/>
              <a:buNone/>
            </a:pPr>
            <a:r>
              <a:t/>
            </a:r>
            <a:endParaRPr sz="1400">
              <a:latin typeface="Cambria"/>
              <a:ea typeface="Cambria"/>
              <a:cs typeface="Cambria"/>
              <a:sym typeface="Cambria"/>
            </a:endParaRPr>
          </a:p>
        </p:txBody>
      </p:sp>
      <p:sp>
        <p:nvSpPr>
          <p:cNvPr id="195" name="Google Shape;195;p14"/>
          <p:cNvSpPr txBox="1"/>
          <p:nvPr/>
        </p:nvSpPr>
        <p:spPr>
          <a:xfrm>
            <a:off x="530870" y="642241"/>
            <a:ext cx="8104836" cy="1154288"/>
          </a:xfrm>
          <a:prstGeom prst="rect">
            <a:avLst/>
          </a:prstGeom>
          <a:solidFill>
            <a:schemeClr val="lt1"/>
          </a:solidFill>
          <a:ln cap="flat" cmpd="sng" w="28575">
            <a:solidFill>
              <a:srgbClr val="137266"/>
            </a:solidFill>
            <a:prstDash val="solid"/>
            <a:round/>
            <a:headEnd len="sm" w="sm" type="none"/>
            <a:tailEnd len="sm" w="sm" type="none"/>
          </a:ln>
        </p:spPr>
        <p:txBody>
          <a:bodyPr anchorCtr="0" anchor="t" bIns="91425" lIns="91425" spcFirstLastPara="1" rIns="91425" wrap="square" tIns="91425">
            <a:noAutofit/>
          </a:bodyPr>
          <a:lstStyle/>
          <a:p>
            <a:pPr indent="0" lvl="0" marL="90488" marR="0" rtl="0" algn="just">
              <a:lnSpc>
                <a:spcPct val="95000"/>
              </a:lnSpc>
              <a:spcBef>
                <a:spcPts val="0"/>
              </a:spcBef>
              <a:spcAft>
                <a:spcPts val="0"/>
              </a:spcAft>
              <a:buClr>
                <a:schemeClr val="accent1"/>
              </a:buClr>
              <a:buSzPts val="1300"/>
              <a:buFont typeface="Lato"/>
              <a:buNone/>
            </a:pPr>
            <a:r>
              <a:rPr b="1" i="0" lang="es-419" sz="1600" u="none" cap="none" strike="noStrike">
                <a:solidFill>
                  <a:srgbClr val="000000"/>
                </a:solidFill>
                <a:latin typeface="Cambria"/>
                <a:ea typeface="Cambria"/>
                <a:cs typeface="Cambria"/>
                <a:sym typeface="Cambria"/>
              </a:rPr>
              <a:t>Funcionamiento:</a:t>
            </a:r>
            <a:endParaRPr/>
          </a:p>
          <a:p>
            <a:pPr indent="0" lvl="0" marL="90488" marR="0" rtl="0" algn="l">
              <a:lnSpc>
                <a:spcPct val="100000"/>
              </a:lnSpc>
              <a:spcBef>
                <a:spcPts val="0"/>
              </a:spcBef>
              <a:spcAft>
                <a:spcPts val="0"/>
              </a:spcAft>
              <a:buClr>
                <a:schemeClr val="accent1"/>
              </a:buClr>
              <a:buSzPts val="1300"/>
              <a:buFont typeface="Lato"/>
              <a:buNone/>
            </a:pPr>
            <a:r>
              <a:rPr b="0" i="0" lang="es-419" sz="1600" u="none" cap="none" strike="noStrike">
                <a:solidFill>
                  <a:schemeClr val="accent1"/>
                </a:solidFill>
                <a:latin typeface="Cambria"/>
                <a:ea typeface="Cambria"/>
                <a:cs typeface="Cambria"/>
                <a:sym typeface="Cambria"/>
              </a:rPr>
              <a:t>El sensor integra una fuente emisora de luz roja junto con un receptor para detectar los cambios en la luz reflejada por los objetos que se sobreponen al haz de luz que emite. El sensor posee dos pilotos de señalización para indicar su estado y la presencia de algún objeto en sus proximidades.</a:t>
            </a:r>
            <a:endParaRPr b="0" i="0" sz="1400" u="none" cap="none" strike="noStrike">
              <a:solidFill>
                <a:schemeClr val="accent1"/>
              </a:solidFill>
              <a:latin typeface="Cambria"/>
              <a:ea typeface="Cambria"/>
              <a:cs typeface="Cambria"/>
              <a:sym typeface="Cambria"/>
            </a:endParaRPr>
          </a:p>
        </p:txBody>
      </p:sp>
      <p:sp>
        <p:nvSpPr>
          <p:cNvPr id="196" name="Google Shape;196;p14"/>
          <p:cNvSpPr txBox="1"/>
          <p:nvPr/>
        </p:nvSpPr>
        <p:spPr>
          <a:xfrm>
            <a:off x="508294" y="3677777"/>
            <a:ext cx="3905663" cy="1196342"/>
          </a:xfrm>
          <a:prstGeom prst="rect">
            <a:avLst/>
          </a:prstGeom>
          <a:solidFill>
            <a:schemeClr val="lt1"/>
          </a:solidFill>
          <a:ln cap="flat" cmpd="sng" w="28575">
            <a:solidFill>
              <a:srgbClr val="FFC000"/>
            </a:solidFill>
            <a:prstDash val="solid"/>
            <a:round/>
            <a:headEnd len="sm" w="sm" type="none"/>
            <a:tailEnd len="sm" w="sm" type="none"/>
          </a:ln>
        </p:spPr>
        <p:txBody>
          <a:bodyPr anchorCtr="0" anchor="t" bIns="91425" lIns="91425" spcFirstLastPara="1" rIns="91425" wrap="square" tIns="91425">
            <a:noAutofit/>
          </a:bodyPr>
          <a:lstStyle/>
          <a:p>
            <a:pPr indent="0" lvl="0" marL="108000" marR="0" rtl="0" algn="l">
              <a:lnSpc>
                <a:spcPct val="100000"/>
              </a:lnSpc>
              <a:spcBef>
                <a:spcPts val="0"/>
              </a:spcBef>
              <a:spcAft>
                <a:spcPts val="0"/>
              </a:spcAft>
              <a:buClr>
                <a:schemeClr val="accent1"/>
              </a:buClr>
              <a:buSzPts val="1300"/>
              <a:buFont typeface="Lato"/>
              <a:buNone/>
            </a:pPr>
            <a:r>
              <a:rPr b="1" i="0" lang="es-419" sz="1600" u="none" cap="none" strike="noStrike">
                <a:solidFill>
                  <a:schemeClr val="dk2"/>
                </a:solidFill>
                <a:latin typeface="Cambria"/>
                <a:ea typeface="Cambria"/>
                <a:cs typeface="Cambria"/>
                <a:sym typeface="Cambria"/>
              </a:rPr>
              <a:t>Medición experimental </a:t>
            </a:r>
            <a:endParaRPr/>
          </a:p>
          <a:p>
            <a:pPr indent="0" lvl="0" marL="108000" marR="0" rtl="0" algn="l">
              <a:lnSpc>
                <a:spcPct val="100000"/>
              </a:lnSpc>
              <a:spcBef>
                <a:spcPts val="0"/>
              </a:spcBef>
              <a:spcAft>
                <a:spcPts val="0"/>
              </a:spcAft>
              <a:buClr>
                <a:schemeClr val="accent1"/>
              </a:buClr>
              <a:buSzPts val="1300"/>
              <a:buFont typeface="Lato"/>
              <a:buNone/>
            </a:pPr>
            <a:r>
              <a:rPr b="0" i="0" lang="es-419" sz="1600" u="none" cap="none" strike="noStrike">
                <a:solidFill>
                  <a:schemeClr val="dk2"/>
                </a:solidFill>
                <a:latin typeface="Cambria"/>
                <a:ea typeface="Cambria"/>
                <a:cs typeface="Cambria"/>
                <a:sym typeface="Cambria"/>
              </a:rPr>
              <a:t>La respuesta para el sensor registran un valor experimental de 980 us que es un valor próximo al indicado en su hoja de datos</a:t>
            </a:r>
            <a:endParaRPr b="0" i="0" sz="1600" u="none" cap="none" strike="noStrike">
              <a:solidFill>
                <a:schemeClr val="dk2"/>
              </a:solidFill>
              <a:latin typeface="Cambria"/>
              <a:ea typeface="Cambria"/>
              <a:cs typeface="Cambria"/>
              <a:sym typeface="Cambria"/>
            </a:endParaRPr>
          </a:p>
        </p:txBody>
      </p:sp>
      <p:pic>
        <p:nvPicPr>
          <p:cNvPr id="197" name="Google Shape;197;p14"/>
          <p:cNvPicPr preferRelativeResize="0"/>
          <p:nvPr/>
        </p:nvPicPr>
        <p:blipFill rotWithShape="1">
          <a:blip r:embed="rId3">
            <a:alphaModFix/>
          </a:blip>
          <a:srcRect b="0" l="0" r="0" t="0"/>
          <a:stretch/>
        </p:blipFill>
        <p:spPr>
          <a:xfrm>
            <a:off x="4730044" y="2152508"/>
            <a:ext cx="3694427" cy="2614364"/>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15"/>
          <p:cNvSpPr txBox="1"/>
          <p:nvPr/>
        </p:nvSpPr>
        <p:spPr>
          <a:xfrm>
            <a:off x="427611" y="-41032"/>
            <a:ext cx="4758985" cy="535200"/>
          </a:xfrm>
          <a:prstGeom prst="rect">
            <a:avLst/>
          </a:prstGeom>
          <a:noFill/>
          <a:ln>
            <a:noFill/>
          </a:ln>
        </p:spPr>
        <p:txBody>
          <a:bodyPr anchorCtr="0" anchor="t" bIns="91425" lIns="91425" spcFirstLastPara="1" rIns="91425" wrap="square" tIns="91425">
            <a:normAutofit fontScale="97500"/>
          </a:bodyPr>
          <a:lstStyle/>
          <a:p>
            <a:pPr indent="0" lvl="0" marL="0" marR="0" rtl="0" algn="l">
              <a:lnSpc>
                <a:spcPct val="100000"/>
              </a:lnSpc>
              <a:spcBef>
                <a:spcPts val="0"/>
              </a:spcBef>
              <a:spcAft>
                <a:spcPts val="0"/>
              </a:spcAft>
              <a:buClr>
                <a:schemeClr val="dk2"/>
              </a:buClr>
              <a:buSzPct val="111111"/>
              <a:buFont typeface="Raleway"/>
              <a:buNone/>
            </a:pPr>
            <a:r>
              <a:rPr b="1" i="0" lang="es-419" sz="2400" u="none" cap="none" strike="noStrike">
                <a:solidFill>
                  <a:srgbClr val="681900"/>
                </a:solidFill>
                <a:latin typeface="Raleway"/>
                <a:ea typeface="Raleway"/>
                <a:cs typeface="Raleway"/>
                <a:sym typeface="Raleway"/>
              </a:rPr>
              <a:t>Sensor inductivo LM18-3008NA</a:t>
            </a:r>
            <a:endParaRPr b="1" i="0" sz="2400" u="none" cap="none" strike="noStrike">
              <a:solidFill>
                <a:srgbClr val="681900"/>
              </a:solidFill>
              <a:latin typeface="Raleway"/>
              <a:ea typeface="Raleway"/>
              <a:cs typeface="Raleway"/>
              <a:sym typeface="Raleway"/>
            </a:endParaRPr>
          </a:p>
        </p:txBody>
      </p:sp>
      <p:sp>
        <p:nvSpPr>
          <p:cNvPr id="203" name="Google Shape;203;p15"/>
          <p:cNvSpPr txBox="1"/>
          <p:nvPr>
            <p:ph idx="1" type="body"/>
          </p:nvPr>
        </p:nvSpPr>
        <p:spPr>
          <a:xfrm>
            <a:off x="530870" y="2008866"/>
            <a:ext cx="3725041" cy="1357210"/>
          </a:xfrm>
          <a:prstGeom prst="rect">
            <a:avLst/>
          </a:prstGeom>
          <a:solidFill>
            <a:schemeClr val="lt1"/>
          </a:solidFill>
          <a:ln cap="flat" cmpd="sng" w="28575">
            <a:solidFill>
              <a:srgbClr val="FF0066"/>
            </a:solidFill>
            <a:prstDash val="solid"/>
            <a:round/>
            <a:headEnd len="sm" w="sm" type="none"/>
            <a:tailEnd len="sm" w="sm" type="none"/>
          </a:ln>
        </p:spPr>
        <p:txBody>
          <a:bodyPr anchorCtr="0" anchor="t" bIns="91425" lIns="91425" spcFirstLastPara="1" rIns="91425" wrap="square" tIns="91425">
            <a:noAutofit/>
          </a:bodyPr>
          <a:lstStyle/>
          <a:p>
            <a:pPr indent="0" lvl="0" marL="108000" rtl="0" algn="l">
              <a:lnSpc>
                <a:spcPct val="100000"/>
              </a:lnSpc>
              <a:spcBef>
                <a:spcPts val="0"/>
              </a:spcBef>
              <a:spcAft>
                <a:spcPts val="0"/>
              </a:spcAft>
              <a:buSzPts val="1300"/>
              <a:buNone/>
            </a:pPr>
            <a:r>
              <a:rPr b="1" lang="es-419" sz="1600">
                <a:solidFill>
                  <a:schemeClr val="dk2"/>
                </a:solidFill>
                <a:latin typeface="Cambria"/>
                <a:ea typeface="Cambria"/>
                <a:cs typeface="Cambria"/>
                <a:sym typeface="Cambria"/>
              </a:rPr>
              <a:t>Características</a:t>
            </a:r>
            <a:endParaRPr sz="1600">
              <a:solidFill>
                <a:schemeClr val="dk2"/>
              </a:solidFill>
              <a:latin typeface="Cambria"/>
              <a:ea typeface="Cambria"/>
              <a:cs typeface="Cambria"/>
              <a:sym typeface="Cambria"/>
            </a:endParaRPr>
          </a:p>
          <a:p>
            <a:pPr indent="0" lvl="0" marL="108000" rtl="0" algn="l">
              <a:lnSpc>
                <a:spcPct val="100000"/>
              </a:lnSpc>
              <a:spcBef>
                <a:spcPts val="0"/>
              </a:spcBef>
              <a:spcAft>
                <a:spcPts val="0"/>
              </a:spcAft>
              <a:buSzPts val="1300"/>
              <a:buNone/>
            </a:pPr>
            <a:r>
              <a:rPr lang="es-419" sz="1600">
                <a:solidFill>
                  <a:schemeClr val="dk2"/>
                </a:solidFill>
                <a:latin typeface="Cambria"/>
                <a:ea typeface="Cambria"/>
                <a:cs typeface="Cambria"/>
                <a:sym typeface="Cambria"/>
              </a:rPr>
              <a:t>Alimentación: 15 -30 VDC</a:t>
            </a:r>
            <a:endParaRPr/>
          </a:p>
          <a:p>
            <a:pPr indent="0" lvl="0" marL="108000" rtl="0" algn="l">
              <a:lnSpc>
                <a:spcPct val="100000"/>
              </a:lnSpc>
              <a:spcBef>
                <a:spcPts val="0"/>
              </a:spcBef>
              <a:spcAft>
                <a:spcPts val="0"/>
              </a:spcAft>
              <a:buSzPts val="1300"/>
              <a:buNone/>
            </a:pPr>
            <a:r>
              <a:rPr lang="es-419" sz="1600">
                <a:solidFill>
                  <a:schemeClr val="dk2"/>
                </a:solidFill>
                <a:latin typeface="Cambria"/>
                <a:ea typeface="Cambria"/>
                <a:cs typeface="Cambria"/>
                <a:sym typeface="Cambria"/>
              </a:rPr>
              <a:t>Distancia mínima detección: 8mm</a:t>
            </a:r>
            <a:endParaRPr/>
          </a:p>
          <a:p>
            <a:pPr indent="0" lvl="0" marL="108000" rtl="0" algn="l">
              <a:lnSpc>
                <a:spcPct val="100000"/>
              </a:lnSpc>
              <a:spcBef>
                <a:spcPts val="0"/>
              </a:spcBef>
              <a:spcAft>
                <a:spcPts val="0"/>
              </a:spcAft>
              <a:buSzPts val="1300"/>
              <a:buNone/>
            </a:pPr>
            <a:r>
              <a:rPr lang="es-419" sz="1600">
                <a:solidFill>
                  <a:schemeClr val="dk2"/>
                </a:solidFill>
                <a:latin typeface="Cambria"/>
                <a:ea typeface="Cambria"/>
                <a:cs typeface="Cambria"/>
                <a:sym typeface="Cambria"/>
              </a:rPr>
              <a:t>Dimensiones: 30mm x 30mm x 70mm</a:t>
            </a:r>
            <a:endParaRPr sz="1400">
              <a:latin typeface="Cambria"/>
              <a:ea typeface="Cambria"/>
              <a:cs typeface="Cambria"/>
              <a:sym typeface="Cambria"/>
            </a:endParaRPr>
          </a:p>
        </p:txBody>
      </p:sp>
      <p:sp>
        <p:nvSpPr>
          <p:cNvPr id="204" name="Google Shape;204;p15"/>
          <p:cNvSpPr txBox="1"/>
          <p:nvPr/>
        </p:nvSpPr>
        <p:spPr>
          <a:xfrm>
            <a:off x="530870" y="614856"/>
            <a:ext cx="8104836" cy="1154288"/>
          </a:xfrm>
          <a:prstGeom prst="rect">
            <a:avLst/>
          </a:prstGeom>
          <a:solidFill>
            <a:schemeClr val="lt1"/>
          </a:solidFill>
          <a:ln cap="flat" cmpd="sng" w="28575">
            <a:solidFill>
              <a:srgbClr val="137266"/>
            </a:solidFill>
            <a:prstDash val="solid"/>
            <a:round/>
            <a:headEnd len="sm" w="sm" type="none"/>
            <a:tailEnd len="sm" w="sm" type="none"/>
          </a:ln>
        </p:spPr>
        <p:txBody>
          <a:bodyPr anchorCtr="0" anchor="t" bIns="91425" lIns="91425" spcFirstLastPara="1" rIns="91425" wrap="square" tIns="91425">
            <a:noAutofit/>
          </a:bodyPr>
          <a:lstStyle/>
          <a:p>
            <a:pPr indent="0" lvl="0" marL="90488" marR="0" rtl="0" algn="just">
              <a:lnSpc>
                <a:spcPct val="95000"/>
              </a:lnSpc>
              <a:spcBef>
                <a:spcPts val="0"/>
              </a:spcBef>
              <a:spcAft>
                <a:spcPts val="0"/>
              </a:spcAft>
              <a:buClr>
                <a:schemeClr val="accent1"/>
              </a:buClr>
              <a:buSzPts val="1300"/>
              <a:buFont typeface="Lato"/>
              <a:buNone/>
            </a:pPr>
            <a:r>
              <a:rPr b="1" i="0" lang="es-419" sz="1600" u="none" cap="none" strike="noStrike">
                <a:solidFill>
                  <a:srgbClr val="000000"/>
                </a:solidFill>
                <a:latin typeface="Cambria"/>
                <a:ea typeface="Cambria"/>
                <a:cs typeface="Cambria"/>
                <a:sym typeface="Cambria"/>
              </a:rPr>
              <a:t>Funcionamiento:</a:t>
            </a:r>
            <a:endParaRPr/>
          </a:p>
          <a:p>
            <a:pPr indent="0" lvl="0" marL="90488" marR="0" rtl="0" algn="l">
              <a:lnSpc>
                <a:spcPct val="100000"/>
              </a:lnSpc>
              <a:spcBef>
                <a:spcPts val="0"/>
              </a:spcBef>
              <a:spcAft>
                <a:spcPts val="0"/>
              </a:spcAft>
              <a:buClr>
                <a:schemeClr val="accent1"/>
              </a:buClr>
              <a:buSzPts val="1300"/>
              <a:buFont typeface="Lato"/>
              <a:buNone/>
            </a:pPr>
            <a:r>
              <a:rPr b="0" i="0" lang="es-419" sz="1600" u="none" cap="none" strike="noStrike">
                <a:solidFill>
                  <a:schemeClr val="accent1"/>
                </a:solidFill>
                <a:latin typeface="Cambria"/>
                <a:ea typeface="Cambria"/>
                <a:cs typeface="Cambria"/>
                <a:sym typeface="Cambria"/>
              </a:rPr>
              <a:t>También denominado sensor de proximidad debido a su capacidad de reacción frente a la presencia de objetos cercanos. Cuando se sitúa un objeto de metal cambia de nivel a una salida binaria poniéndola en 1 o 0 lógico para indicar la presencia de un objeto metálico</a:t>
            </a:r>
            <a:endParaRPr b="0" i="0" sz="1400" u="none" cap="none" strike="noStrike">
              <a:solidFill>
                <a:schemeClr val="accent1"/>
              </a:solidFill>
              <a:latin typeface="Cambria"/>
              <a:ea typeface="Cambria"/>
              <a:cs typeface="Cambria"/>
              <a:sym typeface="Cambria"/>
            </a:endParaRPr>
          </a:p>
        </p:txBody>
      </p:sp>
      <p:sp>
        <p:nvSpPr>
          <p:cNvPr id="205" name="Google Shape;205;p15"/>
          <p:cNvSpPr txBox="1"/>
          <p:nvPr/>
        </p:nvSpPr>
        <p:spPr>
          <a:xfrm>
            <a:off x="553448" y="3556280"/>
            <a:ext cx="3725041" cy="1357210"/>
          </a:xfrm>
          <a:prstGeom prst="rect">
            <a:avLst/>
          </a:prstGeom>
          <a:solidFill>
            <a:schemeClr val="lt1"/>
          </a:solidFill>
          <a:ln cap="flat" cmpd="sng" w="28575">
            <a:solidFill>
              <a:srgbClr val="FFC000"/>
            </a:solidFill>
            <a:prstDash val="solid"/>
            <a:round/>
            <a:headEnd len="sm" w="sm" type="none"/>
            <a:tailEnd len="sm" w="sm" type="none"/>
          </a:ln>
        </p:spPr>
        <p:txBody>
          <a:bodyPr anchorCtr="0" anchor="t" bIns="91425" lIns="91425" spcFirstLastPara="1" rIns="91425" wrap="square" tIns="91425">
            <a:noAutofit/>
          </a:bodyPr>
          <a:lstStyle/>
          <a:p>
            <a:pPr indent="0" lvl="0" marL="108000" marR="0" rtl="0" algn="l">
              <a:lnSpc>
                <a:spcPct val="100000"/>
              </a:lnSpc>
              <a:spcBef>
                <a:spcPts val="0"/>
              </a:spcBef>
              <a:spcAft>
                <a:spcPts val="0"/>
              </a:spcAft>
              <a:buClr>
                <a:schemeClr val="accent1"/>
              </a:buClr>
              <a:buSzPts val="1300"/>
              <a:buFont typeface="Lato"/>
              <a:buNone/>
            </a:pPr>
            <a:r>
              <a:rPr b="1" i="0" lang="es-419" sz="1600" u="none" cap="none" strike="noStrike">
                <a:solidFill>
                  <a:schemeClr val="dk2"/>
                </a:solidFill>
                <a:latin typeface="Cambria"/>
                <a:ea typeface="Cambria"/>
                <a:cs typeface="Cambria"/>
                <a:sym typeface="Cambria"/>
              </a:rPr>
              <a:t>Medición experimental </a:t>
            </a:r>
            <a:endParaRPr/>
          </a:p>
          <a:p>
            <a:pPr indent="0" lvl="0" marL="108000" marR="0" rtl="0" algn="l">
              <a:lnSpc>
                <a:spcPct val="100000"/>
              </a:lnSpc>
              <a:spcBef>
                <a:spcPts val="0"/>
              </a:spcBef>
              <a:spcAft>
                <a:spcPts val="0"/>
              </a:spcAft>
              <a:buClr>
                <a:schemeClr val="accent1"/>
              </a:buClr>
              <a:buSzPts val="1300"/>
              <a:buFont typeface="Lato"/>
              <a:buNone/>
            </a:pPr>
            <a:r>
              <a:rPr b="0" i="0" lang="es-419" sz="1600" u="none" cap="none" strike="noStrike">
                <a:solidFill>
                  <a:schemeClr val="dk2"/>
                </a:solidFill>
                <a:latin typeface="Cambria"/>
                <a:ea typeface="Cambria"/>
                <a:cs typeface="Cambria"/>
                <a:sym typeface="Cambria"/>
              </a:rPr>
              <a:t>Si bien no se encontró el tiempo de respuesta del sensor, si se lo pudo determinar experimentalmente obteniendo el valor de 960 us.</a:t>
            </a:r>
            <a:endParaRPr b="0" i="0" sz="1200" u="none" cap="none" strike="noStrike">
              <a:solidFill>
                <a:schemeClr val="dk2"/>
              </a:solidFill>
              <a:latin typeface="Cambria"/>
              <a:ea typeface="Cambria"/>
              <a:cs typeface="Cambria"/>
              <a:sym typeface="Cambria"/>
            </a:endParaRPr>
          </a:p>
        </p:txBody>
      </p:sp>
      <p:pic>
        <p:nvPicPr>
          <p:cNvPr id="206" name="Google Shape;206;p15"/>
          <p:cNvPicPr preferRelativeResize="0"/>
          <p:nvPr/>
        </p:nvPicPr>
        <p:blipFill rotWithShape="1">
          <a:blip r:embed="rId3">
            <a:alphaModFix/>
          </a:blip>
          <a:srcRect b="0" l="0" r="0" t="0"/>
          <a:stretch/>
        </p:blipFill>
        <p:spPr>
          <a:xfrm>
            <a:off x="4692952" y="2111445"/>
            <a:ext cx="3897600" cy="2595466"/>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16"/>
          <p:cNvSpPr txBox="1"/>
          <p:nvPr/>
        </p:nvSpPr>
        <p:spPr>
          <a:xfrm>
            <a:off x="427611" y="-41032"/>
            <a:ext cx="4758985" cy="535200"/>
          </a:xfrm>
          <a:prstGeom prst="rect">
            <a:avLst/>
          </a:prstGeom>
          <a:noFill/>
          <a:ln>
            <a:noFill/>
          </a:ln>
        </p:spPr>
        <p:txBody>
          <a:bodyPr anchorCtr="0" anchor="t" bIns="91425" lIns="91425" spcFirstLastPara="1" rIns="91425" wrap="square" tIns="91425">
            <a:normAutofit fontScale="97500"/>
          </a:bodyPr>
          <a:lstStyle/>
          <a:p>
            <a:pPr indent="0" lvl="0" marL="0" marR="0" rtl="0" algn="l">
              <a:lnSpc>
                <a:spcPct val="100000"/>
              </a:lnSpc>
              <a:spcBef>
                <a:spcPts val="0"/>
              </a:spcBef>
              <a:spcAft>
                <a:spcPts val="0"/>
              </a:spcAft>
              <a:buClr>
                <a:schemeClr val="dk2"/>
              </a:buClr>
              <a:buSzPct val="111111"/>
              <a:buFont typeface="Raleway"/>
              <a:buNone/>
            </a:pPr>
            <a:r>
              <a:rPr b="1" i="0" lang="es-419" sz="2400" u="none" cap="none" strike="noStrike">
                <a:solidFill>
                  <a:srgbClr val="681900"/>
                </a:solidFill>
                <a:latin typeface="Raleway"/>
                <a:ea typeface="Raleway"/>
                <a:cs typeface="Raleway"/>
                <a:sym typeface="Raleway"/>
              </a:rPr>
              <a:t>Sensor fotoeléctrico E3X-NA11</a:t>
            </a:r>
            <a:endParaRPr b="1" i="0" sz="2400" u="none" cap="none" strike="noStrike">
              <a:solidFill>
                <a:srgbClr val="681900"/>
              </a:solidFill>
              <a:latin typeface="Raleway"/>
              <a:ea typeface="Raleway"/>
              <a:cs typeface="Raleway"/>
              <a:sym typeface="Raleway"/>
            </a:endParaRPr>
          </a:p>
        </p:txBody>
      </p:sp>
      <p:sp>
        <p:nvSpPr>
          <p:cNvPr id="212" name="Google Shape;212;p16"/>
          <p:cNvSpPr txBox="1"/>
          <p:nvPr>
            <p:ph idx="1" type="body"/>
          </p:nvPr>
        </p:nvSpPr>
        <p:spPr>
          <a:xfrm>
            <a:off x="530870" y="1889832"/>
            <a:ext cx="3920179" cy="1573783"/>
          </a:xfrm>
          <a:prstGeom prst="rect">
            <a:avLst/>
          </a:prstGeom>
          <a:solidFill>
            <a:schemeClr val="lt1"/>
          </a:solidFill>
          <a:ln cap="flat" cmpd="sng" w="28575">
            <a:solidFill>
              <a:srgbClr val="FF0066"/>
            </a:solidFill>
            <a:prstDash val="solid"/>
            <a:round/>
            <a:headEnd len="sm" w="sm" type="none"/>
            <a:tailEnd len="sm" w="sm" type="none"/>
          </a:ln>
        </p:spPr>
        <p:txBody>
          <a:bodyPr anchorCtr="0" anchor="t" bIns="91425" lIns="91425" spcFirstLastPara="1" rIns="91425" wrap="square" tIns="91425">
            <a:noAutofit/>
          </a:bodyPr>
          <a:lstStyle/>
          <a:p>
            <a:pPr indent="0" lvl="0" marL="108000" rtl="0" algn="l">
              <a:lnSpc>
                <a:spcPct val="100000"/>
              </a:lnSpc>
              <a:spcBef>
                <a:spcPts val="0"/>
              </a:spcBef>
              <a:spcAft>
                <a:spcPts val="0"/>
              </a:spcAft>
              <a:buSzPts val="1300"/>
              <a:buNone/>
            </a:pPr>
            <a:r>
              <a:rPr b="1" lang="es-419" sz="1600">
                <a:solidFill>
                  <a:schemeClr val="dk2"/>
                </a:solidFill>
                <a:latin typeface="Cambria"/>
                <a:ea typeface="Cambria"/>
                <a:cs typeface="Cambria"/>
                <a:sym typeface="Cambria"/>
              </a:rPr>
              <a:t>Características</a:t>
            </a:r>
            <a:endParaRPr sz="1600">
              <a:solidFill>
                <a:schemeClr val="dk2"/>
              </a:solidFill>
              <a:latin typeface="Cambria"/>
              <a:ea typeface="Cambria"/>
              <a:cs typeface="Cambria"/>
              <a:sym typeface="Cambria"/>
            </a:endParaRPr>
          </a:p>
          <a:p>
            <a:pPr indent="0" lvl="0" marL="108000" rtl="0" algn="l">
              <a:lnSpc>
                <a:spcPct val="100000"/>
              </a:lnSpc>
              <a:spcBef>
                <a:spcPts val="0"/>
              </a:spcBef>
              <a:spcAft>
                <a:spcPts val="0"/>
              </a:spcAft>
              <a:buSzPts val="1300"/>
              <a:buNone/>
            </a:pPr>
            <a:r>
              <a:rPr lang="es-419" sz="1600">
                <a:solidFill>
                  <a:schemeClr val="dk2"/>
                </a:solidFill>
                <a:latin typeface="Cambria"/>
                <a:ea typeface="Cambria"/>
                <a:cs typeface="Cambria"/>
                <a:sym typeface="Cambria"/>
              </a:rPr>
              <a:t>Alimentación: 12 – 24 VDC</a:t>
            </a:r>
            <a:endParaRPr/>
          </a:p>
          <a:p>
            <a:pPr indent="0" lvl="0" marL="108000" rtl="0" algn="l">
              <a:lnSpc>
                <a:spcPct val="100000"/>
              </a:lnSpc>
              <a:spcBef>
                <a:spcPts val="0"/>
              </a:spcBef>
              <a:spcAft>
                <a:spcPts val="0"/>
              </a:spcAft>
              <a:buSzPts val="1300"/>
              <a:buNone/>
            </a:pPr>
            <a:r>
              <a:rPr lang="es-419" sz="1600">
                <a:solidFill>
                  <a:schemeClr val="dk2"/>
                </a:solidFill>
                <a:latin typeface="Cambria"/>
                <a:ea typeface="Cambria"/>
                <a:cs typeface="Cambria"/>
                <a:sym typeface="Cambria"/>
              </a:rPr>
              <a:t>Consumo de corriente: 35 mA máximo</a:t>
            </a:r>
            <a:endParaRPr/>
          </a:p>
          <a:p>
            <a:pPr indent="0" lvl="0" marL="108000" rtl="0" algn="l">
              <a:lnSpc>
                <a:spcPct val="100000"/>
              </a:lnSpc>
              <a:spcBef>
                <a:spcPts val="0"/>
              </a:spcBef>
              <a:spcAft>
                <a:spcPts val="0"/>
              </a:spcAft>
              <a:buSzPts val="1300"/>
              <a:buNone/>
            </a:pPr>
            <a:r>
              <a:rPr lang="es-419" sz="1600">
                <a:solidFill>
                  <a:schemeClr val="dk2"/>
                </a:solidFill>
                <a:latin typeface="Cambria"/>
                <a:ea typeface="Cambria"/>
                <a:cs typeface="Cambria"/>
                <a:sym typeface="Cambria"/>
              </a:rPr>
              <a:t>Tiempo de respuesta: 200 us</a:t>
            </a:r>
            <a:endParaRPr sz="1600">
              <a:solidFill>
                <a:schemeClr val="dk2"/>
              </a:solidFill>
              <a:latin typeface="Cambria"/>
              <a:ea typeface="Cambria"/>
              <a:cs typeface="Cambria"/>
              <a:sym typeface="Cambria"/>
            </a:endParaRPr>
          </a:p>
          <a:p>
            <a:pPr indent="0" lvl="0" marL="108000" rtl="0" algn="l">
              <a:lnSpc>
                <a:spcPct val="100000"/>
              </a:lnSpc>
              <a:spcBef>
                <a:spcPts val="0"/>
              </a:spcBef>
              <a:spcAft>
                <a:spcPts val="0"/>
              </a:spcAft>
              <a:buSzPts val="1300"/>
              <a:buNone/>
            </a:pPr>
            <a:r>
              <a:rPr lang="es-419" sz="1600">
                <a:solidFill>
                  <a:schemeClr val="dk2"/>
                </a:solidFill>
                <a:latin typeface="Cambria"/>
                <a:ea typeface="Cambria"/>
                <a:cs typeface="Cambria"/>
                <a:sym typeface="Cambria"/>
              </a:rPr>
              <a:t>Luz emitida: </a:t>
            </a:r>
            <a:r>
              <a:rPr lang="es-419" sz="1400">
                <a:solidFill>
                  <a:schemeClr val="dk2"/>
                </a:solidFill>
                <a:latin typeface="Cambria"/>
                <a:ea typeface="Cambria"/>
                <a:cs typeface="Cambria"/>
                <a:sym typeface="Cambria"/>
              </a:rPr>
              <a:t>Roja de longitud de onda 680 nm</a:t>
            </a:r>
            <a:endParaRPr sz="1600">
              <a:solidFill>
                <a:schemeClr val="dk2"/>
              </a:solidFill>
              <a:latin typeface="Cambria"/>
              <a:ea typeface="Cambria"/>
              <a:cs typeface="Cambria"/>
              <a:sym typeface="Cambria"/>
            </a:endParaRPr>
          </a:p>
          <a:p>
            <a:pPr indent="0" lvl="0" marL="108000" rtl="0" algn="l">
              <a:lnSpc>
                <a:spcPct val="100000"/>
              </a:lnSpc>
              <a:spcBef>
                <a:spcPts val="0"/>
              </a:spcBef>
              <a:spcAft>
                <a:spcPts val="0"/>
              </a:spcAft>
              <a:buSzPts val="1300"/>
              <a:buNone/>
            </a:pPr>
            <a:r>
              <a:rPr lang="es-419" sz="1600">
                <a:solidFill>
                  <a:schemeClr val="dk2"/>
                </a:solidFill>
                <a:latin typeface="Cambria"/>
                <a:ea typeface="Cambria"/>
                <a:cs typeface="Cambria"/>
                <a:sym typeface="Cambria"/>
              </a:rPr>
              <a:t>Rango de detección: hasta 200mm</a:t>
            </a:r>
            <a:endParaRPr/>
          </a:p>
        </p:txBody>
      </p:sp>
      <p:sp>
        <p:nvSpPr>
          <p:cNvPr id="213" name="Google Shape;213;p16"/>
          <p:cNvSpPr txBox="1"/>
          <p:nvPr/>
        </p:nvSpPr>
        <p:spPr>
          <a:xfrm>
            <a:off x="530870" y="614856"/>
            <a:ext cx="8104836" cy="1154288"/>
          </a:xfrm>
          <a:prstGeom prst="rect">
            <a:avLst/>
          </a:prstGeom>
          <a:solidFill>
            <a:schemeClr val="lt1"/>
          </a:solidFill>
          <a:ln cap="flat" cmpd="sng" w="28575">
            <a:solidFill>
              <a:srgbClr val="137266"/>
            </a:solidFill>
            <a:prstDash val="solid"/>
            <a:round/>
            <a:headEnd len="sm" w="sm" type="none"/>
            <a:tailEnd len="sm" w="sm" type="none"/>
          </a:ln>
        </p:spPr>
        <p:txBody>
          <a:bodyPr anchorCtr="0" anchor="t" bIns="91425" lIns="91425" spcFirstLastPara="1" rIns="91425" wrap="square" tIns="91425">
            <a:noAutofit/>
          </a:bodyPr>
          <a:lstStyle/>
          <a:p>
            <a:pPr indent="0" lvl="0" marL="90488" marR="0" rtl="0" algn="just">
              <a:lnSpc>
                <a:spcPct val="95000"/>
              </a:lnSpc>
              <a:spcBef>
                <a:spcPts val="0"/>
              </a:spcBef>
              <a:spcAft>
                <a:spcPts val="0"/>
              </a:spcAft>
              <a:buClr>
                <a:schemeClr val="accent1"/>
              </a:buClr>
              <a:buSzPts val="1300"/>
              <a:buFont typeface="Lato"/>
              <a:buNone/>
            </a:pPr>
            <a:r>
              <a:rPr b="1" i="0" lang="es-419" sz="1600" u="none" cap="none" strike="noStrike">
                <a:solidFill>
                  <a:srgbClr val="000000"/>
                </a:solidFill>
                <a:latin typeface="Cambria"/>
                <a:ea typeface="Cambria"/>
                <a:cs typeface="Cambria"/>
                <a:sym typeface="Cambria"/>
              </a:rPr>
              <a:t>Funcionamiento:</a:t>
            </a:r>
            <a:endParaRPr/>
          </a:p>
          <a:p>
            <a:pPr indent="0" lvl="0" marL="90488" marR="0" rtl="0" algn="l">
              <a:lnSpc>
                <a:spcPct val="100000"/>
              </a:lnSpc>
              <a:spcBef>
                <a:spcPts val="0"/>
              </a:spcBef>
              <a:spcAft>
                <a:spcPts val="0"/>
              </a:spcAft>
              <a:buClr>
                <a:schemeClr val="accent1"/>
              </a:buClr>
              <a:buSzPts val="1300"/>
              <a:buFont typeface="Lato"/>
              <a:buNone/>
            </a:pPr>
            <a:r>
              <a:rPr b="0" i="0" lang="es-419" sz="1600" u="none" cap="none" strike="noStrike">
                <a:solidFill>
                  <a:schemeClr val="accent1"/>
                </a:solidFill>
                <a:latin typeface="Cambria"/>
                <a:ea typeface="Cambria"/>
                <a:cs typeface="Cambria"/>
                <a:sym typeface="Cambria"/>
              </a:rPr>
              <a:t>Tiene el mismo principio de funcionamiento basado en la emisión de luz y la recepción del haz de luz reflejado por el objeto. Utiliza fibra óptica para el transporte de la luz desde el punto donde realiza la detección hasta el punto donde se encuentra el sensor.</a:t>
            </a:r>
            <a:endParaRPr b="0" i="0" sz="1400" u="none" cap="none" strike="noStrike">
              <a:solidFill>
                <a:schemeClr val="accent1"/>
              </a:solidFill>
              <a:latin typeface="Cambria"/>
              <a:ea typeface="Cambria"/>
              <a:cs typeface="Cambria"/>
              <a:sym typeface="Cambria"/>
            </a:endParaRPr>
          </a:p>
        </p:txBody>
      </p:sp>
      <p:sp>
        <p:nvSpPr>
          <p:cNvPr id="214" name="Google Shape;214;p16"/>
          <p:cNvSpPr txBox="1"/>
          <p:nvPr/>
        </p:nvSpPr>
        <p:spPr>
          <a:xfrm>
            <a:off x="530870" y="3584303"/>
            <a:ext cx="3920179" cy="1357210"/>
          </a:xfrm>
          <a:prstGeom prst="rect">
            <a:avLst/>
          </a:prstGeom>
          <a:solidFill>
            <a:schemeClr val="lt1"/>
          </a:solidFill>
          <a:ln cap="flat" cmpd="sng" w="28575">
            <a:solidFill>
              <a:srgbClr val="FFC000"/>
            </a:solidFill>
            <a:prstDash val="solid"/>
            <a:round/>
            <a:headEnd len="sm" w="sm" type="none"/>
            <a:tailEnd len="sm" w="sm" type="none"/>
          </a:ln>
        </p:spPr>
        <p:txBody>
          <a:bodyPr anchorCtr="0" anchor="t" bIns="91425" lIns="91425" spcFirstLastPara="1" rIns="91425" wrap="square" tIns="91425">
            <a:noAutofit/>
          </a:bodyPr>
          <a:lstStyle/>
          <a:p>
            <a:pPr indent="0" lvl="0" marL="108000" marR="0" rtl="0" algn="l">
              <a:lnSpc>
                <a:spcPct val="100000"/>
              </a:lnSpc>
              <a:spcBef>
                <a:spcPts val="0"/>
              </a:spcBef>
              <a:spcAft>
                <a:spcPts val="0"/>
              </a:spcAft>
              <a:buClr>
                <a:schemeClr val="accent1"/>
              </a:buClr>
              <a:buSzPts val="1300"/>
              <a:buFont typeface="Lato"/>
              <a:buNone/>
            </a:pPr>
            <a:r>
              <a:rPr b="1" i="0" lang="es-419" sz="1600" u="none" cap="none" strike="noStrike">
                <a:solidFill>
                  <a:schemeClr val="dk2"/>
                </a:solidFill>
                <a:latin typeface="Cambria"/>
                <a:ea typeface="Cambria"/>
                <a:cs typeface="Cambria"/>
                <a:sym typeface="Cambria"/>
              </a:rPr>
              <a:t>Medición experimental </a:t>
            </a:r>
            <a:endParaRPr/>
          </a:p>
          <a:p>
            <a:pPr indent="0" lvl="0" marL="108000" marR="0" rtl="0" algn="l">
              <a:lnSpc>
                <a:spcPct val="100000"/>
              </a:lnSpc>
              <a:spcBef>
                <a:spcPts val="0"/>
              </a:spcBef>
              <a:spcAft>
                <a:spcPts val="0"/>
              </a:spcAft>
              <a:buClr>
                <a:schemeClr val="accent1"/>
              </a:buClr>
              <a:buSzPts val="1300"/>
              <a:buFont typeface="Lato"/>
              <a:buNone/>
            </a:pPr>
            <a:r>
              <a:rPr b="0" i="0" lang="es-419" sz="1600" u="none" cap="none" strike="noStrike">
                <a:solidFill>
                  <a:schemeClr val="dk2"/>
                </a:solidFill>
                <a:latin typeface="Cambria"/>
                <a:ea typeface="Cambria"/>
                <a:cs typeface="Cambria"/>
                <a:sym typeface="Cambria"/>
              </a:rPr>
              <a:t>El tiempo de respuesta experimental supera en gran medida al de la hoja de datos pero al tener un valor de 990 us se encuentra en los rangos de otros sensores utilizados.</a:t>
            </a:r>
            <a:endParaRPr b="0" i="0" sz="1200" u="none" cap="none" strike="noStrike">
              <a:solidFill>
                <a:schemeClr val="dk2"/>
              </a:solidFill>
              <a:latin typeface="Cambria"/>
              <a:ea typeface="Cambria"/>
              <a:cs typeface="Cambria"/>
              <a:sym typeface="Cambria"/>
            </a:endParaRPr>
          </a:p>
        </p:txBody>
      </p:sp>
      <p:pic>
        <p:nvPicPr>
          <p:cNvPr id="215" name="Google Shape;215;p16"/>
          <p:cNvPicPr preferRelativeResize="0"/>
          <p:nvPr/>
        </p:nvPicPr>
        <p:blipFill rotWithShape="1">
          <a:blip r:embed="rId3">
            <a:alphaModFix/>
          </a:blip>
          <a:srcRect b="0" l="0" r="0" t="0"/>
          <a:stretch/>
        </p:blipFill>
        <p:spPr>
          <a:xfrm>
            <a:off x="4888090" y="2132951"/>
            <a:ext cx="3725039" cy="2693881"/>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17"/>
          <p:cNvSpPr txBox="1"/>
          <p:nvPr/>
        </p:nvSpPr>
        <p:spPr>
          <a:xfrm>
            <a:off x="427611" y="-41032"/>
            <a:ext cx="4758985" cy="535200"/>
          </a:xfrm>
          <a:prstGeom prst="rect">
            <a:avLst/>
          </a:prstGeom>
          <a:noFill/>
          <a:ln>
            <a:noFill/>
          </a:ln>
        </p:spPr>
        <p:txBody>
          <a:bodyPr anchorCtr="0" anchor="t" bIns="91425" lIns="91425" spcFirstLastPara="1" rIns="91425" wrap="square" tIns="91425">
            <a:normAutofit fontScale="97500"/>
          </a:bodyPr>
          <a:lstStyle/>
          <a:p>
            <a:pPr indent="0" lvl="0" marL="0" marR="0" rtl="0" algn="l">
              <a:lnSpc>
                <a:spcPct val="100000"/>
              </a:lnSpc>
              <a:spcBef>
                <a:spcPts val="0"/>
              </a:spcBef>
              <a:spcAft>
                <a:spcPts val="0"/>
              </a:spcAft>
              <a:buClr>
                <a:schemeClr val="dk2"/>
              </a:buClr>
              <a:buSzPct val="111111"/>
              <a:buFont typeface="Raleway"/>
              <a:buNone/>
            </a:pPr>
            <a:r>
              <a:rPr b="1" i="0" lang="es-419" sz="2400" u="none" cap="none" strike="noStrike">
                <a:solidFill>
                  <a:srgbClr val="681900"/>
                </a:solidFill>
                <a:latin typeface="Raleway"/>
                <a:ea typeface="Raleway"/>
                <a:cs typeface="Raleway"/>
                <a:sym typeface="Raleway"/>
              </a:rPr>
              <a:t>Sensor fotoeléctrico MHT-15</a:t>
            </a:r>
            <a:endParaRPr b="1" i="0" sz="2400" u="none" cap="none" strike="noStrike">
              <a:solidFill>
                <a:srgbClr val="681900"/>
              </a:solidFill>
              <a:latin typeface="Raleway"/>
              <a:ea typeface="Raleway"/>
              <a:cs typeface="Raleway"/>
              <a:sym typeface="Raleway"/>
            </a:endParaRPr>
          </a:p>
        </p:txBody>
      </p:sp>
      <p:sp>
        <p:nvSpPr>
          <p:cNvPr id="221" name="Google Shape;221;p17"/>
          <p:cNvSpPr txBox="1"/>
          <p:nvPr>
            <p:ph idx="1" type="body"/>
          </p:nvPr>
        </p:nvSpPr>
        <p:spPr>
          <a:xfrm>
            <a:off x="530870" y="1889832"/>
            <a:ext cx="3920179" cy="1573783"/>
          </a:xfrm>
          <a:prstGeom prst="rect">
            <a:avLst/>
          </a:prstGeom>
          <a:solidFill>
            <a:schemeClr val="lt1"/>
          </a:solidFill>
          <a:ln cap="flat" cmpd="sng" w="28575">
            <a:solidFill>
              <a:srgbClr val="FF0066"/>
            </a:solidFill>
            <a:prstDash val="solid"/>
            <a:round/>
            <a:headEnd len="sm" w="sm" type="none"/>
            <a:tailEnd len="sm" w="sm" type="none"/>
          </a:ln>
        </p:spPr>
        <p:txBody>
          <a:bodyPr anchorCtr="0" anchor="t" bIns="91425" lIns="91425" spcFirstLastPara="1" rIns="91425" wrap="square" tIns="91425">
            <a:noAutofit/>
          </a:bodyPr>
          <a:lstStyle/>
          <a:p>
            <a:pPr indent="0" lvl="0" marL="108000" rtl="0" algn="l">
              <a:lnSpc>
                <a:spcPct val="100000"/>
              </a:lnSpc>
              <a:spcBef>
                <a:spcPts val="0"/>
              </a:spcBef>
              <a:spcAft>
                <a:spcPts val="0"/>
              </a:spcAft>
              <a:buSzPts val="1300"/>
              <a:buNone/>
            </a:pPr>
            <a:r>
              <a:rPr b="1" lang="es-419" sz="1600">
                <a:solidFill>
                  <a:schemeClr val="dk2"/>
                </a:solidFill>
                <a:latin typeface="Cambria"/>
                <a:ea typeface="Cambria"/>
                <a:cs typeface="Cambria"/>
                <a:sym typeface="Cambria"/>
              </a:rPr>
              <a:t>Características</a:t>
            </a:r>
            <a:endParaRPr sz="1600">
              <a:solidFill>
                <a:schemeClr val="dk2"/>
              </a:solidFill>
              <a:latin typeface="Cambria"/>
              <a:ea typeface="Cambria"/>
              <a:cs typeface="Cambria"/>
              <a:sym typeface="Cambria"/>
            </a:endParaRPr>
          </a:p>
          <a:p>
            <a:pPr indent="0" lvl="0" marL="108000" rtl="0" algn="l">
              <a:lnSpc>
                <a:spcPct val="100000"/>
              </a:lnSpc>
              <a:spcBef>
                <a:spcPts val="0"/>
              </a:spcBef>
              <a:spcAft>
                <a:spcPts val="0"/>
              </a:spcAft>
              <a:buSzPts val="1300"/>
              <a:buNone/>
            </a:pPr>
            <a:r>
              <a:rPr lang="es-419" sz="1600">
                <a:solidFill>
                  <a:schemeClr val="dk2"/>
                </a:solidFill>
                <a:latin typeface="Cambria"/>
                <a:ea typeface="Cambria"/>
                <a:cs typeface="Cambria"/>
                <a:sym typeface="Cambria"/>
              </a:rPr>
              <a:t>Alimentación: 10 – 30 VDC</a:t>
            </a:r>
            <a:endParaRPr/>
          </a:p>
          <a:p>
            <a:pPr indent="0" lvl="0" marL="108000" rtl="0" algn="l">
              <a:lnSpc>
                <a:spcPct val="100000"/>
              </a:lnSpc>
              <a:spcBef>
                <a:spcPts val="0"/>
              </a:spcBef>
              <a:spcAft>
                <a:spcPts val="0"/>
              </a:spcAft>
              <a:buSzPts val="1300"/>
              <a:buNone/>
            </a:pPr>
            <a:r>
              <a:rPr lang="es-419" sz="1600">
                <a:solidFill>
                  <a:schemeClr val="dk2"/>
                </a:solidFill>
                <a:latin typeface="Cambria"/>
                <a:ea typeface="Cambria"/>
                <a:cs typeface="Cambria"/>
                <a:sym typeface="Cambria"/>
              </a:rPr>
              <a:t>Consumo de corriente (circuito): 30 mA</a:t>
            </a:r>
            <a:endParaRPr/>
          </a:p>
          <a:p>
            <a:pPr indent="0" lvl="0" marL="108000" rtl="0" algn="l">
              <a:lnSpc>
                <a:spcPct val="100000"/>
              </a:lnSpc>
              <a:spcBef>
                <a:spcPts val="0"/>
              </a:spcBef>
              <a:spcAft>
                <a:spcPts val="0"/>
              </a:spcAft>
              <a:buSzPts val="1300"/>
              <a:buNone/>
            </a:pPr>
            <a:r>
              <a:rPr lang="es-419" sz="1600">
                <a:solidFill>
                  <a:schemeClr val="dk2"/>
                </a:solidFill>
                <a:latin typeface="Cambria"/>
                <a:ea typeface="Cambria"/>
                <a:cs typeface="Cambria"/>
                <a:sym typeface="Cambria"/>
              </a:rPr>
              <a:t>Tiempo de respuesta: &lt; 1.25 ms</a:t>
            </a:r>
            <a:endParaRPr/>
          </a:p>
          <a:p>
            <a:pPr indent="0" lvl="0" marL="108000" rtl="0" algn="l">
              <a:lnSpc>
                <a:spcPct val="100000"/>
              </a:lnSpc>
              <a:spcBef>
                <a:spcPts val="0"/>
              </a:spcBef>
              <a:spcAft>
                <a:spcPts val="0"/>
              </a:spcAft>
              <a:buSzPts val="1300"/>
              <a:buNone/>
            </a:pPr>
            <a:r>
              <a:rPr lang="es-419" sz="1600">
                <a:solidFill>
                  <a:schemeClr val="dk2"/>
                </a:solidFill>
                <a:latin typeface="Cambria"/>
                <a:ea typeface="Cambria"/>
                <a:cs typeface="Cambria"/>
                <a:sym typeface="Cambria"/>
              </a:rPr>
              <a:t>Luz emitida: Infrarroja de longitud de onda 950 nm</a:t>
            </a:r>
            <a:endParaRPr/>
          </a:p>
        </p:txBody>
      </p:sp>
      <p:sp>
        <p:nvSpPr>
          <p:cNvPr id="222" name="Google Shape;222;p17"/>
          <p:cNvSpPr txBox="1"/>
          <p:nvPr/>
        </p:nvSpPr>
        <p:spPr>
          <a:xfrm>
            <a:off x="530870" y="614856"/>
            <a:ext cx="8104836" cy="1154288"/>
          </a:xfrm>
          <a:prstGeom prst="rect">
            <a:avLst/>
          </a:prstGeom>
          <a:solidFill>
            <a:schemeClr val="lt1"/>
          </a:solidFill>
          <a:ln cap="flat" cmpd="sng" w="28575">
            <a:solidFill>
              <a:srgbClr val="137266"/>
            </a:solidFill>
            <a:prstDash val="solid"/>
            <a:round/>
            <a:headEnd len="sm" w="sm" type="none"/>
            <a:tailEnd len="sm" w="sm" type="none"/>
          </a:ln>
        </p:spPr>
        <p:txBody>
          <a:bodyPr anchorCtr="0" anchor="t" bIns="91425" lIns="91425" spcFirstLastPara="1" rIns="91425" wrap="square" tIns="91425">
            <a:noAutofit/>
          </a:bodyPr>
          <a:lstStyle/>
          <a:p>
            <a:pPr indent="0" lvl="0" marL="90488" marR="0" rtl="0" algn="just">
              <a:lnSpc>
                <a:spcPct val="95000"/>
              </a:lnSpc>
              <a:spcBef>
                <a:spcPts val="0"/>
              </a:spcBef>
              <a:spcAft>
                <a:spcPts val="0"/>
              </a:spcAft>
              <a:buClr>
                <a:schemeClr val="accent1"/>
              </a:buClr>
              <a:buSzPts val="1300"/>
              <a:buFont typeface="Lato"/>
              <a:buNone/>
            </a:pPr>
            <a:r>
              <a:rPr b="1" i="0" lang="es-419" sz="1600" u="none" cap="none" strike="noStrike">
                <a:solidFill>
                  <a:srgbClr val="000000"/>
                </a:solidFill>
                <a:latin typeface="Cambria"/>
                <a:ea typeface="Cambria"/>
                <a:cs typeface="Cambria"/>
                <a:sym typeface="Cambria"/>
              </a:rPr>
              <a:t>Funcionamiento:</a:t>
            </a:r>
            <a:endParaRPr/>
          </a:p>
          <a:p>
            <a:pPr indent="0" lvl="0" marL="90488" marR="0" rtl="0" algn="l">
              <a:lnSpc>
                <a:spcPct val="100000"/>
              </a:lnSpc>
              <a:spcBef>
                <a:spcPts val="0"/>
              </a:spcBef>
              <a:spcAft>
                <a:spcPts val="0"/>
              </a:spcAft>
              <a:buClr>
                <a:schemeClr val="accent1"/>
              </a:buClr>
              <a:buSzPts val="1300"/>
              <a:buFont typeface="Lato"/>
              <a:buNone/>
            </a:pPr>
            <a:r>
              <a:rPr b="0" i="0" lang="es-419" sz="1600" u="none" cap="none" strike="noStrike">
                <a:solidFill>
                  <a:schemeClr val="accent1"/>
                </a:solidFill>
                <a:latin typeface="Cambria"/>
                <a:ea typeface="Cambria"/>
                <a:cs typeface="Cambria"/>
                <a:sym typeface="Cambria"/>
              </a:rPr>
              <a:t>Comparte el principio de funcionamiento de los sensores fotoeléctricos que realizan la detección de objetos mediante la emisión y posterior recepción de haces de luz, en este caso luz infrarroja de mayor longitud de onda que la luz roja de los otros casos.</a:t>
            </a:r>
            <a:endParaRPr b="0" i="0" sz="1400" u="none" cap="none" strike="noStrike">
              <a:solidFill>
                <a:schemeClr val="accent1"/>
              </a:solidFill>
              <a:latin typeface="Cambria"/>
              <a:ea typeface="Cambria"/>
              <a:cs typeface="Cambria"/>
              <a:sym typeface="Cambria"/>
            </a:endParaRPr>
          </a:p>
        </p:txBody>
      </p:sp>
      <p:sp>
        <p:nvSpPr>
          <p:cNvPr id="223" name="Google Shape;223;p17"/>
          <p:cNvSpPr txBox="1"/>
          <p:nvPr/>
        </p:nvSpPr>
        <p:spPr>
          <a:xfrm>
            <a:off x="530870" y="3584304"/>
            <a:ext cx="3920179" cy="1092628"/>
          </a:xfrm>
          <a:prstGeom prst="rect">
            <a:avLst/>
          </a:prstGeom>
          <a:solidFill>
            <a:schemeClr val="lt1"/>
          </a:solidFill>
          <a:ln cap="flat" cmpd="sng" w="28575">
            <a:solidFill>
              <a:srgbClr val="FFC000"/>
            </a:solidFill>
            <a:prstDash val="solid"/>
            <a:round/>
            <a:headEnd len="sm" w="sm" type="none"/>
            <a:tailEnd len="sm" w="sm" type="none"/>
          </a:ln>
        </p:spPr>
        <p:txBody>
          <a:bodyPr anchorCtr="0" anchor="t" bIns="91425" lIns="91425" spcFirstLastPara="1" rIns="91425" wrap="square" tIns="91425">
            <a:noAutofit/>
          </a:bodyPr>
          <a:lstStyle/>
          <a:p>
            <a:pPr indent="0" lvl="0" marL="108000" marR="0" rtl="0" algn="l">
              <a:lnSpc>
                <a:spcPct val="100000"/>
              </a:lnSpc>
              <a:spcBef>
                <a:spcPts val="0"/>
              </a:spcBef>
              <a:spcAft>
                <a:spcPts val="0"/>
              </a:spcAft>
              <a:buClr>
                <a:schemeClr val="accent1"/>
              </a:buClr>
              <a:buSzPts val="1300"/>
              <a:buFont typeface="Lato"/>
              <a:buNone/>
            </a:pPr>
            <a:r>
              <a:rPr b="1" i="0" lang="es-419" sz="1600" u="none" cap="none" strike="noStrike">
                <a:solidFill>
                  <a:schemeClr val="dk2"/>
                </a:solidFill>
                <a:latin typeface="Cambria"/>
                <a:ea typeface="Cambria"/>
                <a:cs typeface="Cambria"/>
                <a:sym typeface="Cambria"/>
              </a:rPr>
              <a:t>Medición experimental </a:t>
            </a:r>
            <a:endParaRPr/>
          </a:p>
          <a:p>
            <a:pPr indent="0" lvl="0" marL="108000" marR="0" rtl="0" algn="l">
              <a:lnSpc>
                <a:spcPct val="100000"/>
              </a:lnSpc>
              <a:spcBef>
                <a:spcPts val="0"/>
              </a:spcBef>
              <a:spcAft>
                <a:spcPts val="0"/>
              </a:spcAft>
              <a:buClr>
                <a:schemeClr val="accent1"/>
              </a:buClr>
              <a:buSzPts val="1300"/>
              <a:buFont typeface="Lato"/>
              <a:buNone/>
            </a:pPr>
            <a:r>
              <a:rPr b="0" i="0" lang="es-419" sz="1600" u="none" cap="none" strike="noStrike">
                <a:solidFill>
                  <a:schemeClr val="dk2"/>
                </a:solidFill>
                <a:latin typeface="Cambria"/>
                <a:ea typeface="Cambria"/>
                <a:cs typeface="Cambria"/>
                <a:sym typeface="Cambria"/>
              </a:rPr>
              <a:t>El tiempo de respuesta se encuentra dentro de los rangos indicados en la hoja de datos y tiene un valor de 960 us, </a:t>
            </a:r>
            <a:endParaRPr b="0" i="0" sz="1200" u="none" cap="none" strike="noStrike">
              <a:solidFill>
                <a:schemeClr val="dk2"/>
              </a:solidFill>
              <a:latin typeface="Cambria"/>
              <a:ea typeface="Cambria"/>
              <a:cs typeface="Cambria"/>
              <a:sym typeface="Cambria"/>
            </a:endParaRPr>
          </a:p>
        </p:txBody>
      </p:sp>
      <p:pic>
        <p:nvPicPr>
          <p:cNvPr id="224" name="Google Shape;224;p17"/>
          <p:cNvPicPr preferRelativeResize="0"/>
          <p:nvPr/>
        </p:nvPicPr>
        <p:blipFill rotWithShape="1">
          <a:blip r:embed="rId3">
            <a:alphaModFix/>
          </a:blip>
          <a:srcRect b="0" l="0" r="0" t="0"/>
          <a:stretch/>
        </p:blipFill>
        <p:spPr>
          <a:xfrm>
            <a:off x="4967152" y="2184586"/>
            <a:ext cx="3487300" cy="249234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18"/>
          <p:cNvSpPr txBox="1"/>
          <p:nvPr/>
        </p:nvSpPr>
        <p:spPr>
          <a:xfrm>
            <a:off x="427611" y="-41032"/>
            <a:ext cx="4758985" cy="535200"/>
          </a:xfrm>
          <a:prstGeom prst="rect">
            <a:avLst/>
          </a:prstGeom>
          <a:noFill/>
          <a:ln>
            <a:noFill/>
          </a:ln>
        </p:spPr>
        <p:txBody>
          <a:bodyPr anchorCtr="0" anchor="t" bIns="91425" lIns="91425" spcFirstLastPara="1" rIns="91425" wrap="square" tIns="91425">
            <a:normAutofit fontScale="97500"/>
          </a:bodyPr>
          <a:lstStyle/>
          <a:p>
            <a:pPr indent="0" lvl="0" marL="0" marR="0" rtl="0" algn="l">
              <a:lnSpc>
                <a:spcPct val="100000"/>
              </a:lnSpc>
              <a:spcBef>
                <a:spcPts val="0"/>
              </a:spcBef>
              <a:spcAft>
                <a:spcPts val="0"/>
              </a:spcAft>
              <a:buClr>
                <a:schemeClr val="dk2"/>
              </a:buClr>
              <a:buSzPct val="111111"/>
              <a:buFont typeface="Raleway"/>
              <a:buNone/>
            </a:pPr>
            <a:r>
              <a:rPr b="1" i="0" lang="es-419" sz="2400" u="none" cap="none" strike="noStrike">
                <a:solidFill>
                  <a:srgbClr val="681900"/>
                </a:solidFill>
                <a:latin typeface="Raleway"/>
                <a:ea typeface="Raleway"/>
                <a:cs typeface="Raleway"/>
                <a:sym typeface="Raleway"/>
              </a:rPr>
              <a:t>Sensor inductivo TL-08NK</a:t>
            </a:r>
            <a:endParaRPr b="1" i="0" sz="2400" u="none" cap="none" strike="noStrike">
              <a:solidFill>
                <a:srgbClr val="681900"/>
              </a:solidFill>
              <a:latin typeface="Raleway"/>
              <a:ea typeface="Raleway"/>
              <a:cs typeface="Raleway"/>
              <a:sym typeface="Raleway"/>
            </a:endParaRPr>
          </a:p>
        </p:txBody>
      </p:sp>
      <p:sp>
        <p:nvSpPr>
          <p:cNvPr id="230" name="Google Shape;230;p18"/>
          <p:cNvSpPr txBox="1"/>
          <p:nvPr>
            <p:ph idx="1" type="body"/>
          </p:nvPr>
        </p:nvSpPr>
        <p:spPr>
          <a:xfrm>
            <a:off x="530870" y="1889832"/>
            <a:ext cx="3920179" cy="1573783"/>
          </a:xfrm>
          <a:prstGeom prst="rect">
            <a:avLst/>
          </a:prstGeom>
          <a:solidFill>
            <a:schemeClr val="lt1"/>
          </a:solidFill>
          <a:ln cap="flat" cmpd="sng" w="28575">
            <a:solidFill>
              <a:srgbClr val="FF0066"/>
            </a:solidFill>
            <a:prstDash val="solid"/>
            <a:round/>
            <a:headEnd len="sm" w="sm" type="none"/>
            <a:tailEnd len="sm" w="sm" type="none"/>
          </a:ln>
        </p:spPr>
        <p:txBody>
          <a:bodyPr anchorCtr="0" anchor="t" bIns="91425" lIns="91425" spcFirstLastPara="1" rIns="91425" wrap="square" tIns="91425">
            <a:noAutofit/>
          </a:bodyPr>
          <a:lstStyle/>
          <a:p>
            <a:pPr indent="0" lvl="0" marL="108000" rtl="0" algn="l">
              <a:lnSpc>
                <a:spcPct val="100000"/>
              </a:lnSpc>
              <a:spcBef>
                <a:spcPts val="0"/>
              </a:spcBef>
              <a:spcAft>
                <a:spcPts val="0"/>
              </a:spcAft>
              <a:buSzPts val="1300"/>
              <a:buNone/>
            </a:pPr>
            <a:r>
              <a:rPr b="1" lang="es-419" sz="1600">
                <a:solidFill>
                  <a:schemeClr val="dk2"/>
                </a:solidFill>
                <a:latin typeface="Cambria"/>
                <a:ea typeface="Cambria"/>
                <a:cs typeface="Cambria"/>
                <a:sym typeface="Cambria"/>
              </a:rPr>
              <a:t>Características</a:t>
            </a:r>
            <a:endParaRPr sz="1600">
              <a:solidFill>
                <a:schemeClr val="dk2"/>
              </a:solidFill>
              <a:latin typeface="Cambria"/>
              <a:ea typeface="Cambria"/>
              <a:cs typeface="Cambria"/>
              <a:sym typeface="Cambria"/>
            </a:endParaRPr>
          </a:p>
          <a:p>
            <a:pPr indent="0" lvl="0" marL="108000" rtl="0" algn="l">
              <a:lnSpc>
                <a:spcPct val="100000"/>
              </a:lnSpc>
              <a:spcBef>
                <a:spcPts val="0"/>
              </a:spcBef>
              <a:spcAft>
                <a:spcPts val="0"/>
              </a:spcAft>
              <a:buSzPts val="1300"/>
              <a:buNone/>
            </a:pPr>
            <a:r>
              <a:rPr lang="es-419" sz="1600">
                <a:solidFill>
                  <a:schemeClr val="dk2"/>
                </a:solidFill>
                <a:latin typeface="Cambria"/>
                <a:ea typeface="Cambria"/>
                <a:cs typeface="Cambria"/>
                <a:sym typeface="Cambria"/>
              </a:rPr>
              <a:t>Alimentación: 10 – 30 VDC</a:t>
            </a:r>
            <a:endParaRPr/>
          </a:p>
          <a:p>
            <a:pPr indent="0" lvl="0" marL="108000" rtl="0" algn="l">
              <a:lnSpc>
                <a:spcPct val="100000"/>
              </a:lnSpc>
              <a:spcBef>
                <a:spcPts val="0"/>
              </a:spcBef>
              <a:spcAft>
                <a:spcPts val="0"/>
              </a:spcAft>
              <a:buSzPts val="1300"/>
              <a:buNone/>
            </a:pPr>
            <a:r>
              <a:rPr lang="es-419" sz="1600">
                <a:solidFill>
                  <a:schemeClr val="dk2"/>
                </a:solidFill>
                <a:latin typeface="Cambria"/>
                <a:ea typeface="Cambria"/>
                <a:cs typeface="Cambria"/>
                <a:sym typeface="Cambria"/>
              </a:rPr>
              <a:t>Consumo de corriente: 200 mA máximo</a:t>
            </a:r>
            <a:endParaRPr/>
          </a:p>
          <a:p>
            <a:pPr indent="0" lvl="0" marL="108000" rtl="0" algn="l">
              <a:lnSpc>
                <a:spcPct val="100000"/>
              </a:lnSpc>
              <a:spcBef>
                <a:spcPts val="0"/>
              </a:spcBef>
              <a:spcAft>
                <a:spcPts val="0"/>
              </a:spcAft>
              <a:buSzPts val="1300"/>
              <a:buNone/>
            </a:pPr>
            <a:r>
              <a:rPr lang="es-419" sz="1600">
                <a:solidFill>
                  <a:schemeClr val="dk2"/>
                </a:solidFill>
                <a:latin typeface="Cambria"/>
                <a:ea typeface="Cambria"/>
                <a:cs typeface="Cambria"/>
                <a:sym typeface="Cambria"/>
              </a:rPr>
              <a:t>Tiempo de respuesta: 2 ms</a:t>
            </a:r>
            <a:endParaRPr/>
          </a:p>
          <a:p>
            <a:pPr indent="0" lvl="0" marL="108000" rtl="0" algn="l">
              <a:lnSpc>
                <a:spcPct val="100000"/>
              </a:lnSpc>
              <a:spcBef>
                <a:spcPts val="0"/>
              </a:spcBef>
              <a:spcAft>
                <a:spcPts val="0"/>
              </a:spcAft>
              <a:buSzPts val="1300"/>
              <a:buNone/>
            </a:pPr>
            <a:r>
              <a:rPr lang="es-419" sz="1600">
                <a:solidFill>
                  <a:schemeClr val="dk2"/>
                </a:solidFill>
                <a:latin typeface="Cambria"/>
                <a:ea typeface="Cambria"/>
                <a:cs typeface="Cambria"/>
                <a:sym typeface="Cambria"/>
              </a:rPr>
              <a:t>Caída de voltaje: 1 V máximo</a:t>
            </a:r>
            <a:endParaRPr/>
          </a:p>
          <a:p>
            <a:pPr indent="0" lvl="0" marL="108000" rtl="0" algn="l">
              <a:lnSpc>
                <a:spcPct val="100000"/>
              </a:lnSpc>
              <a:spcBef>
                <a:spcPts val="0"/>
              </a:spcBef>
              <a:spcAft>
                <a:spcPts val="0"/>
              </a:spcAft>
              <a:buSzPts val="1300"/>
              <a:buNone/>
            </a:pPr>
            <a:r>
              <a:rPr lang="es-419" sz="1600">
                <a:solidFill>
                  <a:schemeClr val="dk2"/>
                </a:solidFill>
                <a:latin typeface="Cambria"/>
                <a:ea typeface="Cambria"/>
                <a:cs typeface="Cambria"/>
                <a:sym typeface="Cambria"/>
              </a:rPr>
              <a:t>Rango de detección: 5mm máximo</a:t>
            </a:r>
            <a:endParaRPr/>
          </a:p>
        </p:txBody>
      </p:sp>
      <p:sp>
        <p:nvSpPr>
          <p:cNvPr id="231" name="Google Shape;231;p18"/>
          <p:cNvSpPr txBox="1"/>
          <p:nvPr/>
        </p:nvSpPr>
        <p:spPr>
          <a:xfrm>
            <a:off x="530870" y="614856"/>
            <a:ext cx="6334625" cy="1154288"/>
          </a:xfrm>
          <a:prstGeom prst="rect">
            <a:avLst/>
          </a:prstGeom>
          <a:solidFill>
            <a:schemeClr val="lt1"/>
          </a:solidFill>
          <a:ln cap="flat" cmpd="sng" w="28575">
            <a:solidFill>
              <a:srgbClr val="137266"/>
            </a:solidFill>
            <a:prstDash val="solid"/>
            <a:round/>
            <a:headEnd len="sm" w="sm" type="none"/>
            <a:tailEnd len="sm" w="sm" type="none"/>
          </a:ln>
        </p:spPr>
        <p:txBody>
          <a:bodyPr anchorCtr="0" anchor="t" bIns="91425" lIns="91425" spcFirstLastPara="1" rIns="91425" wrap="square" tIns="91425">
            <a:noAutofit/>
          </a:bodyPr>
          <a:lstStyle/>
          <a:p>
            <a:pPr indent="0" lvl="0" marL="90488" marR="0" rtl="0" algn="just">
              <a:lnSpc>
                <a:spcPct val="95000"/>
              </a:lnSpc>
              <a:spcBef>
                <a:spcPts val="0"/>
              </a:spcBef>
              <a:spcAft>
                <a:spcPts val="0"/>
              </a:spcAft>
              <a:buClr>
                <a:schemeClr val="accent1"/>
              </a:buClr>
              <a:buSzPts val="1300"/>
              <a:buFont typeface="Lato"/>
              <a:buNone/>
            </a:pPr>
            <a:r>
              <a:rPr b="1" i="0" lang="es-419" sz="1600" u="none" cap="none" strike="noStrike">
                <a:solidFill>
                  <a:srgbClr val="000000"/>
                </a:solidFill>
                <a:latin typeface="Cambria"/>
                <a:ea typeface="Cambria"/>
                <a:cs typeface="Cambria"/>
                <a:sym typeface="Cambria"/>
              </a:rPr>
              <a:t>Funcionamiento:</a:t>
            </a:r>
            <a:endParaRPr/>
          </a:p>
          <a:p>
            <a:pPr indent="0" lvl="0" marL="90488" marR="0" rtl="0" algn="l">
              <a:lnSpc>
                <a:spcPct val="100000"/>
              </a:lnSpc>
              <a:spcBef>
                <a:spcPts val="0"/>
              </a:spcBef>
              <a:spcAft>
                <a:spcPts val="0"/>
              </a:spcAft>
              <a:buClr>
                <a:schemeClr val="accent1"/>
              </a:buClr>
              <a:buSzPts val="1300"/>
              <a:buFont typeface="Lato"/>
              <a:buNone/>
            </a:pPr>
            <a:r>
              <a:rPr b="0" i="0" lang="es-419" sz="1600" u="none" cap="none" strike="noStrike">
                <a:solidFill>
                  <a:schemeClr val="accent1"/>
                </a:solidFill>
                <a:latin typeface="Cambria"/>
                <a:ea typeface="Cambria"/>
                <a:cs typeface="Cambria"/>
                <a:sym typeface="Cambria"/>
              </a:rPr>
              <a:t>El sensor TL-08NK es utilizado como sensor de proximidad para la detección de objetos metálicos cercanos a su cara de detección de área cuadrada. Este sensor es una réplica de la línea de sensores rectangulares </a:t>
            </a:r>
            <a:endParaRPr b="0" i="0" sz="1400" u="none" cap="none" strike="noStrike">
              <a:solidFill>
                <a:schemeClr val="accent1"/>
              </a:solidFill>
              <a:latin typeface="Cambria"/>
              <a:ea typeface="Cambria"/>
              <a:cs typeface="Cambria"/>
              <a:sym typeface="Cambria"/>
            </a:endParaRPr>
          </a:p>
        </p:txBody>
      </p:sp>
      <p:sp>
        <p:nvSpPr>
          <p:cNvPr id="232" name="Google Shape;232;p18"/>
          <p:cNvSpPr txBox="1"/>
          <p:nvPr/>
        </p:nvSpPr>
        <p:spPr>
          <a:xfrm>
            <a:off x="530870" y="3584304"/>
            <a:ext cx="3920179" cy="1092628"/>
          </a:xfrm>
          <a:prstGeom prst="rect">
            <a:avLst/>
          </a:prstGeom>
          <a:solidFill>
            <a:schemeClr val="lt1"/>
          </a:solidFill>
          <a:ln cap="flat" cmpd="sng" w="28575">
            <a:solidFill>
              <a:srgbClr val="FFC000"/>
            </a:solidFill>
            <a:prstDash val="solid"/>
            <a:round/>
            <a:headEnd len="sm" w="sm" type="none"/>
            <a:tailEnd len="sm" w="sm" type="none"/>
          </a:ln>
        </p:spPr>
        <p:txBody>
          <a:bodyPr anchorCtr="0" anchor="t" bIns="91425" lIns="91425" spcFirstLastPara="1" rIns="91425" wrap="square" tIns="91425">
            <a:noAutofit/>
          </a:bodyPr>
          <a:lstStyle/>
          <a:p>
            <a:pPr indent="0" lvl="0" marL="108000" marR="0" rtl="0" algn="l">
              <a:lnSpc>
                <a:spcPct val="100000"/>
              </a:lnSpc>
              <a:spcBef>
                <a:spcPts val="0"/>
              </a:spcBef>
              <a:spcAft>
                <a:spcPts val="0"/>
              </a:spcAft>
              <a:buClr>
                <a:schemeClr val="accent1"/>
              </a:buClr>
              <a:buSzPts val="1300"/>
              <a:buFont typeface="Lato"/>
              <a:buNone/>
            </a:pPr>
            <a:r>
              <a:rPr b="1" i="0" lang="es-419" sz="1600" u="none" cap="none" strike="noStrike">
                <a:solidFill>
                  <a:schemeClr val="dk2"/>
                </a:solidFill>
                <a:latin typeface="Cambria"/>
                <a:ea typeface="Cambria"/>
                <a:cs typeface="Cambria"/>
                <a:sym typeface="Cambria"/>
              </a:rPr>
              <a:t>Medición experimental </a:t>
            </a:r>
            <a:endParaRPr/>
          </a:p>
          <a:p>
            <a:pPr indent="0" lvl="0" marL="108000" marR="0" rtl="0" algn="l">
              <a:lnSpc>
                <a:spcPct val="100000"/>
              </a:lnSpc>
              <a:spcBef>
                <a:spcPts val="0"/>
              </a:spcBef>
              <a:spcAft>
                <a:spcPts val="0"/>
              </a:spcAft>
              <a:buClr>
                <a:schemeClr val="accent1"/>
              </a:buClr>
              <a:buSzPts val="1300"/>
              <a:buFont typeface="Lato"/>
              <a:buNone/>
            </a:pPr>
            <a:r>
              <a:rPr b="0" i="0" lang="es-419" sz="1600" u="none" cap="none" strike="noStrike">
                <a:solidFill>
                  <a:schemeClr val="dk2"/>
                </a:solidFill>
                <a:latin typeface="Cambria"/>
                <a:ea typeface="Cambria"/>
                <a:cs typeface="Cambria"/>
                <a:sym typeface="Cambria"/>
              </a:rPr>
              <a:t>El tiempo de respuesta experimental tiene un valor de 990 us es similar al de sensores de fabricantes oficiales.</a:t>
            </a:r>
            <a:endParaRPr b="0" i="0" sz="1200" u="none" cap="none" strike="noStrike">
              <a:solidFill>
                <a:schemeClr val="dk2"/>
              </a:solidFill>
              <a:latin typeface="Cambria"/>
              <a:ea typeface="Cambria"/>
              <a:cs typeface="Cambria"/>
              <a:sym typeface="Cambria"/>
            </a:endParaRPr>
          </a:p>
        </p:txBody>
      </p:sp>
      <p:pic>
        <p:nvPicPr>
          <p:cNvPr id="233" name="Google Shape;233;p18"/>
          <p:cNvPicPr preferRelativeResize="0"/>
          <p:nvPr/>
        </p:nvPicPr>
        <p:blipFill rotWithShape="1">
          <a:blip r:embed="rId3">
            <a:alphaModFix/>
          </a:blip>
          <a:srcRect b="0" l="0" r="0" t="0"/>
          <a:stretch/>
        </p:blipFill>
        <p:spPr>
          <a:xfrm>
            <a:off x="7383353" y="529695"/>
            <a:ext cx="1362710" cy="1324610"/>
          </a:xfrm>
          <a:prstGeom prst="rect">
            <a:avLst/>
          </a:prstGeom>
          <a:noFill/>
          <a:ln>
            <a:noFill/>
          </a:ln>
        </p:spPr>
      </p:pic>
      <p:pic>
        <p:nvPicPr>
          <p:cNvPr id="234" name="Google Shape;234;p18"/>
          <p:cNvPicPr preferRelativeResize="0"/>
          <p:nvPr/>
        </p:nvPicPr>
        <p:blipFill rotWithShape="1">
          <a:blip r:embed="rId4">
            <a:alphaModFix/>
          </a:blip>
          <a:srcRect b="0" l="0" r="0" t="0"/>
          <a:stretch/>
        </p:blipFill>
        <p:spPr>
          <a:xfrm>
            <a:off x="4693984" y="1983466"/>
            <a:ext cx="3919145" cy="269346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19"/>
          <p:cNvSpPr txBox="1"/>
          <p:nvPr/>
        </p:nvSpPr>
        <p:spPr>
          <a:xfrm>
            <a:off x="427611" y="-41032"/>
            <a:ext cx="4758985" cy="535200"/>
          </a:xfrm>
          <a:prstGeom prst="rect">
            <a:avLst/>
          </a:prstGeom>
          <a:noFill/>
          <a:ln>
            <a:noFill/>
          </a:ln>
        </p:spPr>
        <p:txBody>
          <a:bodyPr anchorCtr="0" anchor="t" bIns="91425" lIns="91425" spcFirstLastPara="1" rIns="91425" wrap="square" tIns="91425">
            <a:normAutofit fontScale="97500"/>
          </a:bodyPr>
          <a:lstStyle/>
          <a:p>
            <a:pPr indent="0" lvl="0" marL="0" marR="0" rtl="0" algn="l">
              <a:lnSpc>
                <a:spcPct val="100000"/>
              </a:lnSpc>
              <a:spcBef>
                <a:spcPts val="0"/>
              </a:spcBef>
              <a:spcAft>
                <a:spcPts val="0"/>
              </a:spcAft>
              <a:buClr>
                <a:schemeClr val="dk2"/>
              </a:buClr>
              <a:buSzPct val="111111"/>
              <a:buFont typeface="Raleway"/>
              <a:buNone/>
            </a:pPr>
            <a:r>
              <a:rPr b="1" i="0" lang="es-419" sz="2400" u="none" cap="none" strike="noStrike">
                <a:solidFill>
                  <a:srgbClr val="681900"/>
                </a:solidFill>
                <a:latin typeface="Raleway"/>
                <a:ea typeface="Raleway"/>
                <a:cs typeface="Raleway"/>
                <a:sym typeface="Raleway"/>
              </a:rPr>
              <a:t>Encoder incremental</a:t>
            </a:r>
            <a:endParaRPr b="1" i="0" sz="2400" u="none" cap="none" strike="noStrike">
              <a:solidFill>
                <a:srgbClr val="681900"/>
              </a:solidFill>
              <a:latin typeface="Raleway"/>
              <a:ea typeface="Raleway"/>
              <a:cs typeface="Raleway"/>
              <a:sym typeface="Raleway"/>
            </a:endParaRPr>
          </a:p>
        </p:txBody>
      </p:sp>
      <p:sp>
        <p:nvSpPr>
          <p:cNvPr id="240" name="Google Shape;240;p19"/>
          <p:cNvSpPr txBox="1"/>
          <p:nvPr>
            <p:ph idx="1" type="body"/>
          </p:nvPr>
        </p:nvSpPr>
        <p:spPr>
          <a:xfrm>
            <a:off x="530870" y="1889833"/>
            <a:ext cx="3021799" cy="995602"/>
          </a:xfrm>
          <a:prstGeom prst="rect">
            <a:avLst/>
          </a:prstGeom>
          <a:solidFill>
            <a:schemeClr val="lt1"/>
          </a:solidFill>
          <a:ln cap="flat" cmpd="sng" w="28575">
            <a:solidFill>
              <a:srgbClr val="FF0066"/>
            </a:solidFill>
            <a:prstDash val="solid"/>
            <a:round/>
            <a:headEnd len="sm" w="sm" type="none"/>
            <a:tailEnd len="sm" w="sm" type="none"/>
          </a:ln>
        </p:spPr>
        <p:txBody>
          <a:bodyPr anchorCtr="0" anchor="t" bIns="91425" lIns="91425" spcFirstLastPara="1" rIns="91425" wrap="square" tIns="91425">
            <a:noAutofit/>
          </a:bodyPr>
          <a:lstStyle/>
          <a:p>
            <a:pPr indent="0" lvl="0" marL="108000" rtl="0" algn="l">
              <a:lnSpc>
                <a:spcPct val="100000"/>
              </a:lnSpc>
              <a:spcBef>
                <a:spcPts val="0"/>
              </a:spcBef>
              <a:spcAft>
                <a:spcPts val="0"/>
              </a:spcAft>
              <a:buSzPts val="1300"/>
              <a:buNone/>
            </a:pPr>
            <a:r>
              <a:rPr b="1" lang="es-419" sz="1600">
                <a:solidFill>
                  <a:schemeClr val="dk2"/>
                </a:solidFill>
                <a:latin typeface="Cambria"/>
                <a:ea typeface="Cambria"/>
                <a:cs typeface="Cambria"/>
                <a:sym typeface="Cambria"/>
              </a:rPr>
              <a:t>Características</a:t>
            </a:r>
            <a:endParaRPr sz="1600">
              <a:solidFill>
                <a:schemeClr val="dk2"/>
              </a:solidFill>
              <a:latin typeface="Cambria"/>
              <a:ea typeface="Cambria"/>
              <a:cs typeface="Cambria"/>
              <a:sym typeface="Cambria"/>
            </a:endParaRPr>
          </a:p>
          <a:p>
            <a:pPr indent="0" lvl="0" marL="108000" rtl="0" algn="l">
              <a:lnSpc>
                <a:spcPct val="100000"/>
              </a:lnSpc>
              <a:spcBef>
                <a:spcPts val="0"/>
              </a:spcBef>
              <a:spcAft>
                <a:spcPts val="0"/>
              </a:spcAft>
              <a:buSzPts val="1300"/>
              <a:buNone/>
            </a:pPr>
            <a:r>
              <a:rPr lang="es-419" sz="1600">
                <a:solidFill>
                  <a:schemeClr val="dk2"/>
                </a:solidFill>
                <a:latin typeface="Cambria"/>
                <a:ea typeface="Cambria"/>
                <a:cs typeface="Cambria"/>
                <a:sym typeface="Cambria"/>
              </a:rPr>
              <a:t>Alimentación: 10 – 30 VDC</a:t>
            </a:r>
            <a:endParaRPr/>
          </a:p>
          <a:p>
            <a:pPr indent="0" lvl="0" marL="108000" rtl="0" algn="l">
              <a:lnSpc>
                <a:spcPct val="100000"/>
              </a:lnSpc>
              <a:spcBef>
                <a:spcPts val="0"/>
              </a:spcBef>
              <a:spcAft>
                <a:spcPts val="0"/>
              </a:spcAft>
              <a:buSzPts val="1300"/>
              <a:buNone/>
            </a:pPr>
            <a:r>
              <a:rPr lang="es-419" sz="1600">
                <a:solidFill>
                  <a:schemeClr val="dk2"/>
                </a:solidFill>
                <a:latin typeface="Cambria"/>
                <a:ea typeface="Cambria"/>
                <a:cs typeface="Cambria"/>
                <a:sym typeface="Cambria"/>
              </a:rPr>
              <a:t>Pulsos por revolución: 2500</a:t>
            </a:r>
            <a:endParaRPr/>
          </a:p>
        </p:txBody>
      </p:sp>
      <p:sp>
        <p:nvSpPr>
          <p:cNvPr id="241" name="Google Shape;241;p19"/>
          <p:cNvSpPr txBox="1"/>
          <p:nvPr/>
        </p:nvSpPr>
        <p:spPr>
          <a:xfrm>
            <a:off x="530870" y="614856"/>
            <a:ext cx="6529497" cy="1154288"/>
          </a:xfrm>
          <a:prstGeom prst="rect">
            <a:avLst/>
          </a:prstGeom>
          <a:solidFill>
            <a:schemeClr val="lt1"/>
          </a:solidFill>
          <a:ln cap="flat" cmpd="sng" w="28575">
            <a:solidFill>
              <a:srgbClr val="137266"/>
            </a:solidFill>
            <a:prstDash val="solid"/>
            <a:round/>
            <a:headEnd len="sm" w="sm" type="none"/>
            <a:tailEnd len="sm" w="sm" type="none"/>
          </a:ln>
        </p:spPr>
        <p:txBody>
          <a:bodyPr anchorCtr="0" anchor="t" bIns="91425" lIns="91425" spcFirstLastPara="1" rIns="91425" wrap="square" tIns="91425">
            <a:noAutofit/>
          </a:bodyPr>
          <a:lstStyle/>
          <a:p>
            <a:pPr indent="0" lvl="0" marL="90488" marR="0" rtl="0" algn="just">
              <a:lnSpc>
                <a:spcPct val="95000"/>
              </a:lnSpc>
              <a:spcBef>
                <a:spcPts val="0"/>
              </a:spcBef>
              <a:spcAft>
                <a:spcPts val="0"/>
              </a:spcAft>
              <a:buClr>
                <a:schemeClr val="accent1"/>
              </a:buClr>
              <a:buSzPts val="1300"/>
              <a:buFont typeface="Lato"/>
              <a:buNone/>
            </a:pPr>
            <a:r>
              <a:rPr b="1" i="0" lang="es-419" sz="1600" u="none" cap="none" strike="noStrike">
                <a:solidFill>
                  <a:srgbClr val="000000"/>
                </a:solidFill>
                <a:latin typeface="Cambria"/>
                <a:ea typeface="Cambria"/>
                <a:cs typeface="Cambria"/>
                <a:sym typeface="Cambria"/>
              </a:rPr>
              <a:t>Funcionamiento:</a:t>
            </a:r>
            <a:endParaRPr/>
          </a:p>
          <a:p>
            <a:pPr indent="0" lvl="0" marL="90488" marR="0" rtl="0" algn="l">
              <a:lnSpc>
                <a:spcPct val="100000"/>
              </a:lnSpc>
              <a:spcBef>
                <a:spcPts val="0"/>
              </a:spcBef>
              <a:spcAft>
                <a:spcPts val="0"/>
              </a:spcAft>
              <a:buClr>
                <a:schemeClr val="accent1"/>
              </a:buClr>
              <a:buSzPts val="1300"/>
              <a:buFont typeface="Lato"/>
              <a:buNone/>
            </a:pPr>
            <a:r>
              <a:rPr b="0" i="0" lang="es-419" sz="1600" u="none" cap="none" strike="noStrike">
                <a:solidFill>
                  <a:schemeClr val="accent1"/>
                </a:solidFill>
                <a:latin typeface="Cambria"/>
                <a:ea typeface="Cambria"/>
                <a:cs typeface="Cambria"/>
                <a:sym typeface="Cambria"/>
              </a:rPr>
              <a:t>El encoder incremental es un transductor numérico ya que permite traducir las características del movimiento del motor en señales eléctricas que son procesadas para obtener códigos digitales que reflejan dichas características</a:t>
            </a:r>
            <a:endParaRPr b="0" i="0" sz="1400" u="none" cap="none" strike="noStrike">
              <a:solidFill>
                <a:schemeClr val="accent1"/>
              </a:solidFill>
              <a:latin typeface="Cambria"/>
              <a:ea typeface="Cambria"/>
              <a:cs typeface="Cambria"/>
              <a:sym typeface="Cambria"/>
            </a:endParaRPr>
          </a:p>
        </p:txBody>
      </p:sp>
      <p:sp>
        <p:nvSpPr>
          <p:cNvPr id="242" name="Google Shape;242;p19"/>
          <p:cNvSpPr txBox="1"/>
          <p:nvPr/>
        </p:nvSpPr>
        <p:spPr>
          <a:xfrm>
            <a:off x="529838" y="3006123"/>
            <a:ext cx="3202713" cy="1865679"/>
          </a:xfrm>
          <a:prstGeom prst="rect">
            <a:avLst/>
          </a:prstGeom>
          <a:solidFill>
            <a:schemeClr val="lt1"/>
          </a:solidFill>
          <a:ln cap="flat" cmpd="sng" w="28575">
            <a:solidFill>
              <a:srgbClr val="FFC000"/>
            </a:solidFill>
            <a:prstDash val="solid"/>
            <a:round/>
            <a:headEnd len="sm" w="sm" type="none"/>
            <a:tailEnd len="sm" w="sm" type="none"/>
          </a:ln>
        </p:spPr>
        <p:txBody>
          <a:bodyPr anchorCtr="0" anchor="t" bIns="91425" lIns="91425" spcFirstLastPara="1" rIns="91425" wrap="square" tIns="91425">
            <a:noAutofit/>
          </a:bodyPr>
          <a:lstStyle/>
          <a:p>
            <a:pPr indent="0" lvl="0" marL="108000" marR="0" rtl="0" algn="l">
              <a:lnSpc>
                <a:spcPct val="100000"/>
              </a:lnSpc>
              <a:spcBef>
                <a:spcPts val="0"/>
              </a:spcBef>
              <a:spcAft>
                <a:spcPts val="0"/>
              </a:spcAft>
              <a:buClr>
                <a:schemeClr val="accent1"/>
              </a:buClr>
              <a:buSzPts val="1300"/>
              <a:buFont typeface="Lato"/>
              <a:buNone/>
            </a:pPr>
            <a:r>
              <a:rPr b="1" i="0" lang="es-419" sz="1600" u="none" cap="none" strike="noStrike">
                <a:solidFill>
                  <a:schemeClr val="dk2"/>
                </a:solidFill>
                <a:latin typeface="Cambria"/>
                <a:ea typeface="Cambria"/>
                <a:cs typeface="Cambria"/>
                <a:sym typeface="Cambria"/>
              </a:rPr>
              <a:t>Medición experimental </a:t>
            </a:r>
            <a:endParaRPr/>
          </a:p>
          <a:p>
            <a:pPr indent="0" lvl="0" marL="108000" marR="0" rtl="0" algn="l">
              <a:lnSpc>
                <a:spcPct val="100000"/>
              </a:lnSpc>
              <a:spcBef>
                <a:spcPts val="0"/>
              </a:spcBef>
              <a:spcAft>
                <a:spcPts val="0"/>
              </a:spcAft>
              <a:buClr>
                <a:schemeClr val="accent1"/>
              </a:buClr>
              <a:buSzPts val="1300"/>
              <a:buFont typeface="Lato"/>
              <a:buNone/>
            </a:pPr>
            <a:r>
              <a:rPr b="0" i="0" lang="es-419" sz="1600" u="none" cap="none" strike="noStrike">
                <a:solidFill>
                  <a:schemeClr val="dk2"/>
                </a:solidFill>
                <a:latin typeface="Cambria"/>
                <a:ea typeface="Cambria"/>
                <a:cs typeface="Cambria"/>
                <a:sym typeface="Cambria"/>
              </a:rPr>
              <a:t>Para el flanco ascendente de la señal se tiene una duración de 39.60 us entre la transición del nivel bajo al nivel alto. En el caso del flanco descendente se registró la misma duración.</a:t>
            </a:r>
            <a:endParaRPr b="0" i="0" sz="1200" u="none" cap="none" strike="noStrike">
              <a:solidFill>
                <a:schemeClr val="dk2"/>
              </a:solidFill>
              <a:latin typeface="Cambria"/>
              <a:ea typeface="Cambria"/>
              <a:cs typeface="Cambria"/>
              <a:sym typeface="Cambria"/>
            </a:endParaRPr>
          </a:p>
        </p:txBody>
      </p:sp>
      <p:pic>
        <p:nvPicPr>
          <p:cNvPr id="243" name="Google Shape;243;p19"/>
          <p:cNvPicPr preferRelativeResize="0"/>
          <p:nvPr/>
        </p:nvPicPr>
        <p:blipFill rotWithShape="1">
          <a:blip r:embed="rId3">
            <a:alphaModFix/>
          </a:blip>
          <a:srcRect b="0" l="0" r="0" t="0"/>
          <a:stretch/>
        </p:blipFill>
        <p:spPr>
          <a:xfrm>
            <a:off x="4619501" y="1146788"/>
            <a:ext cx="431269" cy="149526"/>
          </a:xfrm>
          <a:prstGeom prst="rect">
            <a:avLst/>
          </a:prstGeom>
          <a:noFill/>
          <a:ln>
            <a:noFill/>
          </a:ln>
        </p:spPr>
      </p:pic>
      <p:sp>
        <p:nvSpPr>
          <p:cNvPr id="244" name="Google Shape;244;p19"/>
          <p:cNvSpPr txBox="1"/>
          <p:nvPr/>
        </p:nvSpPr>
        <p:spPr>
          <a:xfrm>
            <a:off x="4269858" y="566229"/>
            <a:ext cx="1130490" cy="504045"/>
          </a:xfrm>
          <a:prstGeom prst="rect">
            <a:avLst/>
          </a:prstGeom>
          <a:solidFill>
            <a:srgbClr val="FFFFFF"/>
          </a:solid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None/>
            </a:pPr>
            <a:r>
              <a:rPr b="0" i="0" lang="es-419" sz="1100" u="none" cap="none" strike="noStrike">
                <a:solidFill>
                  <a:srgbClr val="000000"/>
                </a:solidFill>
                <a:highlight>
                  <a:srgbClr val="FFFFFF"/>
                </a:highlight>
                <a:latin typeface="Arial"/>
                <a:ea typeface="Arial"/>
                <a:cs typeface="Arial"/>
                <a:sym typeface="Arial"/>
              </a:rPr>
              <a:t>Receptor fotoeléctrico</a:t>
            </a:r>
            <a:endParaRPr b="0" i="0" sz="1100" u="none" cap="none" strike="noStrike">
              <a:solidFill>
                <a:srgbClr val="000000"/>
              </a:solidFill>
              <a:latin typeface="Arial"/>
              <a:ea typeface="Arial"/>
              <a:cs typeface="Arial"/>
              <a:sym typeface="Arial"/>
            </a:endParaRPr>
          </a:p>
        </p:txBody>
      </p:sp>
      <p:grpSp>
        <p:nvGrpSpPr>
          <p:cNvPr id="245" name="Google Shape;245;p19"/>
          <p:cNvGrpSpPr/>
          <p:nvPr/>
        </p:nvGrpSpPr>
        <p:grpSpPr>
          <a:xfrm>
            <a:off x="6978369" y="396146"/>
            <a:ext cx="2160967" cy="1991488"/>
            <a:chOff x="3328026" y="466568"/>
            <a:chExt cx="2430790" cy="2406652"/>
          </a:xfrm>
        </p:grpSpPr>
        <p:pic>
          <p:nvPicPr>
            <p:cNvPr id="246" name="Google Shape;246;p19"/>
            <p:cNvPicPr preferRelativeResize="0"/>
            <p:nvPr/>
          </p:nvPicPr>
          <p:blipFill rotWithShape="1">
            <a:blip r:embed="rId4">
              <a:alphaModFix/>
            </a:blip>
            <a:srcRect b="0" l="0" r="0" t="0"/>
            <a:stretch/>
          </p:blipFill>
          <p:spPr>
            <a:xfrm>
              <a:off x="3419507" y="466568"/>
              <a:ext cx="2339309" cy="2406652"/>
            </a:xfrm>
            <a:prstGeom prst="rect">
              <a:avLst/>
            </a:prstGeom>
            <a:noFill/>
            <a:ln>
              <a:noFill/>
            </a:ln>
          </p:spPr>
        </p:pic>
        <p:pic>
          <p:nvPicPr>
            <p:cNvPr id="247" name="Google Shape;247;p19"/>
            <p:cNvPicPr preferRelativeResize="0"/>
            <p:nvPr/>
          </p:nvPicPr>
          <p:blipFill rotWithShape="1">
            <a:blip r:embed="rId5">
              <a:alphaModFix/>
            </a:blip>
            <a:srcRect b="0" l="0" r="0" t="0"/>
            <a:stretch/>
          </p:blipFill>
          <p:spPr>
            <a:xfrm>
              <a:off x="4449607" y="1146788"/>
              <a:ext cx="601163" cy="818831"/>
            </a:xfrm>
            <a:prstGeom prst="rect">
              <a:avLst/>
            </a:prstGeom>
            <a:noFill/>
            <a:ln>
              <a:noFill/>
            </a:ln>
          </p:spPr>
        </p:pic>
        <p:sp>
          <p:nvSpPr>
            <p:cNvPr id="248" name="Google Shape;248;p19"/>
            <p:cNvSpPr txBox="1"/>
            <p:nvPr/>
          </p:nvSpPr>
          <p:spPr>
            <a:xfrm>
              <a:off x="3583717" y="608941"/>
              <a:ext cx="634094" cy="343427"/>
            </a:xfrm>
            <a:prstGeom prst="rect">
              <a:avLst/>
            </a:prstGeom>
            <a:solidFill>
              <a:srgbClr val="FFFFFF"/>
            </a:solid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None/>
              </a:pPr>
              <a:r>
                <a:rPr b="0" i="0" lang="es-419" sz="1100" u="none" cap="none" strike="noStrike">
                  <a:solidFill>
                    <a:srgbClr val="000000"/>
                  </a:solidFill>
                  <a:highlight>
                    <a:srgbClr val="FFFFFF"/>
                  </a:highlight>
                  <a:latin typeface="Arial"/>
                  <a:ea typeface="Arial"/>
                  <a:cs typeface="Arial"/>
                  <a:sym typeface="Arial"/>
                </a:rPr>
                <a:t>Disco</a:t>
              </a:r>
              <a:endParaRPr b="0" i="0" sz="1100" u="none" cap="none" strike="noStrike">
                <a:solidFill>
                  <a:srgbClr val="000000"/>
                </a:solidFill>
                <a:latin typeface="Arial"/>
                <a:ea typeface="Arial"/>
                <a:cs typeface="Arial"/>
                <a:sym typeface="Arial"/>
              </a:endParaRPr>
            </a:p>
          </p:txBody>
        </p:sp>
        <p:sp>
          <p:nvSpPr>
            <p:cNvPr id="249" name="Google Shape;249;p19"/>
            <p:cNvSpPr txBox="1"/>
            <p:nvPr/>
          </p:nvSpPr>
          <p:spPr>
            <a:xfrm>
              <a:off x="3328026" y="2274704"/>
              <a:ext cx="634094" cy="504045"/>
            </a:xfrm>
            <a:prstGeom prst="rect">
              <a:avLst/>
            </a:prstGeom>
            <a:solidFill>
              <a:srgbClr val="FFFFFF"/>
            </a:solid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None/>
              </a:pPr>
              <a:r>
                <a:rPr b="0" i="0" lang="es-419" sz="1100" u="none" cap="none" strike="noStrike">
                  <a:solidFill>
                    <a:srgbClr val="000000"/>
                  </a:solidFill>
                  <a:highlight>
                    <a:srgbClr val="FFFFFF"/>
                  </a:highlight>
                  <a:latin typeface="Arial"/>
                  <a:ea typeface="Arial"/>
                  <a:cs typeface="Arial"/>
                  <a:sym typeface="Arial"/>
                </a:rPr>
                <a:t>LED emisor</a:t>
              </a:r>
              <a:endParaRPr b="0" i="0" sz="1100" u="none" cap="none" strike="noStrike">
                <a:solidFill>
                  <a:srgbClr val="000000"/>
                </a:solidFill>
                <a:latin typeface="Arial"/>
                <a:ea typeface="Arial"/>
                <a:cs typeface="Arial"/>
                <a:sym typeface="Arial"/>
              </a:endParaRPr>
            </a:p>
          </p:txBody>
        </p:sp>
      </p:grpSp>
      <p:pic>
        <p:nvPicPr>
          <p:cNvPr id="250" name="Google Shape;250;p19"/>
          <p:cNvPicPr preferRelativeResize="0"/>
          <p:nvPr/>
        </p:nvPicPr>
        <p:blipFill rotWithShape="1">
          <a:blip r:embed="rId6">
            <a:alphaModFix/>
          </a:blip>
          <a:srcRect b="0" l="0" r="0" t="0"/>
          <a:stretch/>
        </p:blipFill>
        <p:spPr>
          <a:xfrm>
            <a:off x="3840184" y="1810104"/>
            <a:ext cx="2811780" cy="2123440"/>
          </a:xfrm>
          <a:prstGeom prst="rect">
            <a:avLst/>
          </a:prstGeom>
          <a:noFill/>
          <a:ln>
            <a:noFill/>
          </a:ln>
        </p:spPr>
      </p:pic>
      <p:pic>
        <p:nvPicPr>
          <p:cNvPr id="251" name="Google Shape;251;p19"/>
          <p:cNvPicPr preferRelativeResize="0"/>
          <p:nvPr/>
        </p:nvPicPr>
        <p:blipFill rotWithShape="1">
          <a:blip r:embed="rId7">
            <a:alphaModFix/>
          </a:blip>
          <a:srcRect b="0" l="0" r="0" t="0"/>
          <a:stretch/>
        </p:blipFill>
        <p:spPr>
          <a:xfrm>
            <a:off x="6199894" y="3051061"/>
            <a:ext cx="2769235" cy="212344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20"/>
          <p:cNvSpPr txBox="1"/>
          <p:nvPr/>
        </p:nvSpPr>
        <p:spPr>
          <a:xfrm>
            <a:off x="427611" y="-41032"/>
            <a:ext cx="4758985" cy="535200"/>
          </a:xfrm>
          <a:prstGeom prst="rect">
            <a:avLst/>
          </a:prstGeom>
          <a:noFill/>
          <a:ln>
            <a:noFill/>
          </a:ln>
        </p:spPr>
        <p:txBody>
          <a:bodyPr anchorCtr="0" anchor="t" bIns="91425" lIns="91425" spcFirstLastPara="1" rIns="91425" wrap="square" tIns="91425">
            <a:normAutofit fontScale="97500"/>
          </a:bodyPr>
          <a:lstStyle/>
          <a:p>
            <a:pPr indent="0" lvl="0" marL="0" marR="0" rtl="0" algn="l">
              <a:lnSpc>
                <a:spcPct val="100000"/>
              </a:lnSpc>
              <a:spcBef>
                <a:spcPts val="0"/>
              </a:spcBef>
              <a:spcAft>
                <a:spcPts val="0"/>
              </a:spcAft>
              <a:buClr>
                <a:schemeClr val="dk2"/>
              </a:buClr>
              <a:buSzPct val="111111"/>
              <a:buFont typeface="Raleway"/>
              <a:buNone/>
            </a:pPr>
            <a:r>
              <a:rPr b="1" i="0" lang="es-419" sz="2400" u="none" cap="none" strike="noStrike">
                <a:solidFill>
                  <a:srgbClr val="681900"/>
                </a:solidFill>
                <a:latin typeface="Raleway"/>
                <a:ea typeface="Raleway"/>
                <a:cs typeface="Raleway"/>
                <a:sym typeface="Raleway"/>
              </a:rPr>
              <a:t>Sensor inductivo TL-08NK</a:t>
            </a:r>
            <a:endParaRPr b="1" i="0" sz="2400" u="none" cap="none" strike="noStrike">
              <a:solidFill>
                <a:srgbClr val="681900"/>
              </a:solidFill>
              <a:latin typeface="Raleway"/>
              <a:ea typeface="Raleway"/>
              <a:cs typeface="Raleway"/>
              <a:sym typeface="Raleway"/>
            </a:endParaRPr>
          </a:p>
        </p:txBody>
      </p:sp>
      <p:sp>
        <p:nvSpPr>
          <p:cNvPr id="257" name="Google Shape;257;p20"/>
          <p:cNvSpPr txBox="1"/>
          <p:nvPr>
            <p:ph idx="1" type="body"/>
          </p:nvPr>
        </p:nvSpPr>
        <p:spPr>
          <a:xfrm>
            <a:off x="530870" y="1889832"/>
            <a:ext cx="4236002" cy="1573783"/>
          </a:xfrm>
          <a:prstGeom prst="rect">
            <a:avLst/>
          </a:prstGeom>
          <a:solidFill>
            <a:schemeClr val="lt1"/>
          </a:solidFill>
          <a:ln cap="flat" cmpd="sng" w="28575">
            <a:solidFill>
              <a:srgbClr val="FF0066"/>
            </a:solidFill>
            <a:prstDash val="solid"/>
            <a:round/>
            <a:headEnd len="sm" w="sm" type="none"/>
            <a:tailEnd len="sm" w="sm" type="none"/>
          </a:ln>
        </p:spPr>
        <p:txBody>
          <a:bodyPr anchorCtr="0" anchor="t" bIns="91425" lIns="91425" spcFirstLastPara="1" rIns="91425" wrap="square" tIns="91425">
            <a:noAutofit/>
          </a:bodyPr>
          <a:lstStyle/>
          <a:p>
            <a:pPr indent="0" lvl="0" marL="108000" rtl="0" algn="l">
              <a:lnSpc>
                <a:spcPct val="100000"/>
              </a:lnSpc>
              <a:spcBef>
                <a:spcPts val="0"/>
              </a:spcBef>
              <a:spcAft>
                <a:spcPts val="0"/>
              </a:spcAft>
              <a:buSzPts val="1300"/>
              <a:buNone/>
            </a:pPr>
            <a:r>
              <a:rPr b="1" lang="es-419" sz="1600">
                <a:solidFill>
                  <a:schemeClr val="dk2"/>
                </a:solidFill>
                <a:latin typeface="Cambria"/>
                <a:ea typeface="Cambria"/>
                <a:cs typeface="Cambria"/>
                <a:sym typeface="Cambria"/>
              </a:rPr>
              <a:t>Características</a:t>
            </a:r>
            <a:endParaRPr sz="1600">
              <a:solidFill>
                <a:schemeClr val="dk2"/>
              </a:solidFill>
              <a:latin typeface="Cambria"/>
              <a:ea typeface="Cambria"/>
              <a:cs typeface="Cambria"/>
              <a:sym typeface="Cambria"/>
            </a:endParaRPr>
          </a:p>
          <a:p>
            <a:pPr indent="0" lvl="0" marL="108000" rtl="0" algn="l">
              <a:lnSpc>
                <a:spcPct val="100000"/>
              </a:lnSpc>
              <a:spcBef>
                <a:spcPts val="0"/>
              </a:spcBef>
              <a:spcAft>
                <a:spcPts val="0"/>
              </a:spcAft>
              <a:buSzPts val="1300"/>
              <a:buNone/>
            </a:pPr>
            <a:r>
              <a:rPr lang="es-419" sz="1600">
                <a:solidFill>
                  <a:schemeClr val="dk2"/>
                </a:solidFill>
                <a:latin typeface="Cambria"/>
                <a:ea typeface="Cambria"/>
                <a:cs typeface="Cambria"/>
                <a:sym typeface="Cambria"/>
              </a:rPr>
              <a:t>Alimentación (carga): 250 VDC máximo</a:t>
            </a:r>
            <a:endParaRPr/>
          </a:p>
          <a:p>
            <a:pPr indent="0" lvl="0" marL="108000" rtl="0" algn="l">
              <a:lnSpc>
                <a:spcPct val="100000"/>
              </a:lnSpc>
              <a:spcBef>
                <a:spcPts val="0"/>
              </a:spcBef>
              <a:spcAft>
                <a:spcPts val="0"/>
              </a:spcAft>
              <a:buSzPts val="1300"/>
              <a:buNone/>
            </a:pPr>
            <a:r>
              <a:rPr lang="es-419" sz="1600">
                <a:solidFill>
                  <a:schemeClr val="dk2"/>
                </a:solidFill>
                <a:latin typeface="Cambria"/>
                <a:ea typeface="Cambria"/>
                <a:cs typeface="Cambria"/>
                <a:sym typeface="Cambria"/>
              </a:rPr>
              <a:t>Consumo de corriente (carga): 0.6 A máximo</a:t>
            </a:r>
            <a:endParaRPr/>
          </a:p>
          <a:p>
            <a:pPr indent="0" lvl="0" marL="108000" rtl="0" algn="l">
              <a:lnSpc>
                <a:spcPct val="100000"/>
              </a:lnSpc>
              <a:spcBef>
                <a:spcPts val="0"/>
              </a:spcBef>
              <a:spcAft>
                <a:spcPts val="0"/>
              </a:spcAft>
              <a:buSzPts val="1300"/>
              <a:buNone/>
            </a:pPr>
            <a:r>
              <a:rPr lang="es-419" sz="1600">
                <a:solidFill>
                  <a:schemeClr val="dk2"/>
                </a:solidFill>
                <a:latin typeface="Cambria"/>
                <a:ea typeface="Cambria"/>
                <a:cs typeface="Cambria"/>
                <a:sym typeface="Cambria"/>
              </a:rPr>
              <a:t>Máxima frecuencia de operación: 600 conmutaciones por minuto</a:t>
            </a:r>
            <a:endParaRPr/>
          </a:p>
        </p:txBody>
      </p:sp>
      <p:sp>
        <p:nvSpPr>
          <p:cNvPr id="258" name="Google Shape;258;p20"/>
          <p:cNvSpPr txBox="1"/>
          <p:nvPr/>
        </p:nvSpPr>
        <p:spPr>
          <a:xfrm>
            <a:off x="530870" y="614856"/>
            <a:ext cx="6334625" cy="1154288"/>
          </a:xfrm>
          <a:prstGeom prst="rect">
            <a:avLst/>
          </a:prstGeom>
          <a:solidFill>
            <a:schemeClr val="lt1"/>
          </a:solidFill>
          <a:ln cap="flat" cmpd="sng" w="28575">
            <a:solidFill>
              <a:srgbClr val="137266"/>
            </a:solidFill>
            <a:prstDash val="solid"/>
            <a:round/>
            <a:headEnd len="sm" w="sm" type="none"/>
            <a:tailEnd len="sm" w="sm" type="none"/>
          </a:ln>
        </p:spPr>
        <p:txBody>
          <a:bodyPr anchorCtr="0" anchor="t" bIns="91425" lIns="91425" spcFirstLastPara="1" rIns="91425" wrap="square" tIns="91425">
            <a:noAutofit/>
          </a:bodyPr>
          <a:lstStyle/>
          <a:p>
            <a:pPr indent="0" lvl="0" marL="90488" marR="0" rtl="0" algn="just">
              <a:lnSpc>
                <a:spcPct val="95000"/>
              </a:lnSpc>
              <a:spcBef>
                <a:spcPts val="0"/>
              </a:spcBef>
              <a:spcAft>
                <a:spcPts val="0"/>
              </a:spcAft>
              <a:buClr>
                <a:schemeClr val="accent1"/>
              </a:buClr>
              <a:buSzPts val="1300"/>
              <a:buFont typeface="Lato"/>
              <a:buNone/>
            </a:pPr>
            <a:r>
              <a:rPr b="1" i="0" lang="es-419" sz="1600" u="none" cap="none" strike="noStrike">
                <a:solidFill>
                  <a:srgbClr val="000000"/>
                </a:solidFill>
                <a:latin typeface="Cambria"/>
                <a:ea typeface="Cambria"/>
                <a:cs typeface="Cambria"/>
                <a:sym typeface="Cambria"/>
              </a:rPr>
              <a:t>Funcionamiento:</a:t>
            </a:r>
            <a:endParaRPr/>
          </a:p>
          <a:p>
            <a:pPr indent="0" lvl="0" marL="90488" marR="0" rtl="0" algn="l">
              <a:lnSpc>
                <a:spcPct val="100000"/>
              </a:lnSpc>
              <a:spcBef>
                <a:spcPts val="0"/>
              </a:spcBef>
              <a:spcAft>
                <a:spcPts val="0"/>
              </a:spcAft>
              <a:buClr>
                <a:schemeClr val="accent1"/>
              </a:buClr>
              <a:buSzPts val="1300"/>
              <a:buFont typeface="Lato"/>
              <a:buNone/>
            </a:pPr>
            <a:r>
              <a:rPr b="0" i="0" lang="es-419" sz="1600" u="none" cap="none" strike="noStrike">
                <a:solidFill>
                  <a:schemeClr val="accent1"/>
                </a:solidFill>
                <a:latin typeface="Cambria"/>
                <a:ea typeface="Cambria"/>
                <a:cs typeface="Cambria"/>
                <a:sym typeface="Cambria"/>
              </a:rPr>
              <a:t>Los finales de carrera son interruptores pequeños adaptados con un mecanismo que permite la activación o desactivación según el contacto con piezas que se aproximan al elemento. </a:t>
            </a:r>
            <a:endParaRPr b="0" i="0" sz="1400" u="none" cap="none" strike="noStrike">
              <a:solidFill>
                <a:schemeClr val="accent1"/>
              </a:solidFill>
              <a:latin typeface="Cambria"/>
              <a:ea typeface="Cambria"/>
              <a:cs typeface="Cambria"/>
              <a:sym typeface="Cambria"/>
            </a:endParaRPr>
          </a:p>
        </p:txBody>
      </p:sp>
      <p:sp>
        <p:nvSpPr>
          <p:cNvPr id="259" name="Google Shape;259;p20"/>
          <p:cNvSpPr txBox="1"/>
          <p:nvPr/>
        </p:nvSpPr>
        <p:spPr>
          <a:xfrm>
            <a:off x="530870" y="3584303"/>
            <a:ext cx="4236002" cy="1452391"/>
          </a:xfrm>
          <a:prstGeom prst="rect">
            <a:avLst/>
          </a:prstGeom>
          <a:solidFill>
            <a:schemeClr val="lt1"/>
          </a:solidFill>
          <a:ln cap="flat" cmpd="sng" w="28575">
            <a:solidFill>
              <a:srgbClr val="FFC000"/>
            </a:solidFill>
            <a:prstDash val="solid"/>
            <a:round/>
            <a:headEnd len="sm" w="sm" type="none"/>
            <a:tailEnd len="sm" w="sm" type="none"/>
          </a:ln>
        </p:spPr>
        <p:txBody>
          <a:bodyPr anchorCtr="0" anchor="t" bIns="91425" lIns="91425" spcFirstLastPara="1" rIns="91425" wrap="square" tIns="91425">
            <a:noAutofit/>
          </a:bodyPr>
          <a:lstStyle/>
          <a:p>
            <a:pPr indent="0" lvl="0" marL="108000" marR="0" rtl="0" algn="l">
              <a:lnSpc>
                <a:spcPct val="100000"/>
              </a:lnSpc>
              <a:spcBef>
                <a:spcPts val="0"/>
              </a:spcBef>
              <a:spcAft>
                <a:spcPts val="0"/>
              </a:spcAft>
              <a:buClr>
                <a:schemeClr val="accent1"/>
              </a:buClr>
              <a:buSzPts val="1300"/>
              <a:buFont typeface="Lato"/>
              <a:buNone/>
            </a:pPr>
            <a:r>
              <a:rPr b="1" i="0" lang="es-419" sz="1600" u="none" cap="none" strike="noStrike">
                <a:solidFill>
                  <a:schemeClr val="dk2"/>
                </a:solidFill>
                <a:latin typeface="Cambria"/>
                <a:ea typeface="Cambria"/>
                <a:cs typeface="Cambria"/>
                <a:sym typeface="Cambria"/>
              </a:rPr>
              <a:t>Medición experimental </a:t>
            </a:r>
            <a:endParaRPr/>
          </a:p>
          <a:p>
            <a:pPr indent="0" lvl="0" marL="108000" marR="0" rtl="0" algn="l">
              <a:lnSpc>
                <a:spcPct val="100000"/>
              </a:lnSpc>
              <a:spcBef>
                <a:spcPts val="0"/>
              </a:spcBef>
              <a:spcAft>
                <a:spcPts val="0"/>
              </a:spcAft>
              <a:buClr>
                <a:schemeClr val="accent1"/>
              </a:buClr>
              <a:buSzPts val="1300"/>
              <a:buFont typeface="Lato"/>
              <a:buNone/>
            </a:pPr>
            <a:r>
              <a:rPr b="0" i="0" lang="es-419" sz="1600" u="none" cap="none" strike="noStrike">
                <a:solidFill>
                  <a:schemeClr val="dk2"/>
                </a:solidFill>
                <a:latin typeface="Cambria"/>
                <a:ea typeface="Cambria"/>
                <a:cs typeface="Cambria"/>
                <a:sym typeface="Cambria"/>
              </a:rPr>
              <a:t>De las mediciones realizadas en el laboratorio se obtuvo un tiempo de respuesta de 1 ms el cual se encuentra dentro del rango manejado por los demás sensores analizados</a:t>
            </a:r>
            <a:endParaRPr b="0" i="0" sz="1200" u="none" cap="none" strike="noStrike">
              <a:solidFill>
                <a:schemeClr val="dk2"/>
              </a:solidFill>
              <a:latin typeface="Cambria"/>
              <a:ea typeface="Cambria"/>
              <a:cs typeface="Cambria"/>
              <a:sym typeface="Cambria"/>
            </a:endParaRPr>
          </a:p>
        </p:txBody>
      </p:sp>
      <p:pic>
        <p:nvPicPr>
          <p:cNvPr id="260" name="Google Shape;260;p20"/>
          <p:cNvPicPr preferRelativeResize="0"/>
          <p:nvPr/>
        </p:nvPicPr>
        <p:blipFill rotWithShape="1">
          <a:blip r:embed="rId3">
            <a:alphaModFix/>
          </a:blip>
          <a:srcRect b="0" l="0" r="0" t="0"/>
          <a:stretch/>
        </p:blipFill>
        <p:spPr>
          <a:xfrm>
            <a:off x="7325984" y="502600"/>
            <a:ext cx="1287145" cy="1050925"/>
          </a:xfrm>
          <a:prstGeom prst="rect">
            <a:avLst/>
          </a:prstGeom>
          <a:noFill/>
          <a:ln>
            <a:noFill/>
          </a:ln>
        </p:spPr>
      </p:pic>
      <p:pic>
        <p:nvPicPr>
          <p:cNvPr id="261" name="Google Shape;261;p20"/>
          <p:cNvPicPr preferRelativeResize="0"/>
          <p:nvPr/>
        </p:nvPicPr>
        <p:blipFill rotWithShape="1">
          <a:blip r:embed="rId4">
            <a:alphaModFix/>
          </a:blip>
          <a:srcRect b="0" l="0" r="0" t="0"/>
          <a:stretch/>
        </p:blipFill>
        <p:spPr>
          <a:xfrm>
            <a:off x="5109858" y="2177564"/>
            <a:ext cx="3767298" cy="2572101"/>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21"/>
          <p:cNvSpPr txBox="1"/>
          <p:nvPr/>
        </p:nvSpPr>
        <p:spPr>
          <a:xfrm>
            <a:off x="427612" y="-41032"/>
            <a:ext cx="4162764" cy="535200"/>
          </a:xfrm>
          <a:prstGeom prst="rect">
            <a:avLst/>
          </a:prstGeom>
          <a:noFill/>
          <a:ln>
            <a:noFill/>
          </a:ln>
        </p:spPr>
        <p:txBody>
          <a:bodyPr anchorCtr="0" anchor="t" bIns="91425" lIns="91425" spcFirstLastPara="1" rIns="91425" wrap="square" tIns="91425">
            <a:normAutofit fontScale="97500"/>
          </a:bodyPr>
          <a:lstStyle/>
          <a:p>
            <a:pPr indent="0" lvl="0" marL="0" marR="0" rtl="0" algn="l">
              <a:lnSpc>
                <a:spcPct val="100000"/>
              </a:lnSpc>
              <a:spcBef>
                <a:spcPts val="0"/>
              </a:spcBef>
              <a:spcAft>
                <a:spcPts val="0"/>
              </a:spcAft>
              <a:buClr>
                <a:schemeClr val="dk2"/>
              </a:buClr>
              <a:buSzPct val="111111"/>
              <a:buFont typeface="Raleway"/>
              <a:buNone/>
            </a:pPr>
            <a:r>
              <a:rPr b="1" i="0" lang="es-419" sz="2400" u="none" cap="none" strike="noStrike">
                <a:solidFill>
                  <a:srgbClr val="681800"/>
                </a:solidFill>
                <a:latin typeface="Raleway"/>
                <a:ea typeface="Raleway"/>
                <a:cs typeface="Raleway"/>
                <a:sym typeface="Raleway"/>
              </a:rPr>
              <a:t>Tabla Resumen: Actuadores </a:t>
            </a:r>
            <a:endParaRPr/>
          </a:p>
        </p:txBody>
      </p:sp>
      <p:graphicFrame>
        <p:nvGraphicFramePr>
          <p:cNvPr id="267" name="Google Shape;267;p21"/>
          <p:cNvGraphicFramePr/>
          <p:nvPr/>
        </p:nvGraphicFramePr>
        <p:xfrm>
          <a:off x="427612" y="734011"/>
          <a:ext cx="3000000" cy="3000000"/>
        </p:xfrm>
        <a:graphic>
          <a:graphicData uri="http://schemas.openxmlformats.org/drawingml/2006/table">
            <a:tbl>
              <a:tblPr bandRow="1" firstRow="1">
                <a:noFill/>
                <a:tableStyleId>{3FF80745-7821-485C-8F53-118708D8D5D8}</a:tableStyleId>
              </a:tblPr>
              <a:tblGrid>
                <a:gridCol w="2165675"/>
                <a:gridCol w="1274175"/>
                <a:gridCol w="1334125"/>
                <a:gridCol w="1124250"/>
                <a:gridCol w="1349125"/>
                <a:gridCol w="1162575"/>
              </a:tblGrid>
              <a:tr h="370850">
                <a:tc>
                  <a:txBody>
                    <a:bodyPr/>
                    <a:lstStyle/>
                    <a:p>
                      <a:pPr indent="0" lvl="0" marL="0" marR="0" rtl="0" algn="l">
                        <a:lnSpc>
                          <a:spcPct val="100000"/>
                        </a:lnSpc>
                        <a:spcBef>
                          <a:spcPts val="0"/>
                        </a:spcBef>
                        <a:spcAft>
                          <a:spcPts val="0"/>
                        </a:spcAft>
                        <a:buClr>
                          <a:srgbClr val="000000"/>
                        </a:buClr>
                        <a:buSzPts val="1200"/>
                        <a:buFont typeface="Arial"/>
                        <a:buNone/>
                      </a:pPr>
                      <a:r>
                        <a:rPr lang="es-419" sz="1200" u="none" cap="none" strike="noStrike">
                          <a:solidFill>
                            <a:schemeClr val="lt1"/>
                          </a:solidFill>
                        </a:rPr>
                        <a:t>Sensor \ </a:t>
                      </a:r>
                      <a:r>
                        <a:rPr b="1" lang="es-419" sz="1200" u="none" cap="none" strike="noStrike">
                          <a:solidFill>
                            <a:schemeClr val="lt1"/>
                          </a:solidFill>
                          <a:latin typeface="Cambria"/>
                          <a:ea typeface="Cambria"/>
                          <a:cs typeface="Cambria"/>
                          <a:sym typeface="Cambria"/>
                        </a:rPr>
                        <a:t>Unidad </a:t>
                      </a:r>
                      <a:endParaRPr b="1" sz="1200" u="none" cap="none" strike="noStrike">
                        <a:solidFill>
                          <a:schemeClr val="lt1"/>
                        </a:solidFill>
                        <a:latin typeface="Cambria"/>
                        <a:ea typeface="Cambria"/>
                        <a:cs typeface="Cambria"/>
                        <a:sym typeface="Cambria"/>
                      </a:endParaRPr>
                    </a:p>
                  </a:txBody>
                  <a:tcPr marT="45725" marB="45725" marR="91450" marL="91450">
                    <a:solidFill>
                      <a:srgbClr val="14285A"/>
                    </a:solidFill>
                  </a:tcPr>
                </a:tc>
                <a:tc>
                  <a:txBody>
                    <a:bodyPr/>
                    <a:lstStyle/>
                    <a:p>
                      <a:pPr indent="0" lvl="0" marL="0" marR="0" rtl="0" algn="ctr">
                        <a:lnSpc>
                          <a:spcPct val="100000"/>
                        </a:lnSpc>
                        <a:spcBef>
                          <a:spcPts val="0"/>
                        </a:spcBef>
                        <a:spcAft>
                          <a:spcPts val="0"/>
                        </a:spcAft>
                        <a:buClr>
                          <a:srgbClr val="000000"/>
                        </a:buClr>
                        <a:buSzPts val="1300"/>
                        <a:buFont typeface="Arial"/>
                        <a:buNone/>
                      </a:pPr>
                      <a:r>
                        <a:rPr b="1" lang="es-419" sz="1300" u="none" cap="none" strike="noStrike">
                          <a:solidFill>
                            <a:schemeClr val="lt1"/>
                          </a:solidFill>
                          <a:latin typeface="Cambria"/>
                          <a:ea typeface="Cambria"/>
                          <a:cs typeface="Cambria"/>
                          <a:sym typeface="Cambria"/>
                        </a:rPr>
                        <a:t>Alimentación</a:t>
                      </a:r>
                      <a:endParaRPr b="1" sz="1300" u="none" cap="none" strike="noStrike">
                        <a:solidFill>
                          <a:schemeClr val="lt1"/>
                        </a:solidFill>
                        <a:latin typeface="Cambria"/>
                        <a:ea typeface="Cambria"/>
                        <a:cs typeface="Cambria"/>
                        <a:sym typeface="Cambria"/>
                      </a:endParaRPr>
                    </a:p>
                  </a:txBody>
                  <a:tcPr marT="45725" marB="45725" marR="91450" marL="91450">
                    <a:solidFill>
                      <a:srgbClr val="14285A"/>
                    </a:solidFill>
                  </a:tcPr>
                </a:tc>
                <a:tc>
                  <a:txBody>
                    <a:bodyPr/>
                    <a:lstStyle/>
                    <a:p>
                      <a:pPr indent="0" lvl="0" marL="0" marR="0" rtl="0" algn="ctr">
                        <a:lnSpc>
                          <a:spcPct val="100000"/>
                        </a:lnSpc>
                        <a:spcBef>
                          <a:spcPts val="0"/>
                        </a:spcBef>
                        <a:spcAft>
                          <a:spcPts val="0"/>
                        </a:spcAft>
                        <a:buClr>
                          <a:srgbClr val="000000"/>
                        </a:buClr>
                        <a:buSzPts val="1300"/>
                        <a:buFont typeface="Arial"/>
                        <a:buNone/>
                      </a:pPr>
                      <a:r>
                        <a:rPr b="1" lang="es-419" sz="1300" u="none" cap="none" strike="noStrike">
                          <a:solidFill>
                            <a:schemeClr val="lt1"/>
                          </a:solidFill>
                          <a:latin typeface="Cambria"/>
                          <a:ea typeface="Cambria"/>
                          <a:cs typeface="Cambria"/>
                          <a:sym typeface="Cambria"/>
                        </a:rPr>
                        <a:t>Procesamiento</a:t>
                      </a:r>
                      <a:endParaRPr b="1" sz="1300" u="none" cap="none" strike="noStrike">
                        <a:solidFill>
                          <a:schemeClr val="lt1"/>
                        </a:solidFill>
                        <a:latin typeface="Cambria"/>
                        <a:ea typeface="Cambria"/>
                        <a:cs typeface="Cambria"/>
                        <a:sym typeface="Cambria"/>
                      </a:endParaRPr>
                    </a:p>
                    <a:p>
                      <a:pPr indent="0" lvl="0" marL="0" marR="0" rtl="0" algn="ctr">
                        <a:lnSpc>
                          <a:spcPct val="100000"/>
                        </a:lnSpc>
                        <a:spcBef>
                          <a:spcPts val="0"/>
                        </a:spcBef>
                        <a:spcAft>
                          <a:spcPts val="0"/>
                        </a:spcAft>
                        <a:buNone/>
                      </a:pPr>
                      <a:r>
                        <a:t/>
                      </a:r>
                      <a:endParaRPr b="1" sz="1300" u="none" cap="none" strike="noStrike">
                        <a:solidFill>
                          <a:schemeClr val="lt1"/>
                        </a:solidFill>
                        <a:latin typeface="Cambria"/>
                        <a:ea typeface="Cambria"/>
                        <a:cs typeface="Cambria"/>
                        <a:sym typeface="Cambria"/>
                      </a:endParaRPr>
                    </a:p>
                  </a:txBody>
                  <a:tcPr marT="45725" marB="45725" marR="91450" marL="91450">
                    <a:solidFill>
                      <a:srgbClr val="14285A"/>
                    </a:solidFill>
                  </a:tcPr>
                </a:tc>
                <a:tc>
                  <a:txBody>
                    <a:bodyPr/>
                    <a:lstStyle/>
                    <a:p>
                      <a:pPr indent="0" lvl="0" marL="0" marR="0" rtl="0" algn="ctr">
                        <a:lnSpc>
                          <a:spcPct val="100000"/>
                        </a:lnSpc>
                        <a:spcBef>
                          <a:spcPts val="0"/>
                        </a:spcBef>
                        <a:spcAft>
                          <a:spcPts val="0"/>
                        </a:spcAft>
                        <a:buClr>
                          <a:srgbClr val="000000"/>
                        </a:buClr>
                        <a:buSzPts val="1300"/>
                        <a:buFont typeface="Arial"/>
                        <a:buNone/>
                      </a:pPr>
                      <a:r>
                        <a:rPr b="1" lang="es-419" sz="1300" u="none" cap="none" strike="noStrike">
                          <a:solidFill>
                            <a:schemeClr val="lt1"/>
                          </a:solidFill>
                          <a:latin typeface="Cambria"/>
                          <a:ea typeface="Cambria"/>
                          <a:cs typeface="Cambria"/>
                          <a:sym typeface="Cambria"/>
                        </a:rPr>
                        <a:t>Ensamblaje</a:t>
                      </a:r>
                      <a:endParaRPr b="1" sz="1300" u="none" cap="none" strike="noStrike">
                        <a:solidFill>
                          <a:schemeClr val="lt1"/>
                        </a:solidFill>
                        <a:latin typeface="Cambria"/>
                        <a:ea typeface="Cambria"/>
                        <a:cs typeface="Cambria"/>
                        <a:sym typeface="Cambria"/>
                      </a:endParaRPr>
                    </a:p>
                    <a:p>
                      <a:pPr indent="0" lvl="0" marL="0" marR="0" rtl="0" algn="ctr">
                        <a:lnSpc>
                          <a:spcPct val="100000"/>
                        </a:lnSpc>
                        <a:spcBef>
                          <a:spcPts val="0"/>
                        </a:spcBef>
                        <a:spcAft>
                          <a:spcPts val="0"/>
                        </a:spcAft>
                        <a:buNone/>
                      </a:pPr>
                      <a:r>
                        <a:t/>
                      </a:r>
                      <a:endParaRPr b="1" sz="1300" u="none" cap="none" strike="noStrike">
                        <a:solidFill>
                          <a:schemeClr val="lt1"/>
                        </a:solidFill>
                        <a:latin typeface="Cambria"/>
                        <a:ea typeface="Cambria"/>
                        <a:cs typeface="Cambria"/>
                        <a:sym typeface="Cambria"/>
                      </a:endParaRPr>
                    </a:p>
                  </a:txBody>
                  <a:tcPr marT="45725" marB="45725" marR="91450" marL="91450">
                    <a:solidFill>
                      <a:srgbClr val="14285A"/>
                    </a:solidFill>
                  </a:tcPr>
                </a:tc>
                <a:tc>
                  <a:txBody>
                    <a:bodyPr/>
                    <a:lstStyle/>
                    <a:p>
                      <a:pPr indent="0" lvl="0" marL="0" marR="0" rtl="0" algn="ctr">
                        <a:lnSpc>
                          <a:spcPct val="100000"/>
                        </a:lnSpc>
                        <a:spcBef>
                          <a:spcPts val="0"/>
                        </a:spcBef>
                        <a:spcAft>
                          <a:spcPts val="0"/>
                        </a:spcAft>
                        <a:buClr>
                          <a:srgbClr val="000000"/>
                        </a:buClr>
                        <a:buSzPts val="1300"/>
                        <a:buFont typeface="Arial"/>
                        <a:buNone/>
                      </a:pPr>
                      <a:r>
                        <a:rPr b="1" lang="es-419" sz="1300" u="none" cap="none" strike="noStrike">
                          <a:solidFill>
                            <a:schemeClr val="lt1"/>
                          </a:solidFill>
                          <a:latin typeface="Cambria"/>
                          <a:ea typeface="Cambria"/>
                          <a:cs typeface="Cambria"/>
                          <a:sym typeface="Cambria"/>
                        </a:rPr>
                        <a:t>Transporte</a:t>
                      </a:r>
                      <a:endParaRPr/>
                    </a:p>
                    <a:p>
                      <a:pPr indent="0" lvl="0" marL="0" marR="0" rtl="0" algn="ctr">
                        <a:lnSpc>
                          <a:spcPct val="100000"/>
                        </a:lnSpc>
                        <a:spcBef>
                          <a:spcPts val="0"/>
                        </a:spcBef>
                        <a:spcAft>
                          <a:spcPts val="0"/>
                        </a:spcAft>
                        <a:buNone/>
                      </a:pPr>
                      <a:r>
                        <a:t/>
                      </a:r>
                      <a:endParaRPr b="1" sz="1300" u="none" cap="none" strike="noStrike">
                        <a:solidFill>
                          <a:schemeClr val="lt1"/>
                        </a:solidFill>
                        <a:latin typeface="Cambria"/>
                        <a:ea typeface="Cambria"/>
                        <a:cs typeface="Cambria"/>
                        <a:sym typeface="Cambria"/>
                      </a:endParaRPr>
                    </a:p>
                  </a:txBody>
                  <a:tcPr marT="45725" marB="45725" marR="91450" marL="91450">
                    <a:solidFill>
                      <a:srgbClr val="14285A"/>
                    </a:solidFill>
                  </a:tcPr>
                </a:tc>
                <a:tc>
                  <a:txBody>
                    <a:bodyPr/>
                    <a:lstStyle/>
                    <a:p>
                      <a:pPr indent="0" lvl="0" marL="0" marR="0" rtl="0" algn="ctr">
                        <a:lnSpc>
                          <a:spcPct val="100000"/>
                        </a:lnSpc>
                        <a:spcBef>
                          <a:spcPts val="0"/>
                        </a:spcBef>
                        <a:spcAft>
                          <a:spcPts val="0"/>
                        </a:spcAft>
                        <a:buClr>
                          <a:srgbClr val="000000"/>
                        </a:buClr>
                        <a:buSzPts val="1300"/>
                        <a:buFont typeface="Arial"/>
                        <a:buNone/>
                      </a:pPr>
                      <a:r>
                        <a:rPr b="1" lang="es-419" sz="1300" u="none" cap="none" strike="noStrike">
                          <a:solidFill>
                            <a:schemeClr val="lt1"/>
                          </a:solidFill>
                          <a:latin typeface="Cambria"/>
                          <a:ea typeface="Cambria"/>
                          <a:cs typeface="Cambria"/>
                          <a:sym typeface="Cambria"/>
                        </a:rPr>
                        <a:t>Selección</a:t>
                      </a:r>
                      <a:endParaRPr b="1" sz="1300" u="none" cap="none" strike="noStrike">
                        <a:solidFill>
                          <a:schemeClr val="lt1"/>
                        </a:solidFill>
                        <a:latin typeface="Cambria"/>
                        <a:ea typeface="Cambria"/>
                        <a:cs typeface="Cambria"/>
                        <a:sym typeface="Cambria"/>
                      </a:endParaRPr>
                    </a:p>
                    <a:p>
                      <a:pPr indent="0" lvl="0" marL="0" marR="0" rtl="0" algn="ctr">
                        <a:lnSpc>
                          <a:spcPct val="100000"/>
                        </a:lnSpc>
                        <a:spcBef>
                          <a:spcPts val="0"/>
                        </a:spcBef>
                        <a:spcAft>
                          <a:spcPts val="0"/>
                        </a:spcAft>
                        <a:buNone/>
                      </a:pPr>
                      <a:r>
                        <a:t/>
                      </a:r>
                      <a:endParaRPr b="1" sz="1300" u="none" cap="none" strike="noStrike">
                        <a:solidFill>
                          <a:schemeClr val="lt1"/>
                        </a:solidFill>
                        <a:latin typeface="Cambria"/>
                        <a:ea typeface="Cambria"/>
                        <a:cs typeface="Cambria"/>
                        <a:sym typeface="Cambria"/>
                      </a:endParaRPr>
                    </a:p>
                  </a:txBody>
                  <a:tcPr marT="45725" marB="45725" marR="91450" marL="91450">
                    <a:solidFill>
                      <a:srgbClr val="14285A"/>
                    </a:solidFill>
                  </a:tcPr>
                </a:tc>
              </a:tr>
              <a:tr h="370850">
                <a:tc>
                  <a:txBody>
                    <a:bodyPr/>
                    <a:lstStyle/>
                    <a:p>
                      <a:pPr indent="0" lvl="0" marL="0" marR="0" rtl="0" algn="l">
                        <a:lnSpc>
                          <a:spcPct val="100000"/>
                        </a:lnSpc>
                        <a:spcBef>
                          <a:spcPts val="0"/>
                        </a:spcBef>
                        <a:spcAft>
                          <a:spcPts val="0"/>
                        </a:spcAft>
                        <a:buClr>
                          <a:srgbClr val="000000"/>
                        </a:buClr>
                        <a:buSzPts val="1400"/>
                        <a:buFont typeface="Arial"/>
                        <a:buNone/>
                      </a:pPr>
                      <a:r>
                        <a:rPr lang="es-419" sz="1400" u="none" cap="none" strike="noStrike">
                          <a:solidFill>
                            <a:schemeClr val="lt1"/>
                          </a:solidFill>
                          <a:latin typeface="Cambria"/>
                          <a:ea typeface="Cambria"/>
                          <a:cs typeface="Cambria"/>
                          <a:sym typeface="Cambria"/>
                        </a:rPr>
                        <a:t>Cilindro Tipo Pluma Neumático</a:t>
                      </a:r>
                      <a:endParaRPr/>
                    </a:p>
                  </a:txBody>
                  <a:tcPr marT="45725" marB="45725" marR="91450" marL="91450">
                    <a:solidFill>
                      <a:srgbClr val="3D7FA7"/>
                    </a:solidFill>
                  </a:tcPr>
                </a:tc>
                <a:tc>
                  <a:txBody>
                    <a:bodyPr/>
                    <a:lstStyle/>
                    <a:p>
                      <a:pPr indent="0" lvl="0" marL="0" marR="0" rtl="0" algn="ctr">
                        <a:lnSpc>
                          <a:spcPct val="100000"/>
                        </a:lnSpc>
                        <a:spcBef>
                          <a:spcPts val="0"/>
                        </a:spcBef>
                        <a:spcAft>
                          <a:spcPts val="0"/>
                        </a:spcAft>
                        <a:buNone/>
                      </a:pPr>
                      <a:r>
                        <a:rPr b="0" lang="es-419" sz="1400" u="none" cap="none" strike="noStrike">
                          <a:solidFill>
                            <a:schemeClr val="dk2"/>
                          </a:solidFill>
                          <a:latin typeface="Cambria"/>
                          <a:ea typeface="Cambria"/>
                          <a:cs typeface="Cambria"/>
                          <a:sym typeface="Cambria"/>
                        </a:rPr>
                        <a:t>2</a:t>
                      </a:r>
                      <a:endParaRPr b="0" sz="1400" u="none" cap="none" strike="noStrike">
                        <a:solidFill>
                          <a:schemeClr val="dk2"/>
                        </a:solidFill>
                        <a:latin typeface="Cambria"/>
                        <a:ea typeface="Cambria"/>
                        <a:cs typeface="Cambria"/>
                        <a:sym typeface="Cambria"/>
                      </a:endParaRPr>
                    </a:p>
                  </a:txBody>
                  <a:tcPr marT="45725" marB="45725" marR="91450" marL="91450">
                    <a:solidFill>
                      <a:schemeClr val="lt1"/>
                    </a:solidFill>
                  </a:tcPr>
                </a:tc>
                <a:tc>
                  <a:txBody>
                    <a:bodyPr/>
                    <a:lstStyle/>
                    <a:p>
                      <a:pPr indent="0" lvl="0" marL="0" marR="0" rtl="0" algn="ctr">
                        <a:lnSpc>
                          <a:spcPct val="100000"/>
                        </a:lnSpc>
                        <a:spcBef>
                          <a:spcPts val="0"/>
                        </a:spcBef>
                        <a:spcAft>
                          <a:spcPts val="0"/>
                        </a:spcAft>
                        <a:buNone/>
                      </a:pPr>
                      <a:r>
                        <a:rPr b="0" lang="es-419" sz="1400" u="none" cap="none" strike="noStrike">
                          <a:solidFill>
                            <a:schemeClr val="dk2"/>
                          </a:solidFill>
                          <a:latin typeface="Cambria"/>
                          <a:ea typeface="Cambria"/>
                          <a:cs typeface="Cambria"/>
                          <a:sym typeface="Cambria"/>
                        </a:rPr>
                        <a:t>1</a:t>
                      </a:r>
                      <a:endParaRPr b="0" sz="1400" u="none" cap="none" strike="noStrike">
                        <a:solidFill>
                          <a:schemeClr val="dk2"/>
                        </a:solidFill>
                        <a:latin typeface="Cambria"/>
                        <a:ea typeface="Cambria"/>
                        <a:cs typeface="Cambria"/>
                        <a:sym typeface="Cambria"/>
                      </a:endParaRPr>
                    </a:p>
                  </a:txBody>
                  <a:tcPr marT="45725" marB="45725" marR="91450" marL="91450">
                    <a:solidFill>
                      <a:schemeClr val="lt1"/>
                    </a:solidFill>
                  </a:tcPr>
                </a:tc>
                <a:tc>
                  <a:txBody>
                    <a:bodyPr/>
                    <a:lstStyle/>
                    <a:p>
                      <a:pPr indent="0" lvl="0" marL="0" marR="0" rtl="0" algn="ctr">
                        <a:lnSpc>
                          <a:spcPct val="100000"/>
                        </a:lnSpc>
                        <a:spcBef>
                          <a:spcPts val="0"/>
                        </a:spcBef>
                        <a:spcAft>
                          <a:spcPts val="0"/>
                        </a:spcAft>
                        <a:buNone/>
                      </a:pPr>
                      <a:r>
                        <a:rPr b="0" lang="es-419" sz="1400" u="none" cap="none" strike="noStrike">
                          <a:solidFill>
                            <a:schemeClr val="dk2"/>
                          </a:solidFill>
                          <a:latin typeface="Cambria"/>
                          <a:ea typeface="Cambria"/>
                          <a:cs typeface="Cambria"/>
                          <a:sym typeface="Cambria"/>
                        </a:rPr>
                        <a:t>3</a:t>
                      </a:r>
                      <a:endParaRPr b="0" sz="1400" u="none" cap="none" strike="noStrike">
                        <a:solidFill>
                          <a:schemeClr val="dk2"/>
                        </a:solidFill>
                        <a:latin typeface="Cambria"/>
                        <a:ea typeface="Cambria"/>
                        <a:cs typeface="Cambria"/>
                        <a:sym typeface="Cambria"/>
                      </a:endParaRPr>
                    </a:p>
                  </a:txBody>
                  <a:tcPr marT="45725" marB="45725" marR="91450" marL="91450">
                    <a:solidFill>
                      <a:schemeClr val="lt1"/>
                    </a:solidFill>
                  </a:tcPr>
                </a:tc>
                <a:tc>
                  <a:txBody>
                    <a:bodyPr/>
                    <a:lstStyle/>
                    <a:p>
                      <a:pPr indent="0" lvl="0" marL="0" marR="0" rtl="0" algn="ctr">
                        <a:lnSpc>
                          <a:spcPct val="100000"/>
                        </a:lnSpc>
                        <a:spcBef>
                          <a:spcPts val="0"/>
                        </a:spcBef>
                        <a:spcAft>
                          <a:spcPts val="0"/>
                        </a:spcAft>
                        <a:buNone/>
                      </a:pPr>
                      <a:r>
                        <a:t/>
                      </a:r>
                      <a:endParaRPr b="0" sz="1400" u="none" cap="none" strike="noStrike">
                        <a:solidFill>
                          <a:schemeClr val="dk2"/>
                        </a:solidFill>
                        <a:latin typeface="Cambria"/>
                        <a:ea typeface="Cambria"/>
                        <a:cs typeface="Cambria"/>
                        <a:sym typeface="Cambria"/>
                      </a:endParaRPr>
                    </a:p>
                  </a:txBody>
                  <a:tcPr marT="45725" marB="45725" marR="91450" marL="91450">
                    <a:solidFill>
                      <a:schemeClr val="lt1"/>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b="0" lang="es-419" sz="1400" u="none" cap="none" strike="noStrike">
                          <a:solidFill>
                            <a:schemeClr val="dk2"/>
                          </a:solidFill>
                          <a:latin typeface="Cambria"/>
                          <a:ea typeface="Cambria"/>
                          <a:cs typeface="Cambria"/>
                          <a:sym typeface="Cambria"/>
                        </a:rPr>
                        <a:t>3</a:t>
                      </a:r>
                      <a:endParaRPr b="0" sz="1400" u="none" cap="none" strike="noStrike">
                        <a:solidFill>
                          <a:schemeClr val="dk2"/>
                        </a:solidFill>
                        <a:latin typeface="Cambria"/>
                        <a:ea typeface="Cambria"/>
                        <a:cs typeface="Cambria"/>
                        <a:sym typeface="Cambria"/>
                      </a:endParaRPr>
                    </a:p>
                    <a:p>
                      <a:pPr indent="0" lvl="0" marL="0" marR="0" rtl="0" algn="ctr">
                        <a:lnSpc>
                          <a:spcPct val="100000"/>
                        </a:lnSpc>
                        <a:spcBef>
                          <a:spcPts val="0"/>
                        </a:spcBef>
                        <a:spcAft>
                          <a:spcPts val="0"/>
                        </a:spcAft>
                        <a:buNone/>
                      </a:pPr>
                      <a:r>
                        <a:t/>
                      </a:r>
                      <a:endParaRPr b="0" sz="1400" u="none" cap="none" strike="noStrike">
                        <a:solidFill>
                          <a:schemeClr val="dk2"/>
                        </a:solidFill>
                        <a:latin typeface="Cambria"/>
                        <a:ea typeface="Cambria"/>
                        <a:cs typeface="Cambria"/>
                        <a:sym typeface="Cambria"/>
                      </a:endParaRPr>
                    </a:p>
                  </a:txBody>
                  <a:tcPr marT="45725" marB="45725" marR="91450" marL="91450">
                    <a:solidFill>
                      <a:schemeClr val="lt1"/>
                    </a:solidFill>
                  </a:tcPr>
                </a:tc>
              </a:tr>
              <a:tr h="370850">
                <a:tc>
                  <a:txBody>
                    <a:bodyPr/>
                    <a:lstStyle/>
                    <a:p>
                      <a:pPr indent="0" lvl="0" marL="0" marR="0" rtl="0" algn="l">
                        <a:lnSpc>
                          <a:spcPct val="100000"/>
                        </a:lnSpc>
                        <a:spcBef>
                          <a:spcPts val="0"/>
                        </a:spcBef>
                        <a:spcAft>
                          <a:spcPts val="0"/>
                        </a:spcAft>
                        <a:buNone/>
                      </a:pPr>
                      <a:r>
                        <a:rPr lang="es-419" sz="1400" u="none" cap="none" strike="noStrike">
                          <a:solidFill>
                            <a:schemeClr val="lt1"/>
                          </a:solidFill>
                          <a:latin typeface="Cambria"/>
                          <a:ea typeface="Cambria"/>
                          <a:cs typeface="Cambria"/>
                          <a:sym typeface="Cambria"/>
                        </a:rPr>
                        <a:t>Cilindro Delgado Neumático</a:t>
                      </a:r>
                      <a:endParaRPr/>
                    </a:p>
                  </a:txBody>
                  <a:tcPr marT="45725" marB="45725" marR="91450" marL="91450">
                    <a:solidFill>
                      <a:srgbClr val="3D7FA7"/>
                    </a:solidFill>
                  </a:tcPr>
                </a:tc>
                <a:tc>
                  <a:txBody>
                    <a:bodyPr/>
                    <a:lstStyle/>
                    <a:p>
                      <a:pPr indent="0" lvl="0" marL="0" marR="0" rtl="0" algn="ctr">
                        <a:lnSpc>
                          <a:spcPct val="100000"/>
                        </a:lnSpc>
                        <a:spcBef>
                          <a:spcPts val="0"/>
                        </a:spcBef>
                        <a:spcAft>
                          <a:spcPts val="0"/>
                        </a:spcAft>
                        <a:buNone/>
                      </a:pPr>
                      <a:r>
                        <a:t/>
                      </a:r>
                      <a:endParaRPr b="0" sz="1400" u="none" cap="none" strike="noStrike">
                        <a:solidFill>
                          <a:schemeClr val="dk2"/>
                        </a:solidFill>
                        <a:latin typeface="Cambria"/>
                        <a:ea typeface="Cambria"/>
                        <a:cs typeface="Cambria"/>
                        <a:sym typeface="Cambria"/>
                      </a:endParaRPr>
                    </a:p>
                  </a:txBody>
                  <a:tcPr marT="45725" marB="45725" marR="91450" marL="91450">
                    <a:solidFill>
                      <a:schemeClr val="lt1"/>
                    </a:solidFill>
                  </a:tcPr>
                </a:tc>
                <a:tc>
                  <a:txBody>
                    <a:bodyPr/>
                    <a:lstStyle/>
                    <a:p>
                      <a:pPr indent="0" lvl="0" marL="0" marR="0" rtl="0" algn="ctr">
                        <a:lnSpc>
                          <a:spcPct val="100000"/>
                        </a:lnSpc>
                        <a:spcBef>
                          <a:spcPts val="0"/>
                        </a:spcBef>
                        <a:spcAft>
                          <a:spcPts val="0"/>
                        </a:spcAft>
                        <a:buNone/>
                      </a:pPr>
                      <a:r>
                        <a:rPr b="0" lang="es-419" sz="1400" u="none" cap="none" strike="noStrike">
                          <a:solidFill>
                            <a:schemeClr val="dk2"/>
                          </a:solidFill>
                          <a:latin typeface="Cambria"/>
                          <a:ea typeface="Cambria"/>
                          <a:cs typeface="Cambria"/>
                          <a:sym typeface="Cambria"/>
                        </a:rPr>
                        <a:t>1</a:t>
                      </a:r>
                      <a:endParaRPr b="0" sz="1400" u="none" cap="none" strike="noStrike">
                        <a:solidFill>
                          <a:schemeClr val="dk2"/>
                        </a:solidFill>
                        <a:latin typeface="Cambria"/>
                        <a:ea typeface="Cambria"/>
                        <a:cs typeface="Cambria"/>
                        <a:sym typeface="Cambria"/>
                      </a:endParaRPr>
                    </a:p>
                  </a:txBody>
                  <a:tcPr marT="45725" marB="45725" marR="91450" marL="91450">
                    <a:solidFill>
                      <a:schemeClr val="lt1"/>
                    </a:solidFill>
                  </a:tcPr>
                </a:tc>
                <a:tc>
                  <a:txBody>
                    <a:bodyPr/>
                    <a:lstStyle/>
                    <a:p>
                      <a:pPr indent="0" lvl="0" marL="0" marR="0" rtl="0" algn="ctr">
                        <a:lnSpc>
                          <a:spcPct val="100000"/>
                        </a:lnSpc>
                        <a:spcBef>
                          <a:spcPts val="0"/>
                        </a:spcBef>
                        <a:spcAft>
                          <a:spcPts val="0"/>
                        </a:spcAft>
                        <a:buNone/>
                      </a:pPr>
                      <a:r>
                        <a:t/>
                      </a:r>
                      <a:endParaRPr b="0" sz="1400" u="none" cap="none" strike="noStrike">
                        <a:solidFill>
                          <a:schemeClr val="dk2"/>
                        </a:solidFill>
                        <a:latin typeface="Cambria"/>
                        <a:ea typeface="Cambria"/>
                        <a:cs typeface="Cambria"/>
                        <a:sym typeface="Cambria"/>
                      </a:endParaRPr>
                    </a:p>
                  </a:txBody>
                  <a:tcPr marT="45725" marB="45725" marR="91450" marL="91450">
                    <a:solidFill>
                      <a:schemeClr val="lt1"/>
                    </a:solidFill>
                  </a:tcPr>
                </a:tc>
                <a:tc>
                  <a:txBody>
                    <a:bodyPr/>
                    <a:lstStyle/>
                    <a:p>
                      <a:pPr indent="0" lvl="0" marL="0" marR="0" rtl="0" algn="ctr">
                        <a:lnSpc>
                          <a:spcPct val="100000"/>
                        </a:lnSpc>
                        <a:spcBef>
                          <a:spcPts val="0"/>
                        </a:spcBef>
                        <a:spcAft>
                          <a:spcPts val="0"/>
                        </a:spcAft>
                        <a:buNone/>
                      </a:pPr>
                      <a:r>
                        <a:rPr b="0" lang="es-419" sz="1400" u="none" cap="none" strike="noStrike">
                          <a:solidFill>
                            <a:schemeClr val="dk2"/>
                          </a:solidFill>
                          <a:latin typeface="Cambria"/>
                          <a:ea typeface="Cambria"/>
                          <a:cs typeface="Cambria"/>
                          <a:sym typeface="Cambria"/>
                        </a:rPr>
                        <a:t>1</a:t>
                      </a:r>
                      <a:endParaRPr b="0" sz="1400" u="none" cap="none" strike="noStrike">
                        <a:solidFill>
                          <a:schemeClr val="dk2"/>
                        </a:solidFill>
                        <a:latin typeface="Cambria"/>
                        <a:ea typeface="Cambria"/>
                        <a:cs typeface="Cambria"/>
                        <a:sym typeface="Cambria"/>
                      </a:endParaRPr>
                    </a:p>
                  </a:txBody>
                  <a:tcPr marT="45725" marB="45725" marR="91450" marL="91450">
                    <a:solidFill>
                      <a:schemeClr val="lt1"/>
                    </a:solidFill>
                  </a:tcPr>
                </a:tc>
                <a:tc>
                  <a:txBody>
                    <a:bodyPr/>
                    <a:lstStyle/>
                    <a:p>
                      <a:pPr indent="0" lvl="0" marL="0" marR="0" rtl="0" algn="ctr">
                        <a:lnSpc>
                          <a:spcPct val="100000"/>
                        </a:lnSpc>
                        <a:spcBef>
                          <a:spcPts val="0"/>
                        </a:spcBef>
                        <a:spcAft>
                          <a:spcPts val="0"/>
                        </a:spcAft>
                        <a:buNone/>
                      </a:pPr>
                      <a:r>
                        <a:t/>
                      </a:r>
                      <a:endParaRPr b="0" sz="1400" u="none" cap="none" strike="noStrike">
                        <a:solidFill>
                          <a:schemeClr val="dk2"/>
                        </a:solidFill>
                        <a:latin typeface="Cambria"/>
                        <a:ea typeface="Cambria"/>
                        <a:cs typeface="Cambria"/>
                        <a:sym typeface="Cambria"/>
                      </a:endParaRPr>
                    </a:p>
                  </a:txBody>
                  <a:tcPr marT="45725" marB="45725" marR="91450" marL="91450">
                    <a:solidFill>
                      <a:schemeClr val="lt1"/>
                    </a:solidFill>
                  </a:tcPr>
                </a:tc>
              </a:tr>
              <a:tr h="370850">
                <a:tc>
                  <a:txBody>
                    <a:bodyPr/>
                    <a:lstStyle/>
                    <a:p>
                      <a:pPr indent="0" lvl="0" marL="0" marR="0" rtl="0" algn="l">
                        <a:lnSpc>
                          <a:spcPct val="100000"/>
                        </a:lnSpc>
                        <a:spcBef>
                          <a:spcPts val="0"/>
                        </a:spcBef>
                        <a:spcAft>
                          <a:spcPts val="0"/>
                        </a:spcAft>
                        <a:buNone/>
                      </a:pPr>
                      <a:r>
                        <a:rPr lang="es-419" sz="1400" u="none" cap="none" strike="noStrike">
                          <a:solidFill>
                            <a:schemeClr val="lt1"/>
                          </a:solidFill>
                          <a:latin typeface="Cambria"/>
                          <a:ea typeface="Cambria"/>
                          <a:cs typeface="Cambria"/>
                          <a:sym typeface="Cambria"/>
                        </a:rPr>
                        <a:t>Cilindro de Doble Vástago </a:t>
                      </a:r>
                      <a:endParaRPr/>
                    </a:p>
                  </a:txBody>
                  <a:tcPr marT="45725" marB="45725" marR="91450" marL="91450">
                    <a:solidFill>
                      <a:srgbClr val="3D7FA7"/>
                    </a:solidFill>
                  </a:tcPr>
                </a:tc>
                <a:tc>
                  <a:txBody>
                    <a:bodyPr/>
                    <a:lstStyle/>
                    <a:p>
                      <a:pPr indent="0" lvl="0" marL="0" marR="0" rtl="0" algn="ctr">
                        <a:lnSpc>
                          <a:spcPct val="100000"/>
                        </a:lnSpc>
                        <a:spcBef>
                          <a:spcPts val="0"/>
                        </a:spcBef>
                        <a:spcAft>
                          <a:spcPts val="0"/>
                        </a:spcAft>
                        <a:buNone/>
                      </a:pPr>
                      <a:r>
                        <a:t/>
                      </a:r>
                      <a:endParaRPr b="0" sz="1400" u="none" cap="none" strike="noStrike">
                        <a:solidFill>
                          <a:schemeClr val="dk2"/>
                        </a:solidFill>
                        <a:latin typeface="Cambria"/>
                        <a:ea typeface="Cambria"/>
                        <a:cs typeface="Cambria"/>
                        <a:sym typeface="Cambria"/>
                      </a:endParaRPr>
                    </a:p>
                  </a:txBody>
                  <a:tcPr marT="45725" marB="45725" marR="91450" marL="91450">
                    <a:solidFill>
                      <a:schemeClr val="lt1"/>
                    </a:solidFill>
                  </a:tcPr>
                </a:tc>
                <a:tc>
                  <a:txBody>
                    <a:bodyPr/>
                    <a:lstStyle/>
                    <a:p>
                      <a:pPr indent="0" lvl="0" marL="0" marR="0" rtl="0" algn="ctr">
                        <a:lnSpc>
                          <a:spcPct val="100000"/>
                        </a:lnSpc>
                        <a:spcBef>
                          <a:spcPts val="0"/>
                        </a:spcBef>
                        <a:spcAft>
                          <a:spcPts val="0"/>
                        </a:spcAft>
                        <a:buNone/>
                      </a:pPr>
                      <a:r>
                        <a:t/>
                      </a:r>
                      <a:endParaRPr b="0" sz="1400" u="none" cap="none" strike="noStrike">
                        <a:solidFill>
                          <a:schemeClr val="dk2"/>
                        </a:solidFill>
                        <a:latin typeface="Cambria"/>
                        <a:ea typeface="Cambria"/>
                        <a:cs typeface="Cambria"/>
                        <a:sym typeface="Cambria"/>
                      </a:endParaRPr>
                    </a:p>
                  </a:txBody>
                  <a:tcPr marT="45725" marB="45725" marR="91450" marL="91450">
                    <a:solidFill>
                      <a:schemeClr val="lt1"/>
                    </a:solidFill>
                  </a:tcPr>
                </a:tc>
                <a:tc>
                  <a:txBody>
                    <a:bodyPr/>
                    <a:lstStyle/>
                    <a:p>
                      <a:pPr indent="0" lvl="0" marL="0" marR="0" rtl="0" algn="ctr">
                        <a:lnSpc>
                          <a:spcPct val="100000"/>
                        </a:lnSpc>
                        <a:spcBef>
                          <a:spcPts val="0"/>
                        </a:spcBef>
                        <a:spcAft>
                          <a:spcPts val="0"/>
                        </a:spcAft>
                        <a:buNone/>
                      </a:pPr>
                      <a:r>
                        <a:rPr b="0" lang="es-419" sz="1400" u="none" cap="none" strike="noStrike">
                          <a:solidFill>
                            <a:schemeClr val="dk2"/>
                          </a:solidFill>
                          <a:latin typeface="Cambria"/>
                          <a:ea typeface="Cambria"/>
                          <a:cs typeface="Cambria"/>
                          <a:sym typeface="Cambria"/>
                        </a:rPr>
                        <a:t>1</a:t>
                      </a:r>
                      <a:endParaRPr b="0" sz="1400" u="none" cap="none" strike="noStrike">
                        <a:solidFill>
                          <a:schemeClr val="dk2"/>
                        </a:solidFill>
                        <a:latin typeface="Cambria"/>
                        <a:ea typeface="Cambria"/>
                        <a:cs typeface="Cambria"/>
                        <a:sym typeface="Cambria"/>
                      </a:endParaRPr>
                    </a:p>
                  </a:txBody>
                  <a:tcPr marT="45725" marB="45725" marR="91450" marL="91450">
                    <a:solidFill>
                      <a:schemeClr val="lt1"/>
                    </a:solidFill>
                  </a:tcPr>
                </a:tc>
                <a:tc>
                  <a:txBody>
                    <a:bodyPr/>
                    <a:lstStyle/>
                    <a:p>
                      <a:pPr indent="0" lvl="0" marL="0" marR="0" rtl="0" algn="ctr">
                        <a:lnSpc>
                          <a:spcPct val="100000"/>
                        </a:lnSpc>
                        <a:spcBef>
                          <a:spcPts val="0"/>
                        </a:spcBef>
                        <a:spcAft>
                          <a:spcPts val="0"/>
                        </a:spcAft>
                        <a:buNone/>
                      </a:pPr>
                      <a:r>
                        <a:rPr b="0" lang="es-419" sz="1400" u="none" cap="none" strike="noStrike">
                          <a:solidFill>
                            <a:schemeClr val="dk2"/>
                          </a:solidFill>
                          <a:latin typeface="Cambria"/>
                          <a:ea typeface="Cambria"/>
                          <a:cs typeface="Cambria"/>
                          <a:sym typeface="Cambria"/>
                        </a:rPr>
                        <a:t>1</a:t>
                      </a:r>
                      <a:endParaRPr b="0" sz="1400" u="none" cap="none" strike="noStrike">
                        <a:solidFill>
                          <a:schemeClr val="dk2"/>
                        </a:solidFill>
                        <a:latin typeface="Cambria"/>
                        <a:ea typeface="Cambria"/>
                        <a:cs typeface="Cambria"/>
                        <a:sym typeface="Cambria"/>
                      </a:endParaRPr>
                    </a:p>
                  </a:txBody>
                  <a:tcPr marT="45725" marB="45725" marR="91450" marL="91450">
                    <a:solidFill>
                      <a:schemeClr val="lt1"/>
                    </a:solidFill>
                  </a:tcPr>
                </a:tc>
                <a:tc>
                  <a:txBody>
                    <a:bodyPr/>
                    <a:lstStyle/>
                    <a:p>
                      <a:pPr indent="0" lvl="0" marL="0" marR="0" rtl="0" algn="ctr">
                        <a:lnSpc>
                          <a:spcPct val="100000"/>
                        </a:lnSpc>
                        <a:spcBef>
                          <a:spcPts val="0"/>
                        </a:spcBef>
                        <a:spcAft>
                          <a:spcPts val="0"/>
                        </a:spcAft>
                        <a:buNone/>
                      </a:pPr>
                      <a:r>
                        <a:t/>
                      </a:r>
                      <a:endParaRPr b="0" sz="1400" u="none" cap="none" strike="noStrike">
                        <a:solidFill>
                          <a:schemeClr val="dk2"/>
                        </a:solidFill>
                        <a:latin typeface="Cambria"/>
                        <a:ea typeface="Cambria"/>
                        <a:cs typeface="Cambria"/>
                        <a:sym typeface="Cambria"/>
                      </a:endParaRPr>
                    </a:p>
                  </a:txBody>
                  <a:tcPr marT="45725" marB="45725" marR="91450" marL="91450">
                    <a:solidFill>
                      <a:schemeClr val="lt1"/>
                    </a:solidFill>
                  </a:tcPr>
                </a:tc>
              </a:tr>
              <a:tr h="370850">
                <a:tc>
                  <a:txBody>
                    <a:bodyPr/>
                    <a:lstStyle/>
                    <a:p>
                      <a:pPr indent="0" lvl="0" marL="0" marR="0" rtl="0" algn="l">
                        <a:lnSpc>
                          <a:spcPct val="100000"/>
                        </a:lnSpc>
                        <a:spcBef>
                          <a:spcPts val="0"/>
                        </a:spcBef>
                        <a:spcAft>
                          <a:spcPts val="0"/>
                        </a:spcAft>
                        <a:buNone/>
                      </a:pPr>
                      <a:r>
                        <a:rPr lang="es-419" sz="1400" u="none" cap="none" strike="noStrike">
                          <a:solidFill>
                            <a:schemeClr val="lt1"/>
                          </a:solidFill>
                          <a:latin typeface="Cambria"/>
                          <a:ea typeface="Cambria"/>
                          <a:cs typeface="Cambria"/>
                          <a:sym typeface="Cambria"/>
                        </a:rPr>
                        <a:t>Cilindro Rotatorio Neumático</a:t>
                      </a:r>
                      <a:endParaRPr/>
                    </a:p>
                  </a:txBody>
                  <a:tcPr marT="45725" marB="45725" marR="91450" marL="91450">
                    <a:solidFill>
                      <a:srgbClr val="3D7FA7"/>
                    </a:solidFill>
                  </a:tcPr>
                </a:tc>
                <a:tc>
                  <a:txBody>
                    <a:bodyPr/>
                    <a:lstStyle/>
                    <a:p>
                      <a:pPr indent="0" lvl="0" marL="0" marR="0" rtl="0" algn="ctr">
                        <a:lnSpc>
                          <a:spcPct val="100000"/>
                        </a:lnSpc>
                        <a:spcBef>
                          <a:spcPts val="0"/>
                        </a:spcBef>
                        <a:spcAft>
                          <a:spcPts val="0"/>
                        </a:spcAft>
                        <a:buNone/>
                      </a:pPr>
                      <a:r>
                        <a:t/>
                      </a:r>
                      <a:endParaRPr b="0" sz="1400" u="none" cap="none" strike="noStrike">
                        <a:solidFill>
                          <a:schemeClr val="dk2"/>
                        </a:solidFill>
                        <a:latin typeface="Cambria"/>
                        <a:ea typeface="Cambria"/>
                        <a:cs typeface="Cambria"/>
                        <a:sym typeface="Cambria"/>
                      </a:endParaRPr>
                    </a:p>
                  </a:txBody>
                  <a:tcPr marT="45725" marB="45725" marR="91450" marL="91450">
                    <a:solidFill>
                      <a:schemeClr val="lt1"/>
                    </a:solidFill>
                  </a:tcPr>
                </a:tc>
                <a:tc>
                  <a:txBody>
                    <a:bodyPr/>
                    <a:lstStyle/>
                    <a:p>
                      <a:pPr indent="0" lvl="0" marL="0" marR="0" rtl="0" algn="ctr">
                        <a:lnSpc>
                          <a:spcPct val="100000"/>
                        </a:lnSpc>
                        <a:spcBef>
                          <a:spcPts val="0"/>
                        </a:spcBef>
                        <a:spcAft>
                          <a:spcPts val="0"/>
                        </a:spcAft>
                        <a:buNone/>
                      </a:pPr>
                      <a:r>
                        <a:t/>
                      </a:r>
                      <a:endParaRPr b="0" sz="1400" u="none" cap="none" strike="noStrike">
                        <a:solidFill>
                          <a:schemeClr val="dk2"/>
                        </a:solidFill>
                        <a:latin typeface="Cambria"/>
                        <a:ea typeface="Cambria"/>
                        <a:cs typeface="Cambria"/>
                        <a:sym typeface="Cambria"/>
                      </a:endParaRPr>
                    </a:p>
                  </a:txBody>
                  <a:tcPr marT="45725" marB="45725" marR="91450" marL="91450">
                    <a:solidFill>
                      <a:schemeClr val="lt1"/>
                    </a:solidFill>
                  </a:tcPr>
                </a:tc>
                <a:tc>
                  <a:txBody>
                    <a:bodyPr/>
                    <a:lstStyle/>
                    <a:p>
                      <a:pPr indent="0" lvl="0" marL="0" marR="0" rtl="0" algn="ctr">
                        <a:lnSpc>
                          <a:spcPct val="100000"/>
                        </a:lnSpc>
                        <a:spcBef>
                          <a:spcPts val="0"/>
                        </a:spcBef>
                        <a:spcAft>
                          <a:spcPts val="0"/>
                        </a:spcAft>
                        <a:buNone/>
                      </a:pPr>
                      <a:r>
                        <a:rPr b="0" lang="es-419" sz="1400" u="none" cap="none" strike="noStrike">
                          <a:solidFill>
                            <a:schemeClr val="dk2"/>
                          </a:solidFill>
                          <a:latin typeface="Cambria"/>
                          <a:ea typeface="Cambria"/>
                          <a:cs typeface="Cambria"/>
                          <a:sym typeface="Cambria"/>
                        </a:rPr>
                        <a:t>1</a:t>
                      </a:r>
                      <a:endParaRPr b="0" sz="1400" u="none" cap="none" strike="noStrike">
                        <a:solidFill>
                          <a:schemeClr val="dk2"/>
                        </a:solidFill>
                        <a:latin typeface="Cambria"/>
                        <a:ea typeface="Cambria"/>
                        <a:cs typeface="Cambria"/>
                        <a:sym typeface="Cambria"/>
                      </a:endParaRPr>
                    </a:p>
                  </a:txBody>
                  <a:tcPr marT="45725" marB="45725" marR="91450" marL="91450">
                    <a:solidFill>
                      <a:schemeClr val="lt1"/>
                    </a:solidFill>
                  </a:tcPr>
                </a:tc>
                <a:tc>
                  <a:txBody>
                    <a:bodyPr/>
                    <a:lstStyle/>
                    <a:p>
                      <a:pPr indent="0" lvl="0" marL="0" marR="0" rtl="0" algn="ctr">
                        <a:lnSpc>
                          <a:spcPct val="100000"/>
                        </a:lnSpc>
                        <a:spcBef>
                          <a:spcPts val="0"/>
                        </a:spcBef>
                        <a:spcAft>
                          <a:spcPts val="0"/>
                        </a:spcAft>
                        <a:buNone/>
                      </a:pPr>
                      <a:r>
                        <a:rPr b="0" lang="es-419" sz="1400" u="none" cap="none" strike="noStrike">
                          <a:solidFill>
                            <a:schemeClr val="dk2"/>
                          </a:solidFill>
                          <a:latin typeface="Cambria"/>
                          <a:ea typeface="Cambria"/>
                          <a:cs typeface="Cambria"/>
                          <a:sym typeface="Cambria"/>
                        </a:rPr>
                        <a:t>1</a:t>
                      </a:r>
                      <a:endParaRPr b="0" sz="1400" u="none" cap="none" strike="noStrike">
                        <a:solidFill>
                          <a:schemeClr val="dk2"/>
                        </a:solidFill>
                        <a:latin typeface="Cambria"/>
                        <a:ea typeface="Cambria"/>
                        <a:cs typeface="Cambria"/>
                        <a:sym typeface="Cambria"/>
                      </a:endParaRPr>
                    </a:p>
                  </a:txBody>
                  <a:tcPr marT="45725" marB="45725" marR="91450" marL="91450">
                    <a:solidFill>
                      <a:schemeClr val="lt1"/>
                    </a:solidFill>
                  </a:tcPr>
                </a:tc>
                <a:tc>
                  <a:txBody>
                    <a:bodyPr/>
                    <a:lstStyle/>
                    <a:p>
                      <a:pPr indent="0" lvl="0" marL="0" marR="0" rtl="0" algn="ctr">
                        <a:lnSpc>
                          <a:spcPct val="100000"/>
                        </a:lnSpc>
                        <a:spcBef>
                          <a:spcPts val="0"/>
                        </a:spcBef>
                        <a:spcAft>
                          <a:spcPts val="0"/>
                        </a:spcAft>
                        <a:buNone/>
                      </a:pPr>
                      <a:r>
                        <a:t/>
                      </a:r>
                      <a:endParaRPr b="0" sz="1400" u="none" cap="none" strike="noStrike">
                        <a:solidFill>
                          <a:schemeClr val="dk2"/>
                        </a:solidFill>
                        <a:latin typeface="Cambria"/>
                        <a:ea typeface="Cambria"/>
                        <a:cs typeface="Cambria"/>
                        <a:sym typeface="Cambria"/>
                      </a:endParaRPr>
                    </a:p>
                  </a:txBody>
                  <a:tcPr marT="45725" marB="45725" marR="91450" marL="91450">
                    <a:solidFill>
                      <a:schemeClr val="lt1"/>
                    </a:solidFill>
                  </a:tcPr>
                </a:tc>
              </a:tr>
              <a:tr h="370850">
                <a:tc>
                  <a:txBody>
                    <a:bodyPr/>
                    <a:lstStyle/>
                    <a:p>
                      <a:pPr indent="0" lvl="0" marL="0" marR="0" rtl="0" algn="l">
                        <a:lnSpc>
                          <a:spcPct val="100000"/>
                        </a:lnSpc>
                        <a:spcBef>
                          <a:spcPts val="0"/>
                        </a:spcBef>
                        <a:spcAft>
                          <a:spcPts val="0"/>
                        </a:spcAft>
                        <a:buNone/>
                      </a:pPr>
                      <a:r>
                        <a:rPr lang="es-419" sz="1400" u="none" cap="none" strike="noStrike">
                          <a:solidFill>
                            <a:schemeClr val="lt1"/>
                          </a:solidFill>
                          <a:latin typeface="Cambria"/>
                          <a:ea typeface="Cambria"/>
                          <a:cs typeface="Cambria"/>
                          <a:sym typeface="Cambria"/>
                        </a:rPr>
                        <a:t>Cilindro de Dedo Neumático</a:t>
                      </a:r>
                      <a:endParaRPr/>
                    </a:p>
                  </a:txBody>
                  <a:tcPr marT="45725" marB="45725" marR="91450" marL="91450">
                    <a:solidFill>
                      <a:srgbClr val="3D7FA7"/>
                    </a:solidFill>
                  </a:tcPr>
                </a:tc>
                <a:tc>
                  <a:txBody>
                    <a:bodyPr/>
                    <a:lstStyle/>
                    <a:p>
                      <a:pPr indent="0" lvl="0" marL="0" marR="0" rtl="0" algn="ctr">
                        <a:lnSpc>
                          <a:spcPct val="100000"/>
                        </a:lnSpc>
                        <a:spcBef>
                          <a:spcPts val="0"/>
                        </a:spcBef>
                        <a:spcAft>
                          <a:spcPts val="0"/>
                        </a:spcAft>
                        <a:buNone/>
                      </a:pPr>
                      <a:r>
                        <a:t/>
                      </a:r>
                      <a:endParaRPr b="0" sz="1400" u="none" cap="none" strike="noStrike">
                        <a:solidFill>
                          <a:schemeClr val="dk2"/>
                        </a:solidFill>
                        <a:latin typeface="Cambria"/>
                        <a:ea typeface="Cambria"/>
                        <a:cs typeface="Cambria"/>
                        <a:sym typeface="Cambria"/>
                      </a:endParaRPr>
                    </a:p>
                  </a:txBody>
                  <a:tcPr marT="45725" marB="45725" marR="91450" marL="91450">
                    <a:solidFill>
                      <a:schemeClr val="lt1"/>
                    </a:solidFill>
                  </a:tcPr>
                </a:tc>
                <a:tc>
                  <a:txBody>
                    <a:bodyPr/>
                    <a:lstStyle/>
                    <a:p>
                      <a:pPr indent="0" lvl="0" marL="0" marR="0" rtl="0" algn="ctr">
                        <a:lnSpc>
                          <a:spcPct val="100000"/>
                        </a:lnSpc>
                        <a:spcBef>
                          <a:spcPts val="0"/>
                        </a:spcBef>
                        <a:spcAft>
                          <a:spcPts val="0"/>
                        </a:spcAft>
                        <a:buNone/>
                      </a:pPr>
                      <a:r>
                        <a:rPr b="0" lang="es-419" sz="1400" u="none" cap="none" strike="noStrike">
                          <a:solidFill>
                            <a:schemeClr val="dk2"/>
                          </a:solidFill>
                          <a:latin typeface="Cambria"/>
                          <a:ea typeface="Cambria"/>
                          <a:cs typeface="Cambria"/>
                          <a:sym typeface="Cambria"/>
                        </a:rPr>
                        <a:t>1</a:t>
                      </a:r>
                      <a:endParaRPr b="0" sz="1400" u="none" cap="none" strike="noStrike">
                        <a:solidFill>
                          <a:schemeClr val="dk2"/>
                        </a:solidFill>
                        <a:latin typeface="Cambria"/>
                        <a:ea typeface="Cambria"/>
                        <a:cs typeface="Cambria"/>
                        <a:sym typeface="Cambria"/>
                      </a:endParaRPr>
                    </a:p>
                  </a:txBody>
                  <a:tcPr marT="45725" marB="45725" marR="91450" marL="91450">
                    <a:solidFill>
                      <a:schemeClr val="lt1"/>
                    </a:solidFill>
                  </a:tcPr>
                </a:tc>
                <a:tc>
                  <a:txBody>
                    <a:bodyPr/>
                    <a:lstStyle/>
                    <a:p>
                      <a:pPr indent="0" lvl="0" marL="0" marR="0" rtl="0" algn="ctr">
                        <a:lnSpc>
                          <a:spcPct val="100000"/>
                        </a:lnSpc>
                        <a:spcBef>
                          <a:spcPts val="0"/>
                        </a:spcBef>
                        <a:spcAft>
                          <a:spcPts val="0"/>
                        </a:spcAft>
                        <a:buNone/>
                      </a:pPr>
                      <a:r>
                        <a:rPr b="0" lang="es-419" sz="1400" u="none" cap="none" strike="noStrike">
                          <a:solidFill>
                            <a:schemeClr val="dk2"/>
                          </a:solidFill>
                          <a:latin typeface="Cambria"/>
                          <a:ea typeface="Cambria"/>
                          <a:cs typeface="Cambria"/>
                          <a:sym typeface="Cambria"/>
                        </a:rPr>
                        <a:t>1</a:t>
                      </a:r>
                      <a:endParaRPr b="0" sz="1400" u="none" cap="none" strike="noStrike">
                        <a:solidFill>
                          <a:schemeClr val="dk2"/>
                        </a:solidFill>
                        <a:latin typeface="Cambria"/>
                        <a:ea typeface="Cambria"/>
                        <a:cs typeface="Cambria"/>
                        <a:sym typeface="Cambria"/>
                      </a:endParaRPr>
                    </a:p>
                  </a:txBody>
                  <a:tcPr marT="45725" marB="45725" marR="91450" marL="91450">
                    <a:solidFill>
                      <a:schemeClr val="lt1"/>
                    </a:solidFill>
                  </a:tcPr>
                </a:tc>
                <a:tc>
                  <a:txBody>
                    <a:bodyPr/>
                    <a:lstStyle/>
                    <a:p>
                      <a:pPr indent="0" lvl="0" marL="0" marR="0" rtl="0" algn="ctr">
                        <a:lnSpc>
                          <a:spcPct val="100000"/>
                        </a:lnSpc>
                        <a:spcBef>
                          <a:spcPts val="0"/>
                        </a:spcBef>
                        <a:spcAft>
                          <a:spcPts val="0"/>
                        </a:spcAft>
                        <a:buNone/>
                      </a:pPr>
                      <a:r>
                        <a:rPr b="0" lang="es-419" sz="1400" u="none" cap="none" strike="noStrike">
                          <a:solidFill>
                            <a:schemeClr val="dk2"/>
                          </a:solidFill>
                          <a:latin typeface="Cambria"/>
                          <a:ea typeface="Cambria"/>
                          <a:cs typeface="Cambria"/>
                          <a:sym typeface="Cambria"/>
                        </a:rPr>
                        <a:t>1</a:t>
                      </a:r>
                      <a:endParaRPr b="0" sz="1400" u="none" cap="none" strike="noStrike">
                        <a:solidFill>
                          <a:schemeClr val="dk2"/>
                        </a:solidFill>
                        <a:latin typeface="Cambria"/>
                        <a:ea typeface="Cambria"/>
                        <a:cs typeface="Cambria"/>
                        <a:sym typeface="Cambria"/>
                      </a:endParaRPr>
                    </a:p>
                  </a:txBody>
                  <a:tcPr marT="45725" marB="45725" marR="91450" marL="91450">
                    <a:solidFill>
                      <a:schemeClr val="lt1"/>
                    </a:solidFill>
                  </a:tcPr>
                </a:tc>
                <a:tc>
                  <a:txBody>
                    <a:bodyPr/>
                    <a:lstStyle/>
                    <a:p>
                      <a:pPr indent="0" lvl="0" marL="0" marR="0" rtl="0" algn="ctr">
                        <a:lnSpc>
                          <a:spcPct val="100000"/>
                        </a:lnSpc>
                        <a:spcBef>
                          <a:spcPts val="0"/>
                        </a:spcBef>
                        <a:spcAft>
                          <a:spcPts val="0"/>
                        </a:spcAft>
                        <a:buNone/>
                      </a:pPr>
                      <a:r>
                        <a:t/>
                      </a:r>
                      <a:endParaRPr b="0" sz="1400" u="none" cap="none" strike="noStrike">
                        <a:solidFill>
                          <a:schemeClr val="dk2"/>
                        </a:solidFill>
                        <a:latin typeface="Cambria"/>
                        <a:ea typeface="Cambria"/>
                        <a:cs typeface="Cambria"/>
                        <a:sym typeface="Cambria"/>
                      </a:endParaRPr>
                    </a:p>
                  </a:txBody>
                  <a:tcPr marT="45725" marB="45725" marR="91450" marL="91450">
                    <a:solidFill>
                      <a:schemeClr val="lt1"/>
                    </a:solidFill>
                  </a:tcPr>
                </a:tc>
              </a:tr>
              <a:tr h="370850">
                <a:tc>
                  <a:txBody>
                    <a:bodyPr/>
                    <a:lstStyle/>
                    <a:p>
                      <a:pPr indent="0" lvl="0" marL="0" marR="0" rtl="0" algn="l">
                        <a:lnSpc>
                          <a:spcPct val="100000"/>
                        </a:lnSpc>
                        <a:spcBef>
                          <a:spcPts val="0"/>
                        </a:spcBef>
                        <a:spcAft>
                          <a:spcPts val="0"/>
                        </a:spcAft>
                        <a:buNone/>
                      </a:pPr>
                      <a:r>
                        <a:rPr lang="es-419" sz="1400" u="none" cap="none" strike="noStrike">
                          <a:solidFill>
                            <a:schemeClr val="lt1"/>
                          </a:solidFill>
                          <a:latin typeface="Cambria"/>
                          <a:ea typeface="Cambria"/>
                          <a:cs typeface="Cambria"/>
                          <a:sym typeface="Cambria"/>
                        </a:rPr>
                        <a:t>Servo-Motor</a:t>
                      </a:r>
                      <a:endParaRPr/>
                    </a:p>
                  </a:txBody>
                  <a:tcPr marT="45725" marB="45725" marR="91450" marL="91450">
                    <a:solidFill>
                      <a:srgbClr val="3D7FA7"/>
                    </a:solidFill>
                  </a:tcPr>
                </a:tc>
                <a:tc>
                  <a:txBody>
                    <a:bodyPr/>
                    <a:lstStyle/>
                    <a:p>
                      <a:pPr indent="0" lvl="0" marL="0" marR="0" rtl="0" algn="ctr">
                        <a:lnSpc>
                          <a:spcPct val="100000"/>
                        </a:lnSpc>
                        <a:spcBef>
                          <a:spcPts val="0"/>
                        </a:spcBef>
                        <a:spcAft>
                          <a:spcPts val="0"/>
                        </a:spcAft>
                        <a:buNone/>
                      </a:pPr>
                      <a:r>
                        <a:t/>
                      </a:r>
                      <a:endParaRPr b="0" sz="1400" u="none" cap="none" strike="noStrike">
                        <a:solidFill>
                          <a:schemeClr val="dk2"/>
                        </a:solidFill>
                        <a:latin typeface="Cambria"/>
                        <a:ea typeface="Cambria"/>
                        <a:cs typeface="Cambria"/>
                        <a:sym typeface="Cambria"/>
                      </a:endParaRPr>
                    </a:p>
                  </a:txBody>
                  <a:tcPr marT="45725" marB="45725" marR="91450" marL="91450">
                    <a:solidFill>
                      <a:schemeClr val="lt1"/>
                    </a:solidFill>
                  </a:tcPr>
                </a:tc>
                <a:tc>
                  <a:txBody>
                    <a:bodyPr/>
                    <a:lstStyle/>
                    <a:p>
                      <a:pPr indent="0" lvl="0" marL="0" marR="0" rtl="0" algn="ctr">
                        <a:lnSpc>
                          <a:spcPct val="100000"/>
                        </a:lnSpc>
                        <a:spcBef>
                          <a:spcPts val="0"/>
                        </a:spcBef>
                        <a:spcAft>
                          <a:spcPts val="0"/>
                        </a:spcAft>
                        <a:buNone/>
                      </a:pPr>
                      <a:r>
                        <a:t/>
                      </a:r>
                      <a:endParaRPr b="0" sz="1400" u="none" cap="none" strike="noStrike">
                        <a:solidFill>
                          <a:schemeClr val="dk2"/>
                        </a:solidFill>
                        <a:latin typeface="Cambria"/>
                        <a:ea typeface="Cambria"/>
                        <a:cs typeface="Cambria"/>
                        <a:sym typeface="Cambria"/>
                      </a:endParaRPr>
                    </a:p>
                  </a:txBody>
                  <a:tcPr marT="45725" marB="45725" marR="91450" marL="91450">
                    <a:solidFill>
                      <a:schemeClr val="lt1"/>
                    </a:solidFill>
                  </a:tcPr>
                </a:tc>
                <a:tc>
                  <a:txBody>
                    <a:bodyPr/>
                    <a:lstStyle/>
                    <a:p>
                      <a:pPr indent="0" lvl="0" marL="0" marR="0" rtl="0" algn="ctr">
                        <a:lnSpc>
                          <a:spcPct val="100000"/>
                        </a:lnSpc>
                        <a:spcBef>
                          <a:spcPts val="0"/>
                        </a:spcBef>
                        <a:spcAft>
                          <a:spcPts val="0"/>
                        </a:spcAft>
                        <a:buNone/>
                      </a:pPr>
                      <a:r>
                        <a:t/>
                      </a:r>
                      <a:endParaRPr b="0" sz="1400" u="none" cap="none" strike="noStrike">
                        <a:solidFill>
                          <a:schemeClr val="dk2"/>
                        </a:solidFill>
                        <a:latin typeface="Cambria"/>
                        <a:ea typeface="Cambria"/>
                        <a:cs typeface="Cambria"/>
                        <a:sym typeface="Cambria"/>
                      </a:endParaRPr>
                    </a:p>
                  </a:txBody>
                  <a:tcPr marT="45725" marB="45725" marR="91450" marL="91450">
                    <a:solidFill>
                      <a:schemeClr val="lt1"/>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b="0" lang="es-419" sz="1400" u="none" cap="none" strike="noStrike">
                          <a:solidFill>
                            <a:schemeClr val="dk2"/>
                          </a:solidFill>
                          <a:latin typeface="Cambria"/>
                          <a:ea typeface="Cambria"/>
                          <a:cs typeface="Cambria"/>
                          <a:sym typeface="Cambria"/>
                        </a:rPr>
                        <a:t>1</a:t>
                      </a:r>
                      <a:endParaRPr b="0" sz="1400" u="none" cap="none" strike="noStrike">
                        <a:solidFill>
                          <a:schemeClr val="dk2"/>
                        </a:solidFill>
                        <a:latin typeface="Cambria"/>
                        <a:ea typeface="Cambria"/>
                        <a:cs typeface="Cambria"/>
                        <a:sym typeface="Cambria"/>
                      </a:endParaRPr>
                    </a:p>
                  </a:txBody>
                  <a:tcPr marT="45725" marB="45725" marR="91450" marL="91450">
                    <a:solidFill>
                      <a:schemeClr val="lt1"/>
                    </a:solidFill>
                  </a:tcPr>
                </a:tc>
                <a:tc>
                  <a:txBody>
                    <a:bodyPr/>
                    <a:lstStyle/>
                    <a:p>
                      <a:pPr indent="0" lvl="0" marL="0" marR="0" rtl="0" algn="ctr">
                        <a:lnSpc>
                          <a:spcPct val="100000"/>
                        </a:lnSpc>
                        <a:spcBef>
                          <a:spcPts val="0"/>
                        </a:spcBef>
                        <a:spcAft>
                          <a:spcPts val="0"/>
                        </a:spcAft>
                        <a:buNone/>
                      </a:pPr>
                      <a:r>
                        <a:t/>
                      </a:r>
                      <a:endParaRPr b="0" sz="1400" u="none" cap="none" strike="noStrike">
                        <a:solidFill>
                          <a:schemeClr val="dk2"/>
                        </a:solidFill>
                        <a:latin typeface="Cambria"/>
                        <a:ea typeface="Cambria"/>
                        <a:cs typeface="Cambria"/>
                        <a:sym typeface="Cambria"/>
                      </a:endParaRPr>
                    </a:p>
                  </a:txBody>
                  <a:tcPr marT="45725" marB="45725" marR="91450" marL="91450">
                    <a:solidFill>
                      <a:schemeClr val="lt1"/>
                    </a:solidFill>
                  </a:tcPr>
                </a:tc>
              </a:tr>
              <a:tr h="370850">
                <a:tc>
                  <a:txBody>
                    <a:bodyPr/>
                    <a:lstStyle/>
                    <a:p>
                      <a:pPr indent="0" lvl="0" marL="0" marR="0" rtl="0" algn="l">
                        <a:lnSpc>
                          <a:spcPct val="100000"/>
                        </a:lnSpc>
                        <a:spcBef>
                          <a:spcPts val="0"/>
                        </a:spcBef>
                        <a:spcAft>
                          <a:spcPts val="0"/>
                        </a:spcAft>
                        <a:buNone/>
                      </a:pPr>
                      <a:r>
                        <a:rPr lang="es-419" sz="1400" u="none" cap="none" strike="noStrike">
                          <a:solidFill>
                            <a:schemeClr val="lt1"/>
                          </a:solidFill>
                          <a:latin typeface="Cambria"/>
                          <a:ea typeface="Cambria"/>
                          <a:cs typeface="Cambria"/>
                          <a:sym typeface="Cambria"/>
                        </a:rPr>
                        <a:t>Variador de Frecuencia</a:t>
                      </a:r>
                      <a:endParaRPr/>
                    </a:p>
                  </a:txBody>
                  <a:tcPr marT="45725" marB="45725" marR="91450" marL="91450">
                    <a:solidFill>
                      <a:srgbClr val="3D7FA7"/>
                    </a:solidFill>
                  </a:tcPr>
                </a:tc>
                <a:tc>
                  <a:txBody>
                    <a:bodyPr/>
                    <a:lstStyle/>
                    <a:p>
                      <a:pPr indent="0" lvl="0" marL="0" marR="0" rtl="0" algn="ctr">
                        <a:lnSpc>
                          <a:spcPct val="100000"/>
                        </a:lnSpc>
                        <a:spcBef>
                          <a:spcPts val="0"/>
                        </a:spcBef>
                        <a:spcAft>
                          <a:spcPts val="0"/>
                        </a:spcAft>
                        <a:buNone/>
                      </a:pPr>
                      <a:r>
                        <a:t/>
                      </a:r>
                      <a:endParaRPr b="0" sz="1400" u="none" cap="none" strike="noStrike">
                        <a:solidFill>
                          <a:schemeClr val="dk2"/>
                        </a:solidFill>
                        <a:latin typeface="Cambria"/>
                        <a:ea typeface="Cambria"/>
                        <a:cs typeface="Cambria"/>
                        <a:sym typeface="Cambria"/>
                      </a:endParaRPr>
                    </a:p>
                  </a:txBody>
                  <a:tcPr marT="45725" marB="45725" marR="91450" marL="91450">
                    <a:solidFill>
                      <a:schemeClr val="lt1"/>
                    </a:solidFill>
                  </a:tcPr>
                </a:tc>
                <a:tc>
                  <a:txBody>
                    <a:bodyPr/>
                    <a:lstStyle/>
                    <a:p>
                      <a:pPr indent="0" lvl="0" marL="0" marR="0" rtl="0" algn="ctr">
                        <a:lnSpc>
                          <a:spcPct val="100000"/>
                        </a:lnSpc>
                        <a:spcBef>
                          <a:spcPts val="0"/>
                        </a:spcBef>
                        <a:spcAft>
                          <a:spcPts val="0"/>
                        </a:spcAft>
                        <a:buNone/>
                      </a:pPr>
                      <a:r>
                        <a:t/>
                      </a:r>
                      <a:endParaRPr b="0" sz="1400" u="none" cap="none" strike="noStrike">
                        <a:solidFill>
                          <a:schemeClr val="dk2"/>
                        </a:solidFill>
                        <a:latin typeface="Cambria"/>
                        <a:ea typeface="Cambria"/>
                        <a:cs typeface="Cambria"/>
                        <a:sym typeface="Cambria"/>
                      </a:endParaRPr>
                    </a:p>
                  </a:txBody>
                  <a:tcPr marT="45725" marB="45725" marR="91450" marL="91450">
                    <a:solidFill>
                      <a:schemeClr val="lt1"/>
                    </a:solidFill>
                  </a:tcPr>
                </a:tc>
                <a:tc>
                  <a:txBody>
                    <a:bodyPr/>
                    <a:lstStyle/>
                    <a:p>
                      <a:pPr indent="0" lvl="0" marL="0" marR="0" rtl="0" algn="ctr">
                        <a:lnSpc>
                          <a:spcPct val="100000"/>
                        </a:lnSpc>
                        <a:spcBef>
                          <a:spcPts val="0"/>
                        </a:spcBef>
                        <a:spcAft>
                          <a:spcPts val="0"/>
                        </a:spcAft>
                        <a:buNone/>
                      </a:pPr>
                      <a:r>
                        <a:t/>
                      </a:r>
                      <a:endParaRPr b="0" sz="1400" u="none" cap="none" strike="noStrike">
                        <a:solidFill>
                          <a:schemeClr val="dk2"/>
                        </a:solidFill>
                        <a:latin typeface="Cambria"/>
                        <a:ea typeface="Cambria"/>
                        <a:cs typeface="Cambria"/>
                        <a:sym typeface="Cambria"/>
                      </a:endParaRPr>
                    </a:p>
                  </a:txBody>
                  <a:tcPr marT="45725" marB="45725" marR="91450" marL="91450">
                    <a:solidFill>
                      <a:schemeClr val="lt1"/>
                    </a:solidFill>
                  </a:tcPr>
                </a:tc>
                <a:tc>
                  <a:txBody>
                    <a:bodyPr/>
                    <a:lstStyle/>
                    <a:p>
                      <a:pPr indent="0" lvl="0" marL="0" marR="0" rtl="0" algn="ctr">
                        <a:lnSpc>
                          <a:spcPct val="100000"/>
                        </a:lnSpc>
                        <a:spcBef>
                          <a:spcPts val="0"/>
                        </a:spcBef>
                        <a:spcAft>
                          <a:spcPts val="0"/>
                        </a:spcAft>
                        <a:buNone/>
                      </a:pPr>
                      <a:r>
                        <a:t/>
                      </a:r>
                      <a:endParaRPr b="0" sz="1400" u="none" cap="none" strike="noStrike">
                        <a:solidFill>
                          <a:schemeClr val="dk2"/>
                        </a:solidFill>
                        <a:latin typeface="Cambria"/>
                        <a:ea typeface="Cambria"/>
                        <a:cs typeface="Cambria"/>
                        <a:sym typeface="Cambria"/>
                      </a:endParaRPr>
                    </a:p>
                  </a:txBody>
                  <a:tcPr marT="45725" marB="45725" marR="91450" marL="91450">
                    <a:solidFill>
                      <a:schemeClr val="lt1"/>
                    </a:solidFill>
                  </a:tcPr>
                </a:tc>
                <a:tc>
                  <a:txBody>
                    <a:bodyPr/>
                    <a:lstStyle/>
                    <a:p>
                      <a:pPr indent="0" lvl="0" marL="0" marR="0" rtl="0" algn="ctr">
                        <a:lnSpc>
                          <a:spcPct val="100000"/>
                        </a:lnSpc>
                        <a:spcBef>
                          <a:spcPts val="0"/>
                        </a:spcBef>
                        <a:spcAft>
                          <a:spcPts val="0"/>
                        </a:spcAft>
                        <a:buNone/>
                      </a:pPr>
                      <a:r>
                        <a:rPr b="0" lang="es-419" sz="1400" u="none" cap="none" strike="noStrike">
                          <a:solidFill>
                            <a:schemeClr val="dk2"/>
                          </a:solidFill>
                          <a:latin typeface="Cambria"/>
                          <a:ea typeface="Cambria"/>
                          <a:cs typeface="Cambria"/>
                          <a:sym typeface="Cambria"/>
                        </a:rPr>
                        <a:t>1</a:t>
                      </a:r>
                      <a:endParaRPr b="0" sz="1400" u="none" cap="none" strike="noStrike">
                        <a:solidFill>
                          <a:schemeClr val="dk2"/>
                        </a:solidFill>
                        <a:latin typeface="Cambria"/>
                        <a:ea typeface="Cambria"/>
                        <a:cs typeface="Cambria"/>
                        <a:sym typeface="Cambria"/>
                      </a:endParaRPr>
                    </a:p>
                  </a:txBody>
                  <a:tcPr marT="45725" marB="45725" marR="91450" marL="91450">
                    <a:solidFill>
                      <a:schemeClr val="lt1"/>
                    </a:solidFill>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22"/>
          <p:cNvSpPr txBox="1"/>
          <p:nvPr>
            <p:ph type="ctrTitle"/>
          </p:nvPr>
        </p:nvSpPr>
        <p:spPr>
          <a:xfrm>
            <a:off x="729450" y="1322450"/>
            <a:ext cx="7688100" cy="1664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419"/>
              <a:t>INVESTIGACIÓN:</a:t>
            </a:r>
            <a:br>
              <a:rPr lang="es-419"/>
            </a:br>
            <a:r>
              <a:rPr b="0" lang="es-419" sz="3600"/>
              <a:t>Librería para el control del Servomotor</a:t>
            </a:r>
            <a:endParaRPr b="0"/>
          </a:p>
        </p:txBody>
      </p:sp>
      <p:sp>
        <p:nvSpPr>
          <p:cNvPr id="273" name="Google Shape;273;p22"/>
          <p:cNvSpPr txBox="1"/>
          <p:nvPr>
            <p:ph idx="1" type="subTitle"/>
          </p:nvPr>
        </p:nvSpPr>
        <p:spPr>
          <a:xfrm>
            <a:off x="729627" y="3172900"/>
            <a:ext cx="3123045" cy="5412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1600"/>
              <a:buNone/>
            </a:pPr>
            <a:r>
              <a:rPr lang="es-419"/>
              <a:t>PROCESO DE PRODUCCIÓN</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pic>
        <p:nvPicPr>
          <p:cNvPr id="278" name="Google Shape;278;p23"/>
          <p:cNvPicPr preferRelativeResize="0"/>
          <p:nvPr/>
        </p:nvPicPr>
        <p:blipFill rotWithShape="1">
          <a:blip r:embed="rId3">
            <a:alphaModFix/>
          </a:blip>
          <a:srcRect b="8418" l="0" r="0" t="0"/>
          <a:stretch/>
        </p:blipFill>
        <p:spPr>
          <a:xfrm>
            <a:off x="2319289" y="3667486"/>
            <a:ext cx="6140900" cy="1412515"/>
          </a:xfrm>
          <a:prstGeom prst="rect">
            <a:avLst/>
          </a:prstGeom>
          <a:noFill/>
          <a:ln>
            <a:noFill/>
          </a:ln>
        </p:spPr>
      </p:pic>
      <p:sp>
        <p:nvSpPr>
          <p:cNvPr id="279" name="Google Shape;279;p23"/>
          <p:cNvSpPr txBox="1"/>
          <p:nvPr/>
        </p:nvSpPr>
        <p:spPr>
          <a:xfrm>
            <a:off x="427612" y="-41032"/>
            <a:ext cx="4162764" cy="535200"/>
          </a:xfrm>
          <a:prstGeom prst="rect">
            <a:avLst/>
          </a:prstGeom>
          <a:noFill/>
          <a:ln>
            <a:noFill/>
          </a:ln>
        </p:spPr>
        <p:txBody>
          <a:bodyPr anchorCtr="0" anchor="t" bIns="91425" lIns="91425" spcFirstLastPara="1" rIns="91425" wrap="square" tIns="91425">
            <a:normAutofit fontScale="97500"/>
          </a:bodyPr>
          <a:lstStyle/>
          <a:p>
            <a:pPr indent="0" lvl="0" marL="0" marR="0" rtl="0" algn="l">
              <a:lnSpc>
                <a:spcPct val="100000"/>
              </a:lnSpc>
              <a:spcBef>
                <a:spcPts val="0"/>
              </a:spcBef>
              <a:spcAft>
                <a:spcPts val="0"/>
              </a:spcAft>
              <a:buClr>
                <a:schemeClr val="dk2"/>
              </a:buClr>
              <a:buSzPct val="111111"/>
              <a:buFont typeface="Raleway"/>
              <a:buNone/>
            </a:pPr>
            <a:r>
              <a:rPr b="1" i="0" lang="es-419" sz="2400" u="none" cap="none" strike="noStrike">
                <a:solidFill>
                  <a:srgbClr val="681800"/>
                </a:solidFill>
                <a:latin typeface="Raleway"/>
                <a:ea typeface="Raleway"/>
                <a:cs typeface="Raleway"/>
                <a:sym typeface="Raleway"/>
              </a:rPr>
              <a:t>Funcionamiento</a:t>
            </a:r>
            <a:endParaRPr/>
          </a:p>
        </p:txBody>
      </p:sp>
      <p:sp>
        <p:nvSpPr>
          <p:cNvPr id="280" name="Google Shape;280;p23"/>
          <p:cNvSpPr txBox="1"/>
          <p:nvPr>
            <p:ph idx="1" type="body"/>
          </p:nvPr>
        </p:nvSpPr>
        <p:spPr>
          <a:xfrm>
            <a:off x="427612" y="639221"/>
            <a:ext cx="8327030" cy="1673586"/>
          </a:xfrm>
          <a:prstGeom prst="rect">
            <a:avLst/>
          </a:prstGeom>
          <a:solidFill>
            <a:schemeClr val="lt1"/>
          </a:solidFill>
          <a:ln cap="flat" cmpd="sng" w="28575">
            <a:solidFill>
              <a:srgbClr val="FF0066"/>
            </a:solidFill>
            <a:prstDash val="solid"/>
            <a:round/>
            <a:headEnd len="sm" w="sm" type="none"/>
            <a:tailEnd len="sm" w="sm" type="none"/>
          </a:ln>
        </p:spPr>
        <p:txBody>
          <a:bodyPr anchorCtr="0" anchor="t" bIns="91425" lIns="91425" spcFirstLastPara="1" rIns="91425" wrap="square" tIns="91425">
            <a:noAutofit/>
          </a:bodyPr>
          <a:lstStyle/>
          <a:p>
            <a:pPr indent="0" lvl="0" marL="0" rtl="0" algn="just">
              <a:lnSpc>
                <a:spcPct val="100000"/>
              </a:lnSpc>
              <a:spcBef>
                <a:spcPts val="0"/>
              </a:spcBef>
              <a:spcAft>
                <a:spcPts val="0"/>
              </a:spcAft>
              <a:buSzPts val="1300"/>
              <a:buNone/>
            </a:pPr>
            <a:r>
              <a:rPr lang="es-419" sz="1600">
                <a:solidFill>
                  <a:srgbClr val="010101"/>
                </a:solidFill>
                <a:latin typeface="Cambria"/>
                <a:ea typeface="Cambria"/>
                <a:cs typeface="Cambria"/>
                <a:sym typeface="Cambria"/>
              </a:rPr>
              <a:t>El proceso de posicionamiento se implementa utilizando la salida de tren de pulsos del PLC S7-200 </a:t>
            </a:r>
            <a:r>
              <a:rPr lang="es-419" sz="1600">
                <a:solidFill>
                  <a:srgbClr val="17141C"/>
                </a:solidFill>
                <a:latin typeface="Cambria"/>
                <a:ea typeface="Cambria"/>
                <a:cs typeface="Cambria"/>
                <a:sym typeface="Cambria"/>
              </a:rPr>
              <a:t>. </a:t>
            </a:r>
            <a:endParaRPr/>
          </a:p>
          <a:p>
            <a:pPr indent="-196850" lvl="0" marL="361950" rtl="0" algn="just">
              <a:lnSpc>
                <a:spcPct val="100000"/>
              </a:lnSpc>
              <a:spcBef>
                <a:spcPts val="0"/>
              </a:spcBef>
              <a:spcAft>
                <a:spcPts val="0"/>
              </a:spcAft>
              <a:buSzPts val="1300"/>
              <a:buChar char="●"/>
            </a:pPr>
            <a:r>
              <a:rPr lang="es-419" sz="1600">
                <a:solidFill>
                  <a:srgbClr val="010101"/>
                </a:solidFill>
                <a:latin typeface="Cambria"/>
                <a:ea typeface="Cambria"/>
                <a:cs typeface="Cambria"/>
                <a:sym typeface="Cambria"/>
              </a:rPr>
              <a:t>La CPU envía un tren de pulsos (PTO) y la información direccional (sentido de giro) a un servo-drive</a:t>
            </a:r>
            <a:r>
              <a:rPr lang="es-419" sz="1600">
                <a:solidFill>
                  <a:srgbClr val="312F33"/>
                </a:solidFill>
                <a:latin typeface="Cambria"/>
                <a:ea typeface="Cambria"/>
                <a:cs typeface="Cambria"/>
                <a:sym typeface="Cambria"/>
              </a:rPr>
              <a:t>.  </a:t>
            </a:r>
            <a:endParaRPr/>
          </a:p>
          <a:p>
            <a:pPr indent="-196850" lvl="0" marL="361950" rtl="0" algn="just">
              <a:lnSpc>
                <a:spcPct val="100000"/>
              </a:lnSpc>
              <a:spcBef>
                <a:spcPts val="0"/>
              </a:spcBef>
              <a:spcAft>
                <a:spcPts val="0"/>
              </a:spcAft>
              <a:buSzPts val="1300"/>
              <a:buChar char="●"/>
            </a:pPr>
            <a:r>
              <a:rPr lang="es-419" sz="1600">
                <a:solidFill>
                  <a:srgbClr val="010101"/>
                </a:solidFill>
                <a:latin typeface="Cambria"/>
                <a:ea typeface="Cambria"/>
                <a:cs typeface="Cambria"/>
                <a:sym typeface="Cambria"/>
              </a:rPr>
              <a:t>El servo-drive convierte la señal en la tensión trifásica en función de la frecuencia (proporcional a la velocidad) y alimenta el servomotor</a:t>
            </a:r>
            <a:r>
              <a:rPr lang="es-419" sz="1600">
                <a:solidFill>
                  <a:srgbClr val="17141C"/>
                </a:solidFill>
                <a:latin typeface="Cambria"/>
                <a:ea typeface="Cambria"/>
                <a:cs typeface="Cambria"/>
                <a:sym typeface="Cambria"/>
              </a:rPr>
              <a:t>. </a:t>
            </a:r>
            <a:endParaRPr/>
          </a:p>
          <a:p>
            <a:pPr indent="-196850" lvl="0" marL="361950" rtl="0" algn="just">
              <a:lnSpc>
                <a:spcPct val="100000"/>
              </a:lnSpc>
              <a:spcBef>
                <a:spcPts val="0"/>
              </a:spcBef>
              <a:spcAft>
                <a:spcPts val="0"/>
              </a:spcAft>
              <a:buSzPts val="1300"/>
              <a:buChar char="●"/>
            </a:pPr>
            <a:r>
              <a:rPr lang="es-419" sz="1600">
                <a:solidFill>
                  <a:srgbClr val="010101"/>
                </a:solidFill>
                <a:latin typeface="Cambria"/>
                <a:ea typeface="Cambria"/>
                <a:cs typeface="Cambria"/>
                <a:sym typeface="Cambria"/>
              </a:rPr>
              <a:t>El servomotor devuelve el valor de posición actual para el control de velocidad al servo-drive.</a:t>
            </a:r>
            <a:endParaRPr sz="1600">
              <a:latin typeface="Cambria"/>
              <a:ea typeface="Cambria"/>
              <a:cs typeface="Cambria"/>
              <a:sym typeface="Cambria"/>
            </a:endParaRPr>
          </a:p>
        </p:txBody>
      </p:sp>
      <p:pic>
        <p:nvPicPr>
          <p:cNvPr id="281" name="Google Shape;281;p23"/>
          <p:cNvPicPr preferRelativeResize="0"/>
          <p:nvPr/>
        </p:nvPicPr>
        <p:blipFill rotWithShape="1">
          <a:blip r:embed="rId4">
            <a:alphaModFix/>
          </a:blip>
          <a:srcRect b="10972" l="8417" r="3867" t="9466"/>
          <a:stretch/>
        </p:blipFill>
        <p:spPr>
          <a:xfrm>
            <a:off x="402934" y="2457860"/>
            <a:ext cx="4986805" cy="1109504"/>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pic>
        <p:nvPicPr>
          <p:cNvPr id="286" name="Google Shape;286;p24"/>
          <p:cNvPicPr preferRelativeResize="0"/>
          <p:nvPr/>
        </p:nvPicPr>
        <p:blipFill rotWithShape="1">
          <a:blip r:embed="rId3">
            <a:alphaModFix/>
          </a:blip>
          <a:srcRect b="5151" l="7102" r="55259" t="5958"/>
          <a:stretch/>
        </p:blipFill>
        <p:spPr>
          <a:xfrm>
            <a:off x="6818397" y="2372507"/>
            <a:ext cx="1536838" cy="1592796"/>
          </a:xfrm>
          <a:prstGeom prst="rect">
            <a:avLst/>
          </a:prstGeom>
          <a:noFill/>
          <a:ln>
            <a:noFill/>
          </a:ln>
        </p:spPr>
      </p:pic>
      <p:sp>
        <p:nvSpPr>
          <p:cNvPr id="287" name="Google Shape;287;p24"/>
          <p:cNvSpPr txBox="1"/>
          <p:nvPr/>
        </p:nvSpPr>
        <p:spPr>
          <a:xfrm>
            <a:off x="621533" y="2399728"/>
            <a:ext cx="5542200" cy="2373984"/>
          </a:xfrm>
          <a:prstGeom prst="rect">
            <a:avLst/>
          </a:prstGeom>
          <a:blipFill rotWithShape="1">
            <a:blip r:embed="rId4">
              <a:alphaModFix/>
            </a:blip>
            <a:stretch>
              <a:fillRect b="-1014" l="0" r="-546" t="-253"/>
            </a:stretch>
          </a:blipFill>
          <a:ln cap="flat" cmpd="sng" w="28575">
            <a:solidFill>
              <a:srgbClr val="13726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s-419" sz="1400" u="none" cap="none" strike="noStrike">
                <a:latin typeface="Arial"/>
                <a:ea typeface="Arial"/>
                <a:cs typeface="Arial"/>
                <a:sym typeface="Arial"/>
              </a:rPr>
              <a:t> </a:t>
            </a:r>
            <a:endParaRPr/>
          </a:p>
        </p:txBody>
      </p:sp>
      <p:pic>
        <p:nvPicPr>
          <p:cNvPr id="288" name="Google Shape;288;p24"/>
          <p:cNvPicPr preferRelativeResize="0"/>
          <p:nvPr/>
        </p:nvPicPr>
        <p:blipFill rotWithShape="1">
          <a:blip r:embed="rId5">
            <a:alphaModFix/>
          </a:blip>
          <a:srcRect b="0" l="0" r="0" t="0"/>
          <a:stretch/>
        </p:blipFill>
        <p:spPr>
          <a:xfrm>
            <a:off x="621533" y="630081"/>
            <a:ext cx="4286346" cy="1486978"/>
          </a:xfrm>
          <a:prstGeom prst="rect">
            <a:avLst/>
          </a:prstGeom>
          <a:noFill/>
          <a:ln>
            <a:noFill/>
          </a:ln>
        </p:spPr>
      </p:pic>
      <p:sp>
        <p:nvSpPr>
          <p:cNvPr id="289" name="Google Shape;289;p24"/>
          <p:cNvSpPr txBox="1"/>
          <p:nvPr>
            <p:ph idx="1" type="body"/>
          </p:nvPr>
        </p:nvSpPr>
        <p:spPr>
          <a:xfrm>
            <a:off x="5254870" y="874399"/>
            <a:ext cx="3461518" cy="801511"/>
          </a:xfrm>
          <a:prstGeom prst="rect">
            <a:avLst/>
          </a:prstGeom>
          <a:solidFill>
            <a:schemeClr val="lt1"/>
          </a:solidFill>
          <a:ln cap="flat" cmpd="sng" w="28575">
            <a:solidFill>
              <a:srgbClr val="FF0066"/>
            </a:solidFill>
            <a:prstDash val="solid"/>
            <a:round/>
            <a:headEnd len="sm" w="sm" type="none"/>
            <a:tailEnd len="sm" w="sm" type="none"/>
          </a:ln>
        </p:spPr>
        <p:txBody>
          <a:bodyPr anchorCtr="0" anchor="t" bIns="91425" lIns="91425" spcFirstLastPara="1" rIns="91425" wrap="square" tIns="91425">
            <a:noAutofit/>
          </a:bodyPr>
          <a:lstStyle/>
          <a:p>
            <a:pPr indent="0" lvl="0" marL="90488" rtl="0" algn="just">
              <a:lnSpc>
                <a:spcPct val="90000"/>
              </a:lnSpc>
              <a:spcBef>
                <a:spcPts val="0"/>
              </a:spcBef>
              <a:spcAft>
                <a:spcPts val="0"/>
              </a:spcAft>
              <a:buSzPts val="1300"/>
              <a:buNone/>
            </a:pPr>
            <a:r>
              <a:rPr lang="es-419" sz="1600">
                <a:solidFill>
                  <a:srgbClr val="010101"/>
                </a:solidFill>
                <a:latin typeface="Cambria"/>
                <a:ea typeface="Cambria"/>
                <a:cs typeface="Cambria"/>
                <a:sym typeface="Cambria"/>
              </a:rPr>
              <a:t>El objetivo es mover un objeto del punto A al punto B, mediante el uso de un husillo (tornillo sin fin) de motor.</a:t>
            </a:r>
            <a:endParaRPr/>
          </a:p>
        </p:txBody>
      </p:sp>
      <p:sp>
        <p:nvSpPr>
          <p:cNvPr id="290" name="Google Shape;290;p24"/>
          <p:cNvSpPr txBox="1"/>
          <p:nvPr/>
        </p:nvSpPr>
        <p:spPr>
          <a:xfrm>
            <a:off x="427612" y="-41032"/>
            <a:ext cx="4162764" cy="535200"/>
          </a:xfrm>
          <a:prstGeom prst="rect">
            <a:avLst/>
          </a:prstGeom>
          <a:noFill/>
          <a:ln>
            <a:noFill/>
          </a:ln>
        </p:spPr>
        <p:txBody>
          <a:bodyPr anchorCtr="0" anchor="t" bIns="91425" lIns="91425" spcFirstLastPara="1" rIns="91425" wrap="square" tIns="91425">
            <a:normAutofit fontScale="97500"/>
          </a:bodyPr>
          <a:lstStyle/>
          <a:p>
            <a:pPr indent="0" lvl="0" marL="0" marR="0" rtl="0" algn="l">
              <a:lnSpc>
                <a:spcPct val="100000"/>
              </a:lnSpc>
              <a:spcBef>
                <a:spcPts val="0"/>
              </a:spcBef>
              <a:spcAft>
                <a:spcPts val="0"/>
              </a:spcAft>
              <a:buClr>
                <a:schemeClr val="dk2"/>
              </a:buClr>
              <a:buSzPct val="111111"/>
              <a:buFont typeface="Raleway"/>
              <a:buNone/>
            </a:pPr>
            <a:r>
              <a:rPr b="1" i="0" lang="es-419" sz="2400" u="none" cap="none" strike="noStrike">
                <a:solidFill>
                  <a:srgbClr val="681800"/>
                </a:solidFill>
                <a:latin typeface="Raleway"/>
                <a:ea typeface="Raleway"/>
                <a:cs typeface="Raleway"/>
                <a:sym typeface="Raleway"/>
              </a:rPr>
              <a:t>Funcionamiento</a:t>
            </a:r>
            <a:endParaRPr/>
          </a:p>
        </p:txBody>
      </p:sp>
      <p:pic>
        <p:nvPicPr>
          <p:cNvPr id="291" name="Google Shape;291;p24"/>
          <p:cNvPicPr preferRelativeResize="0"/>
          <p:nvPr/>
        </p:nvPicPr>
        <p:blipFill rotWithShape="1">
          <a:blip r:embed="rId3">
            <a:alphaModFix/>
          </a:blip>
          <a:srcRect b="23143" l="52260" r="5945" t="39377"/>
          <a:stretch/>
        </p:blipFill>
        <p:spPr>
          <a:xfrm>
            <a:off x="6457244" y="3992524"/>
            <a:ext cx="2259144" cy="846829"/>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25"/>
          <p:cNvSpPr txBox="1"/>
          <p:nvPr/>
        </p:nvSpPr>
        <p:spPr>
          <a:xfrm>
            <a:off x="580695" y="-41032"/>
            <a:ext cx="8269794" cy="535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2"/>
              </a:buClr>
              <a:buSzPts val="2600"/>
              <a:buFont typeface="Raleway"/>
              <a:buNone/>
            </a:pPr>
            <a:r>
              <a:rPr b="1" i="0" lang="es-419" sz="2000" u="none" cap="none" strike="noStrike">
                <a:solidFill>
                  <a:srgbClr val="681900"/>
                </a:solidFill>
                <a:latin typeface="Raleway"/>
                <a:ea typeface="Raleway"/>
                <a:cs typeface="Raleway"/>
                <a:sym typeface="Raleway"/>
              </a:rPr>
              <a:t>Configuraciones</a:t>
            </a:r>
            <a:endParaRPr b="1" i="0" sz="2000" u="none" cap="none" strike="noStrike">
              <a:solidFill>
                <a:srgbClr val="681800"/>
              </a:solidFill>
              <a:latin typeface="Raleway"/>
              <a:ea typeface="Raleway"/>
              <a:cs typeface="Raleway"/>
              <a:sym typeface="Raleway"/>
            </a:endParaRPr>
          </a:p>
        </p:txBody>
      </p:sp>
      <p:grpSp>
        <p:nvGrpSpPr>
          <p:cNvPr id="297" name="Google Shape;297;p25"/>
          <p:cNvGrpSpPr/>
          <p:nvPr/>
        </p:nvGrpSpPr>
        <p:grpSpPr>
          <a:xfrm>
            <a:off x="1648178" y="701987"/>
            <a:ext cx="5441243" cy="1668679"/>
            <a:chOff x="4064000" y="1377244"/>
            <a:chExt cx="4436534" cy="1614312"/>
          </a:xfrm>
        </p:grpSpPr>
        <p:pic>
          <p:nvPicPr>
            <p:cNvPr id="298" name="Google Shape;298;p25"/>
            <p:cNvPicPr preferRelativeResize="0"/>
            <p:nvPr/>
          </p:nvPicPr>
          <p:blipFill rotWithShape="1">
            <a:blip r:embed="rId3">
              <a:alphaModFix/>
            </a:blip>
            <a:srcRect b="-1" l="1466" r="6382" t="34870"/>
            <a:stretch/>
          </p:blipFill>
          <p:spPr>
            <a:xfrm>
              <a:off x="4064000" y="1377244"/>
              <a:ext cx="4436534" cy="1614312"/>
            </a:xfrm>
            <a:prstGeom prst="rect">
              <a:avLst/>
            </a:prstGeom>
            <a:noFill/>
            <a:ln>
              <a:noFill/>
            </a:ln>
          </p:spPr>
        </p:pic>
        <p:sp>
          <p:nvSpPr>
            <p:cNvPr id="299" name="Google Shape;299;p25"/>
            <p:cNvSpPr txBox="1"/>
            <p:nvPr/>
          </p:nvSpPr>
          <p:spPr>
            <a:xfrm>
              <a:off x="6005338" y="1627057"/>
              <a:ext cx="742511" cy="307777"/>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s-419" sz="1400" u="none" cap="none" strike="noStrike">
                  <a:solidFill>
                    <a:srgbClr val="000000"/>
                  </a:solidFill>
                  <a:latin typeface="Arial"/>
                  <a:ea typeface="Arial"/>
                  <a:cs typeface="Arial"/>
                  <a:sym typeface="Arial"/>
                </a:rPr>
                <a:t>C_Pos</a:t>
              </a:r>
              <a:endParaRPr b="1" i="0" sz="1400" u="none" cap="none" strike="noStrike">
                <a:solidFill>
                  <a:srgbClr val="000000"/>
                </a:solidFill>
                <a:latin typeface="Arial"/>
                <a:ea typeface="Arial"/>
                <a:cs typeface="Arial"/>
                <a:sym typeface="Arial"/>
              </a:endParaRPr>
            </a:p>
          </p:txBody>
        </p:sp>
      </p:grpSp>
      <p:sp>
        <p:nvSpPr>
          <p:cNvPr id="300" name="Google Shape;300;p25"/>
          <p:cNvSpPr txBox="1"/>
          <p:nvPr>
            <p:ph idx="1" type="body"/>
          </p:nvPr>
        </p:nvSpPr>
        <p:spPr>
          <a:xfrm>
            <a:off x="580695" y="2380684"/>
            <a:ext cx="8128000" cy="2665449"/>
          </a:xfrm>
          <a:prstGeom prst="rect">
            <a:avLst/>
          </a:prstGeom>
          <a:solidFill>
            <a:schemeClr val="lt1"/>
          </a:solidFill>
          <a:ln cap="flat" cmpd="sng" w="28575">
            <a:solidFill>
              <a:srgbClr val="FF0066"/>
            </a:solidFill>
            <a:prstDash val="solid"/>
            <a:round/>
            <a:headEnd len="sm" w="sm" type="none"/>
            <a:tailEnd len="sm" w="sm" type="none"/>
          </a:ln>
        </p:spPr>
        <p:txBody>
          <a:bodyPr anchorCtr="0" anchor="t" bIns="91425" lIns="91425" spcFirstLastPara="1" rIns="91425" wrap="square" tIns="91425">
            <a:noAutofit/>
          </a:bodyPr>
          <a:lstStyle/>
          <a:p>
            <a:pPr indent="0" lvl="0" marL="146050" rtl="0" algn="just">
              <a:lnSpc>
                <a:spcPct val="100000"/>
              </a:lnSpc>
              <a:spcBef>
                <a:spcPts val="0"/>
              </a:spcBef>
              <a:spcAft>
                <a:spcPts val="0"/>
              </a:spcAft>
              <a:buSzPts val="1300"/>
              <a:buNone/>
            </a:pPr>
            <a:r>
              <a:rPr lang="es-419" sz="1800">
                <a:solidFill>
                  <a:schemeClr val="dk2"/>
                </a:solidFill>
                <a:latin typeface="Cambria"/>
                <a:ea typeface="Cambria"/>
                <a:cs typeface="Cambria"/>
                <a:sym typeface="Cambria"/>
              </a:rPr>
              <a:t>Para utilizar mejor los bloques de posicionamiento, se requieren tres interruptores de límite a lo largo del husillo:</a:t>
            </a:r>
            <a:endParaRPr/>
          </a:p>
          <a:p>
            <a:pPr indent="-285750" lvl="0" marL="376238" rtl="0" algn="just">
              <a:lnSpc>
                <a:spcPct val="100000"/>
              </a:lnSpc>
              <a:spcBef>
                <a:spcPts val="0"/>
              </a:spcBef>
              <a:spcAft>
                <a:spcPts val="0"/>
              </a:spcAft>
              <a:buSzPts val="1300"/>
              <a:buChar char="●"/>
            </a:pPr>
            <a:r>
              <a:rPr lang="es-419" sz="1800">
                <a:solidFill>
                  <a:schemeClr val="dk2"/>
                </a:solidFill>
                <a:latin typeface="Cambria"/>
                <a:ea typeface="Cambria"/>
                <a:cs typeface="Cambria"/>
                <a:sym typeface="Cambria"/>
              </a:rPr>
              <a:t>Un interruptor de punto de referencia (inicio) para el punto cero de la escala de pulsos C_Pos.</a:t>
            </a:r>
            <a:endParaRPr/>
          </a:p>
          <a:p>
            <a:pPr indent="-285750" lvl="0" marL="376238" rtl="0" algn="l">
              <a:lnSpc>
                <a:spcPct val="100000"/>
              </a:lnSpc>
              <a:spcBef>
                <a:spcPts val="0"/>
              </a:spcBef>
              <a:spcAft>
                <a:spcPts val="0"/>
              </a:spcAft>
              <a:buSzPts val="1300"/>
              <a:buChar char="●"/>
            </a:pPr>
            <a:r>
              <a:rPr lang="es-419" sz="1800">
                <a:solidFill>
                  <a:schemeClr val="dk2"/>
                </a:solidFill>
                <a:latin typeface="Cambria"/>
                <a:ea typeface="Cambria"/>
                <a:cs typeface="Cambria"/>
                <a:sym typeface="Cambria"/>
              </a:rPr>
              <a:t>Un interruptor de límite en el sentido positivo (Fwd_Limit) y uno en sentido negativo (Rev_Limit)</a:t>
            </a:r>
            <a:endParaRPr/>
          </a:p>
          <a:p>
            <a:pPr indent="-285750" lvl="0" marL="376238" rtl="0" algn="just">
              <a:lnSpc>
                <a:spcPct val="100000"/>
              </a:lnSpc>
              <a:spcBef>
                <a:spcPts val="0"/>
              </a:spcBef>
              <a:spcAft>
                <a:spcPts val="0"/>
              </a:spcAft>
              <a:buSzPts val="1300"/>
              <a:buChar char="●"/>
            </a:pPr>
            <a:r>
              <a:rPr lang="es-419" sz="1800">
                <a:solidFill>
                  <a:schemeClr val="dk2"/>
                </a:solidFill>
                <a:latin typeface="Cambria"/>
                <a:ea typeface="Cambria"/>
                <a:cs typeface="Cambria"/>
                <a:sym typeface="Cambria"/>
              </a:rPr>
              <a:t>El valor del contador de pulsos C_Pos pertenece al tipo de datos DINT (32 bits)</a:t>
            </a:r>
            <a:endParaRPr/>
          </a:p>
          <a:p>
            <a:pPr indent="-285750" lvl="0" marL="376238" rtl="0" algn="just">
              <a:lnSpc>
                <a:spcPct val="100000"/>
              </a:lnSpc>
              <a:spcBef>
                <a:spcPts val="0"/>
              </a:spcBef>
              <a:spcAft>
                <a:spcPts val="0"/>
              </a:spcAft>
              <a:buSzPts val="1300"/>
              <a:buChar char="●"/>
            </a:pPr>
            <a:r>
              <a:rPr lang="es-419" sz="1800">
                <a:solidFill>
                  <a:schemeClr val="dk2"/>
                </a:solidFill>
                <a:latin typeface="Cambria"/>
                <a:ea typeface="Cambria"/>
                <a:cs typeface="Cambria"/>
                <a:sym typeface="Cambria"/>
              </a:rPr>
              <a:t>Los interruptores de final de carrera deben disponerse de modo que todavía haya suficiente espacio la desaceleración.</a:t>
            </a:r>
            <a:endParaRPr/>
          </a:p>
          <a:p>
            <a:pPr indent="-203200" lvl="0" marL="376238" rtl="0" algn="l">
              <a:lnSpc>
                <a:spcPct val="100000"/>
              </a:lnSpc>
              <a:spcBef>
                <a:spcPts val="0"/>
              </a:spcBef>
              <a:spcAft>
                <a:spcPts val="0"/>
              </a:spcAft>
              <a:buSzPts val="1300"/>
              <a:buNone/>
            </a:pPr>
            <a:r>
              <a:t/>
            </a:r>
            <a:endParaRPr sz="1800">
              <a:solidFill>
                <a:schemeClr val="dk2"/>
              </a:solidFill>
              <a:latin typeface="Cambria"/>
              <a:ea typeface="Cambria"/>
              <a:cs typeface="Cambria"/>
              <a:sym typeface="Cambria"/>
            </a:endParaRPr>
          </a:p>
          <a:p>
            <a:pPr indent="0" lvl="0" marL="146050" rtl="0" algn="l">
              <a:lnSpc>
                <a:spcPct val="100000"/>
              </a:lnSpc>
              <a:spcBef>
                <a:spcPts val="0"/>
              </a:spcBef>
              <a:spcAft>
                <a:spcPts val="0"/>
              </a:spcAft>
              <a:buSzPts val="1300"/>
              <a:buNone/>
            </a:pPr>
            <a:r>
              <a:t/>
            </a:r>
            <a:endParaRPr sz="1600">
              <a:solidFill>
                <a:schemeClr val="dk2"/>
              </a:solidFill>
              <a:latin typeface="Cambria"/>
              <a:ea typeface="Cambria"/>
              <a:cs typeface="Cambria"/>
              <a:sym typeface="Cambria"/>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26"/>
          <p:cNvSpPr txBox="1"/>
          <p:nvPr/>
        </p:nvSpPr>
        <p:spPr>
          <a:xfrm>
            <a:off x="580695" y="-41032"/>
            <a:ext cx="8269794" cy="535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2"/>
              </a:buClr>
              <a:buSzPts val="2600"/>
              <a:buFont typeface="Raleway"/>
              <a:buNone/>
            </a:pPr>
            <a:r>
              <a:rPr b="1" i="0" lang="es-419" sz="2000" u="none" cap="none" strike="noStrike">
                <a:solidFill>
                  <a:srgbClr val="681900"/>
                </a:solidFill>
                <a:latin typeface="Raleway"/>
                <a:ea typeface="Raleway"/>
                <a:cs typeface="Raleway"/>
                <a:sym typeface="Raleway"/>
              </a:rPr>
              <a:t>Biblioteca “MAP SERV Q0._”</a:t>
            </a:r>
            <a:endParaRPr b="1" i="0" sz="2400" u="none" cap="none" strike="noStrike">
              <a:solidFill>
                <a:srgbClr val="681900"/>
              </a:solidFill>
              <a:latin typeface="Raleway"/>
              <a:ea typeface="Raleway"/>
              <a:cs typeface="Raleway"/>
              <a:sym typeface="Raleway"/>
            </a:endParaRPr>
          </a:p>
        </p:txBody>
      </p:sp>
      <p:pic>
        <p:nvPicPr>
          <p:cNvPr id="306" name="Google Shape;306;p26"/>
          <p:cNvPicPr preferRelativeResize="0"/>
          <p:nvPr/>
        </p:nvPicPr>
        <p:blipFill rotWithShape="1">
          <a:blip r:embed="rId3">
            <a:alphaModFix/>
          </a:blip>
          <a:srcRect b="47176" l="0" r="0" t="0"/>
          <a:stretch/>
        </p:blipFill>
        <p:spPr>
          <a:xfrm>
            <a:off x="4389403" y="684422"/>
            <a:ext cx="1986703" cy="1986812"/>
          </a:xfrm>
          <a:prstGeom prst="rect">
            <a:avLst/>
          </a:prstGeom>
          <a:noFill/>
          <a:ln>
            <a:noFill/>
          </a:ln>
        </p:spPr>
      </p:pic>
      <p:pic>
        <p:nvPicPr>
          <p:cNvPr id="307" name="Google Shape;307;p26"/>
          <p:cNvPicPr preferRelativeResize="0"/>
          <p:nvPr/>
        </p:nvPicPr>
        <p:blipFill rotWithShape="1">
          <a:blip r:embed="rId3">
            <a:alphaModFix/>
          </a:blip>
          <a:srcRect b="0" l="0" r="0" t="52234"/>
          <a:stretch/>
        </p:blipFill>
        <p:spPr>
          <a:xfrm>
            <a:off x="6467616" y="877334"/>
            <a:ext cx="1986703" cy="1795900"/>
          </a:xfrm>
          <a:prstGeom prst="rect">
            <a:avLst/>
          </a:prstGeom>
          <a:noFill/>
          <a:ln>
            <a:noFill/>
          </a:ln>
        </p:spPr>
      </p:pic>
      <p:sp>
        <p:nvSpPr>
          <p:cNvPr id="308" name="Google Shape;308;p26"/>
          <p:cNvSpPr txBox="1"/>
          <p:nvPr/>
        </p:nvSpPr>
        <p:spPr>
          <a:xfrm>
            <a:off x="580695" y="1106196"/>
            <a:ext cx="3460727" cy="1199822"/>
          </a:xfrm>
          <a:prstGeom prst="rect">
            <a:avLst/>
          </a:prstGeom>
          <a:solidFill>
            <a:schemeClr val="lt1"/>
          </a:solidFill>
          <a:ln cap="flat" cmpd="sng" w="28575">
            <a:solidFill>
              <a:srgbClr val="137266"/>
            </a:solidFill>
            <a:prstDash val="solid"/>
            <a:round/>
            <a:headEnd len="sm" w="sm" type="none"/>
            <a:tailEnd len="sm" w="sm" type="none"/>
          </a:ln>
        </p:spPr>
        <p:txBody>
          <a:bodyPr anchorCtr="0" anchor="t" bIns="91425" lIns="91425" spcFirstLastPara="1" rIns="91425" wrap="square" tIns="91425">
            <a:noAutofit/>
          </a:bodyPr>
          <a:lstStyle/>
          <a:p>
            <a:pPr indent="0" lvl="0" marL="90488" marR="0" rtl="0" algn="just">
              <a:lnSpc>
                <a:spcPct val="90000"/>
              </a:lnSpc>
              <a:spcBef>
                <a:spcPts val="0"/>
              </a:spcBef>
              <a:spcAft>
                <a:spcPts val="0"/>
              </a:spcAft>
              <a:buClr>
                <a:schemeClr val="accent1"/>
              </a:buClr>
              <a:buSzPts val="1300"/>
              <a:buFont typeface="Lato"/>
              <a:buNone/>
            </a:pPr>
            <a:r>
              <a:rPr b="0" i="0" lang="es-419" sz="1800" u="none" cap="none" strike="noStrike">
                <a:solidFill>
                  <a:schemeClr val="dk2"/>
                </a:solidFill>
                <a:latin typeface="Cambria"/>
                <a:ea typeface="Cambria"/>
                <a:cs typeface="Cambria"/>
                <a:sym typeface="Cambria"/>
              </a:rPr>
              <a:t>La biblioteca “MAP SERV Q0.0,1” proporciona los bloques de posicionamiento para la salida A0. 0 y “MAP SERV Q0.1” para A0.1</a:t>
            </a:r>
            <a:endParaRPr b="0" i="0" sz="1800" u="none" cap="none" strike="noStrike">
              <a:solidFill>
                <a:schemeClr val="dk2"/>
              </a:solidFill>
              <a:latin typeface="Cambria"/>
              <a:ea typeface="Cambria"/>
              <a:cs typeface="Cambria"/>
              <a:sym typeface="Cambria"/>
            </a:endParaRPr>
          </a:p>
          <a:p>
            <a:pPr indent="-161925" lvl="0" marL="180975" marR="0" rtl="0" algn="just">
              <a:lnSpc>
                <a:spcPct val="90000"/>
              </a:lnSpc>
              <a:spcBef>
                <a:spcPts val="0"/>
              </a:spcBef>
              <a:spcAft>
                <a:spcPts val="0"/>
              </a:spcAft>
              <a:buClr>
                <a:schemeClr val="accent1"/>
              </a:buClr>
              <a:buSzPts val="1300"/>
              <a:buFont typeface="Lato"/>
              <a:buNone/>
            </a:pPr>
            <a:r>
              <a:t/>
            </a:r>
            <a:endParaRPr b="0" i="0" sz="1800" u="none" cap="none" strike="noStrike">
              <a:solidFill>
                <a:schemeClr val="dk2"/>
              </a:solidFill>
              <a:latin typeface="Cambria"/>
              <a:ea typeface="Cambria"/>
              <a:cs typeface="Cambria"/>
              <a:sym typeface="Cambria"/>
            </a:endParaRPr>
          </a:p>
        </p:txBody>
      </p:sp>
      <p:graphicFrame>
        <p:nvGraphicFramePr>
          <p:cNvPr id="309" name="Google Shape;309;p26"/>
          <p:cNvGraphicFramePr/>
          <p:nvPr/>
        </p:nvGraphicFramePr>
        <p:xfrm>
          <a:off x="1909595" y="2918046"/>
          <a:ext cx="3000000" cy="3000000"/>
        </p:xfrm>
        <a:graphic>
          <a:graphicData uri="http://schemas.openxmlformats.org/drawingml/2006/table">
            <a:tbl>
              <a:tblPr bandRow="1" firstCol="1" firstRow="1">
                <a:noFill/>
                <a:tableStyleId>{3FF80745-7821-485C-8F53-118708D8D5D8}</a:tableStyleId>
              </a:tblPr>
              <a:tblGrid>
                <a:gridCol w="1690750"/>
                <a:gridCol w="3851450"/>
              </a:tblGrid>
              <a:tr h="198375">
                <a:tc>
                  <a:txBody>
                    <a:bodyPr/>
                    <a:lstStyle/>
                    <a:p>
                      <a:pPr indent="0" lvl="0" marL="0" marR="0" rtl="0" algn="ctr">
                        <a:lnSpc>
                          <a:spcPct val="118181"/>
                        </a:lnSpc>
                        <a:spcBef>
                          <a:spcPts val="0"/>
                        </a:spcBef>
                        <a:spcAft>
                          <a:spcPts val="0"/>
                        </a:spcAft>
                        <a:buNone/>
                      </a:pPr>
                      <a:r>
                        <a:rPr lang="es-419" sz="1100" u="none" cap="none" strike="noStrike">
                          <a:solidFill>
                            <a:schemeClr val="lt1"/>
                          </a:solidFill>
                        </a:rPr>
                        <a:t>BLOQUE</a:t>
                      </a:r>
                      <a:endParaRPr sz="1000" u="none" cap="none" strike="noStrike">
                        <a:solidFill>
                          <a:schemeClr val="lt1"/>
                        </a:solidFill>
                        <a:latin typeface="Times New Roman"/>
                        <a:ea typeface="Times New Roman"/>
                        <a:cs typeface="Times New Roman"/>
                        <a:sym typeface="Times New Roman"/>
                      </a:endParaRPr>
                    </a:p>
                  </a:txBody>
                  <a:tcPr marT="0" marB="0" marR="68575" marL="68575">
                    <a:solidFill>
                      <a:srgbClr val="14285A"/>
                    </a:solidFill>
                  </a:tcPr>
                </a:tc>
                <a:tc>
                  <a:txBody>
                    <a:bodyPr/>
                    <a:lstStyle/>
                    <a:p>
                      <a:pPr indent="0" lvl="0" marL="0" marR="0" rtl="0" algn="ctr">
                        <a:lnSpc>
                          <a:spcPct val="118181"/>
                        </a:lnSpc>
                        <a:spcBef>
                          <a:spcPts val="0"/>
                        </a:spcBef>
                        <a:spcAft>
                          <a:spcPts val="0"/>
                        </a:spcAft>
                        <a:buNone/>
                      </a:pPr>
                      <a:r>
                        <a:rPr lang="es-419" sz="1100" u="none" cap="none" strike="noStrike">
                          <a:solidFill>
                            <a:schemeClr val="lt1"/>
                          </a:solidFill>
                        </a:rPr>
                        <a:t>FUNCIÓN</a:t>
                      </a:r>
                      <a:endParaRPr sz="1000" u="none" cap="none" strike="noStrike">
                        <a:solidFill>
                          <a:schemeClr val="lt1"/>
                        </a:solidFill>
                        <a:latin typeface="Times New Roman"/>
                        <a:ea typeface="Times New Roman"/>
                        <a:cs typeface="Times New Roman"/>
                        <a:sym typeface="Times New Roman"/>
                      </a:endParaRPr>
                    </a:p>
                  </a:txBody>
                  <a:tcPr marT="0" marB="0" marR="68575" marL="68575">
                    <a:solidFill>
                      <a:srgbClr val="14285A"/>
                    </a:solidFill>
                  </a:tcPr>
                </a:tc>
              </a:tr>
              <a:tr h="198375">
                <a:tc>
                  <a:txBody>
                    <a:bodyPr/>
                    <a:lstStyle/>
                    <a:p>
                      <a:pPr indent="0" lvl="0" marL="0" marR="0" rtl="0" algn="just">
                        <a:lnSpc>
                          <a:spcPct val="118181"/>
                        </a:lnSpc>
                        <a:spcBef>
                          <a:spcPts val="0"/>
                        </a:spcBef>
                        <a:spcAft>
                          <a:spcPts val="0"/>
                        </a:spcAft>
                        <a:buNone/>
                      </a:pPr>
                      <a:r>
                        <a:rPr lang="es-419" sz="1100" u="none" cap="none" strike="noStrike">
                          <a:solidFill>
                            <a:schemeClr val="dk2"/>
                          </a:solidFill>
                        </a:rPr>
                        <a:t>Q0_x_CTRL                            </a:t>
                      </a:r>
                      <a:endParaRPr sz="1000" u="none" cap="none" strike="noStrike">
                        <a:solidFill>
                          <a:schemeClr val="dk2"/>
                        </a:solidFill>
                        <a:latin typeface="Times New Roman"/>
                        <a:ea typeface="Times New Roman"/>
                        <a:cs typeface="Times New Roman"/>
                        <a:sym typeface="Times New Roman"/>
                      </a:endParaRPr>
                    </a:p>
                  </a:txBody>
                  <a:tcPr marT="0" marB="0" marR="68575" marL="68575">
                    <a:solidFill>
                      <a:schemeClr val="lt1"/>
                    </a:solidFill>
                  </a:tcPr>
                </a:tc>
                <a:tc>
                  <a:txBody>
                    <a:bodyPr/>
                    <a:lstStyle/>
                    <a:p>
                      <a:pPr indent="0" lvl="0" marL="0" marR="0" rtl="0" algn="just">
                        <a:lnSpc>
                          <a:spcPct val="118181"/>
                        </a:lnSpc>
                        <a:spcBef>
                          <a:spcPts val="0"/>
                        </a:spcBef>
                        <a:spcAft>
                          <a:spcPts val="0"/>
                        </a:spcAft>
                        <a:buNone/>
                      </a:pPr>
                      <a:r>
                        <a:rPr lang="es-419" sz="1100" u="none" cap="none" strike="noStrike">
                          <a:solidFill>
                            <a:schemeClr val="dk2"/>
                          </a:solidFill>
                        </a:rPr>
                        <a:t>Especificación de parámetros y bloque de control</a:t>
                      </a:r>
                      <a:endParaRPr sz="1000" u="none" cap="none" strike="noStrike">
                        <a:solidFill>
                          <a:schemeClr val="dk2"/>
                        </a:solidFill>
                        <a:latin typeface="Times New Roman"/>
                        <a:ea typeface="Times New Roman"/>
                        <a:cs typeface="Times New Roman"/>
                        <a:sym typeface="Times New Roman"/>
                      </a:endParaRPr>
                    </a:p>
                  </a:txBody>
                  <a:tcPr marT="0" marB="0" marR="68575" marL="68575">
                    <a:solidFill>
                      <a:schemeClr val="lt1"/>
                    </a:solidFill>
                  </a:tcPr>
                </a:tc>
              </a:tr>
              <a:tr h="198375">
                <a:tc>
                  <a:txBody>
                    <a:bodyPr/>
                    <a:lstStyle/>
                    <a:p>
                      <a:pPr indent="0" lvl="0" marL="0" marR="0" rtl="0" algn="just">
                        <a:lnSpc>
                          <a:spcPct val="118181"/>
                        </a:lnSpc>
                        <a:spcBef>
                          <a:spcPts val="0"/>
                        </a:spcBef>
                        <a:spcAft>
                          <a:spcPts val="0"/>
                        </a:spcAft>
                        <a:buNone/>
                      </a:pPr>
                      <a:r>
                        <a:rPr lang="es-419" sz="1100" u="none" cap="none" strike="noStrike">
                          <a:solidFill>
                            <a:schemeClr val="dk2"/>
                          </a:solidFill>
                        </a:rPr>
                        <a:t>Q0_x_MoveRelative</a:t>
                      </a:r>
                      <a:endParaRPr sz="1000" u="none" cap="none" strike="noStrike">
                        <a:solidFill>
                          <a:schemeClr val="dk2"/>
                        </a:solidFill>
                        <a:latin typeface="Times New Roman"/>
                        <a:ea typeface="Times New Roman"/>
                        <a:cs typeface="Times New Roman"/>
                        <a:sym typeface="Times New Roman"/>
                      </a:endParaRPr>
                    </a:p>
                  </a:txBody>
                  <a:tcPr marT="0" marB="0" marR="68575" marL="68575">
                    <a:solidFill>
                      <a:srgbClr val="C1D9E9"/>
                    </a:solidFill>
                  </a:tcPr>
                </a:tc>
                <a:tc>
                  <a:txBody>
                    <a:bodyPr/>
                    <a:lstStyle/>
                    <a:p>
                      <a:pPr indent="0" lvl="0" marL="0" marR="0" rtl="0" algn="just">
                        <a:lnSpc>
                          <a:spcPct val="118181"/>
                        </a:lnSpc>
                        <a:spcBef>
                          <a:spcPts val="0"/>
                        </a:spcBef>
                        <a:spcAft>
                          <a:spcPts val="0"/>
                        </a:spcAft>
                        <a:buNone/>
                      </a:pPr>
                      <a:r>
                        <a:rPr lang="es-419" sz="1100" u="none" cap="none" strike="noStrike">
                          <a:solidFill>
                            <a:schemeClr val="dk2"/>
                          </a:solidFill>
                        </a:rPr>
                        <a:t>Ejecución de un paso de posicionamiento relativo</a:t>
                      </a:r>
                      <a:endParaRPr sz="1000" u="none" cap="none" strike="noStrike">
                        <a:solidFill>
                          <a:schemeClr val="dk2"/>
                        </a:solidFill>
                        <a:latin typeface="Times New Roman"/>
                        <a:ea typeface="Times New Roman"/>
                        <a:cs typeface="Times New Roman"/>
                        <a:sym typeface="Times New Roman"/>
                      </a:endParaRPr>
                    </a:p>
                  </a:txBody>
                  <a:tcPr marT="0" marB="0" marR="68575" marL="68575">
                    <a:solidFill>
                      <a:srgbClr val="C1D9E9"/>
                    </a:solidFill>
                  </a:tcPr>
                </a:tc>
              </a:tr>
              <a:tr h="198375">
                <a:tc>
                  <a:txBody>
                    <a:bodyPr/>
                    <a:lstStyle/>
                    <a:p>
                      <a:pPr indent="0" lvl="0" marL="0" marR="0" rtl="0" algn="just">
                        <a:lnSpc>
                          <a:spcPct val="118181"/>
                        </a:lnSpc>
                        <a:spcBef>
                          <a:spcPts val="0"/>
                        </a:spcBef>
                        <a:spcAft>
                          <a:spcPts val="0"/>
                        </a:spcAft>
                        <a:buNone/>
                      </a:pPr>
                      <a:r>
                        <a:rPr lang="es-419" sz="1100" u="none" cap="none" strike="noStrike">
                          <a:solidFill>
                            <a:schemeClr val="dk2"/>
                          </a:solidFill>
                        </a:rPr>
                        <a:t>Q0_x_MoveAbsolute</a:t>
                      </a:r>
                      <a:endParaRPr sz="1000" u="none" cap="none" strike="noStrike">
                        <a:solidFill>
                          <a:schemeClr val="dk2"/>
                        </a:solidFill>
                        <a:latin typeface="Times New Roman"/>
                        <a:ea typeface="Times New Roman"/>
                        <a:cs typeface="Times New Roman"/>
                        <a:sym typeface="Times New Roman"/>
                      </a:endParaRPr>
                    </a:p>
                  </a:txBody>
                  <a:tcPr marT="0" marB="0" marR="68575" marL="68575">
                    <a:solidFill>
                      <a:schemeClr val="lt1"/>
                    </a:solidFill>
                  </a:tcPr>
                </a:tc>
                <a:tc>
                  <a:txBody>
                    <a:bodyPr/>
                    <a:lstStyle/>
                    <a:p>
                      <a:pPr indent="0" lvl="0" marL="0" marR="0" rtl="0" algn="just">
                        <a:lnSpc>
                          <a:spcPct val="118181"/>
                        </a:lnSpc>
                        <a:spcBef>
                          <a:spcPts val="0"/>
                        </a:spcBef>
                        <a:spcAft>
                          <a:spcPts val="0"/>
                        </a:spcAft>
                        <a:buNone/>
                      </a:pPr>
                      <a:r>
                        <a:rPr lang="es-419" sz="1100" u="none" cap="none" strike="noStrike">
                          <a:solidFill>
                            <a:schemeClr val="dk2"/>
                          </a:solidFill>
                        </a:rPr>
                        <a:t>Ejecución de un paso de posicionamiento absoluto</a:t>
                      </a:r>
                      <a:endParaRPr sz="1000" u="none" cap="none" strike="noStrike">
                        <a:solidFill>
                          <a:schemeClr val="dk2"/>
                        </a:solidFill>
                        <a:latin typeface="Times New Roman"/>
                        <a:ea typeface="Times New Roman"/>
                        <a:cs typeface="Times New Roman"/>
                        <a:sym typeface="Times New Roman"/>
                      </a:endParaRPr>
                    </a:p>
                  </a:txBody>
                  <a:tcPr marT="0" marB="0" marR="68575" marL="68575">
                    <a:solidFill>
                      <a:schemeClr val="lt1"/>
                    </a:solidFill>
                  </a:tcPr>
                </a:tc>
              </a:tr>
              <a:tr h="198375">
                <a:tc>
                  <a:txBody>
                    <a:bodyPr/>
                    <a:lstStyle/>
                    <a:p>
                      <a:pPr indent="0" lvl="0" marL="0" marR="0" rtl="0" algn="just">
                        <a:lnSpc>
                          <a:spcPct val="118181"/>
                        </a:lnSpc>
                        <a:spcBef>
                          <a:spcPts val="0"/>
                        </a:spcBef>
                        <a:spcAft>
                          <a:spcPts val="0"/>
                        </a:spcAft>
                        <a:buNone/>
                      </a:pPr>
                      <a:r>
                        <a:rPr lang="es-419" sz="1100" u="none" cap="none" strike="noStrike">
                          <a:solidFill>
                            <a:schemeClr val="dk2"/>
                          </a:solidFill>
                        </a:rPr>
                        <a:t>Q0_x_MoveVelocity</a:t>
                      </a:r>
                      <a:endParaRPr sz="1000" u="none" cap="none" strike="noStrike">
                        <a:solidFill>
                          <a:schemeClr val="dk2"/>
                        </a:solidFill>
                        <a:latin typeface="Times New Roman"/>
                        <a:ea typeface="Times New Roman"/>
                        <a:cs typeface="Times New Roman"/>
                        <a:sym typeface="Times New Roman"/>
                      </a:endParaRPr>
                    </a:p>
                  </a:txBody>
                  <a:tcPr marT="0" marB="0" marR="68575" marL="68575">
                    <a:solidFill>
                      <a:schemeClr val="lt1"/>
                    </a:solidFill>
                  </a:tcPr>
                </a:tc>
                <a:tc>
                  <a:txBody>
                    <a:bodyPr/>
                    <a:lstStyle/>
                    <a:p>
                      <a:pPr indent="0" lvl="0" marL="0" marR="0" rtl="0" algn="just">
                        <a:lnSpc>
                          <a:spcPct val="118181"/>
                        </a:lnSpc>
                        <a:spcBef>
                          <a:spcPts val="0"/>
                        </a:spcBef>
                        <a:spcAft>
                          <a:spcPts val="0"/>
                        </a:spcAft>
                        <a:buNone/>
                      </a:pPr>
                      <a:r>
                        <a:rPr lang="es-419" sz="1100" u="none" cap="none" strike="noStrike">
                          <a:solidFill>
                            <a:schemeClr val="dk2"/>
                          </a:solidFill>
                        </a:rPr>
                        <a:t>Comenzar un movimiento con velocidad preestablecida</a:t>
                      </a:r>
                      <a:endParaRPr sz="1000" u="none" cap="none" strike="noStrike">
                        <a:solidFill>
                          <a:schemeClr val="dk2"/>
                        </a:solidFill>
                        <a:latin typeface="Times New Roman"/>
                        <a:ea typeface="Times New Roman"/>
                        <a:cs typeface="Times New Roman"/>
                        <a:sym typeface="Times New Roman"/>
                      </a:endParaRPr>
                    </a:p>
                  </a:txBody>
                  <a:tcPr marT="0" marB="0" marR="68575" marL="68575">
                    <a:solidFill>
                      <a:schemeClr val="lt1"/>
                    </a:solidFill>
                  </a:tcPr>
                </a:tc>
              </a:tr>
              <a:tr h="198375">
                <a:tc>
                  <a:txBody>
                    <a:bodyPr/>
                    <a:lstStyle/>
                    <a:p>
                      <a:pPr indent="0" lvl="0" marL="0" marR="0" rtl="0" algn="just">
                        <a:lnSpc>
                          <a:spcPct val="118181"/>
                        </a:lnSpc>
                        <a:spcBef>
                          <a:spcPts val="0"/>
                        </a:spcBef>
                        <a:spcAft>
                          <a:spcPts val="0"/>
                        </a:spcAft>
                        <a:buNone/>
                      </a:pPr>
                      <a:r>
                        <a:rPr lang="es-419" sz="1100" u="none" cap="none" strike="noStrike">
                          <a:solidFill>
                            <a:schemeClr val="dk2"/>
                          </a:solidFill>
                        </a:rPr>
                        <a:t>Q0_x_ Home</a:t>
                      </a:r>
                      <a:endParaRPr sz="1000" u="none" cap="none" strike="noStrike">
                        <a:solidFill>
                          <a:schemeClr val="dk2"/>
                        </a:solidFill>
                        <a:latin typeface="Times New Roman"/>
                        <a:ea typeface="Times New Roman"/>
                        <a:cs typeface="Times New Roman"/>
                        <a:sym typeface="Times New Roman"/>
                      </a:endParaRPr>
                    </a:p>
                  </a:txBody>
                  <a:tcPr marT="0" marB="0" marR="68575" marL="68575">
                    <a:solidFill>
                      <a:srgbClr val="C1D9E9"/>
                    </a:solidFill>
                  </a:tcPr>
                </a:tc>
                <a:tc>
                  <a:txBody>
                    <a:bodyPr/>
                    <a:lstStyle/>
                    <a:p>
                      <a:pPr indent="0" lvl="0" marL="0" marR="0" rtl="0" algn="just">
                        <a:lnSpc>
                          <a:spcPct val="118181"/>
                        </a:lnSpc>
                        <a:spcBef>
                          <a:spcPts val="0"/>
                        </a:spcBef>
                        <a:spcAft>
                          <a:spcPts val="0"/>
                        </a:spcAft>
                        <a:buNone/>
                      </a:pPr>
                      <a:r>
                        <a:rPr lang="es-419" sz="1100" u="none" cap="none" strike="noStrike">
                          <a:solidFill>
                            <a:schemeClr val="dk2"/>
                          </a:solidFill>
                        </a:rPr>
                        <a:t>Buscar la posición del punto de referencia</a:t>
                      </a:r>
                      <a:endParaRPr sz="1000" u="none" cap="none" strike="noStrike">
                        <a:solidFill>
                          <a:schemeClr val="dk2"/>
                        </a:solidFill>
                        <a:latin typeface="Times New Roman"/>
                        <a:ea typeface="Times New Roman"/>
                        <a:cs typeface="Times New Roman"/>
                        <a:sym typeface="Times New Roman"/>
                      </a:endParaRPr>
                    </a:p>
                  </a:txBody>
                  <a:tcPr marT="0" marB="0" marR="68575" marL="68575">
                    <a:solidFill>
                      <a:srgbClr val="C1D9E9"/>
                    </a:solidFill>
                  </a:tcPr>
                </a:tc>
              </a:tr>
              <a:tr h="198375">
                <a:tc>
                  <a:txBody>
                    <a:bodyPr/>
                    <a:lstStyle/>
                    <a:p>
                      <a:pPr indent="0" lvl="0" marL="0" marR="0" rtl="0" algn="just">
                        <a:lnSpc>
                          <a:spcPct val="118181"/>
                        </a:lnSpc>
                        <a:spcBef>
                          <a:spcPts val="0"/>
                        </a:spcBef>
                        <a:spcAft>
                          <a:spcPts val="0"/>
                        </a:spcAft>
                        <a:buNone/>
                      </a:pPr>
                      <a:r>
                        <a:rPr lang="es-419" sz="1100" u="none" cap="none" strike="noStrike">
                          <a:solidFill>
                            <a:schemeClr val="dk2"/>
                          </a:solidFill>
                        </a:rPr>
                        <a:t>Q0_x_ Stop</a:t>
                      </a:r>
                      <a:endParaRPr sz="1000" u="none" cap="none" strike="noStrike">
                        <a:solidFill>
                          <a:schemeClr val="dk2"/>
                        </a:solidFill>
                        <a:latin typeface="Times New Roman"/>
                        <a:ea typeface="Times New Roman"/>
                        <a:cs typeface="Times New Roman"/>
                        <a:sym typeface="Times New Roman"/>
                      </a:endParaRPr>
                    </a:p>
                  </a:txBody>
                  <a:tcPr marT="0" marB="0" marR="68575" marL="68575">
                    <a:solidFill>
                      <a:srgbClr val="C1D9E9"/>
                    </a:solidFill>
                  </a:tcPr>
                </a:tc>
                <a:tc>
                  <a:txBody>
                    <a:bodyPr/>
                    <a:lstStyle/>
                    <a:p>
                      <a:pPr indent="0" lvl="0" marL="0" marR="0" rtl="0" algn="just">
                        <a:lnSpc>
                          <a:spcPct val="118181"/>
                        </a:lnSpc>
                        <a:spcBef>
                          <a:spcPts val="0"/>
                        </a:spcBef>
                        <a:spcAft>
                          <a:spcPts val="0"/>
                        </a:spcAft>
                        <a:buNone/>
                      </a:pPr>
                      <a:r>
                        <a:rPr lang="es-419" sz="1100" u="none" cap="none" strike="noStrike">
                          <a:solidFill>
                            <a:schemeClr val="dk2"/>
                          </a:solidFill>
                        </a:rPr>
                        <a:t>Detener el movimiento</a:t>
                      </a:r>
                      <a:endParaRPr sz="1000" u="none" cap="none" strike="noStrike">
                        <a:solidFill>
                          <a:schemeClr val="dk2"/>
                        </a:solidFill>
                        <a:latin typeface="Times New Roman"/>
                        <a:ea typeface="Times New Roman"/>
                        <a:cs typeface="Times New Roman"/>
                        <a:sym typeface="Times New Roman"/>
                      </a:endParaRPr>
                    </a:p>
                  </a:txBody>
                  <a:tcPr marT="0" marB="0" marR="68575" marL="68575">
                    <a:solidFill>
                      <a:srgbClr val="C1D9E9"/>
                    </a:solidFill>
                  </a:tcPr>
                </a:tc>
              </a:tr>
              <a:tr h="198375">
                <a:tc>
                  <a:txBody>
                    <a:bodyPr/>
                    <a:lstStyle/>
                    <a:p>
                      <a:pPr indent="0" lvl="0" marL="0" marR="0" rtl="0" algn="just">
                        <a:lnSpc>
                          <a:spcPct val="118181"/>
                        </a:lnSpc>
                        <a:spcBef>
                          <a:spcPts val="0"/>
                        </a:spcBef>
                        <a:spcAft>
                          <a:spcPts val="0"/>
                        </a:spcAft>
                        <a:buNone/>
                      </a:pPr>
                      <a:r>
                        <a:rPr lang="es-419" sz="1100" u="none" cap="none" strike="noStrike">
                          <a:solidFill>
                            <a:schemeClr val="dk2"/>
                          </a:solidFill>
                        </a:rPr>
                        <a:t>Q0_x_LoadPos</a:t>
                      </a:r>
                      <a:endParaRPr sz="1000" u="none" cap="none" strike="noStrike">
                        <a:solidFill>
                          <a:schemeClr val="dk2"/>
                        </a:solidFill>
                        <a:latin typeface="Times New Roman"/>
                        <a:ea typeface="Times New Roman"/>
                        <a:cs typeface="Times New Roman"/>
                        <a:sym typeface="Times New Roman"/>
                      </a:endParaRPr>
                    </a:p>
                  </a:txBody>
                  <a:tcPr marT="0" marB="0" marR="68575" marL="68575">
                    <a:solidFill>
                      <a:schemeClr val="lt1"/>
                    </a:solidFill>
                  </a:tcPr>
                </a:tc>
                <a:tc>
                  <a:txBody>
                    <a:bodyPr/>
                    <a:lstStyle/>
                    <a:p>
                      <a:pPr indent="0" lvl="0" marL="0" marR="0" rtl="0" algn="just">
                        <a:lnSpc>
                          <a:spcPct val="118181"/>
                        </a:lnSpc>
                        <a:spcBef>
                          <a:spcPts val="0"/>
                        </a:spcBef>
                        <a:spcAft>
                          <a:spcPts val="0"/>
                        </a:spcAft>
                        <a:buNone/>
                      </a:pPr>
                      <a:r>
                        <a:rPr lang="es-419" sz="1100" u="none" cap="none" strike="noStrike">
                          <a:solidFill>
                            <a:schemeClr val="dk2"/>
                          </a:solidFill>
                        </a:rPr>
                        <a:t>Cargar marcador de posición preestablecido</a:t>
                      </a:r>
                      <a:endParaRPr sz="1000" u="none" cap="none" strike="noStrike">
                        <a:solidFill>
                          <a:schemeClr val="dk2"/>
                        </a:solidFill>
                        <a:latin typeface="Times New Roman"/>
                        <a:ea typeface="Times New Roman"/>
                        <a:cs typeface="Times New Roman"/>
                        <a:sym typeface="Times New Roman"/>
                      </a:endParaRPr>
                    </a:p>
                  </a:txBody>
                  <a:tcPr marT="0" marB="0" marR="68575" marL="68575">
                    <a:solidFill>
                      <a:schemeClr val="lt1"/>
                    </a:solidFill>
                  </a:tcPr>
                </a:tc>
              </a:tr>
              <a:tr h="198375">
                <a:tc>
                  <a:txBody>
                    <a:bodyPr/>
                    <a:lstStyle/>
                    <a:p>
                      <a:pPr indent="0" lvl="0" marL="0" marR="0" rtl="0" algn="just">
                        <a:lnSpc>
                          <a:spcPct val="118181"/>
                        </a:lnSpc>
                        <a:spcBef>
                          <a:spcPts val="0"/>
                        </a:spcBef>
                        <a:spcAft>
                          <a:spcPts val="0"/>
                        </a:spcAft>
                        <a:buNone/>
                      </a:pPr>
                      <a:r>
                        <a:rPr lang="es-419" sz="1100" u="none" cap="none" strike="noStrike">
                          <a:solidFill>
                            <a:schemeClr val="dk2"/>
                          </a:solidFill>
                        </a:rPr>
                        <a:t>Scale _UE_Pulse </a:t>
                      </a:r>
                      <a:endParaRPr sz="1000" u="none" cap="none" strike="noStrike">
                        <a:solidFill>
                          <a:schemeClr val="dk2"/>
                        </a:solidFill>
                        <a:latin typeface="Times New Roman"/>
                        <a:ea typeface="Times New Roman"/>
                        <a:cs typeface="Times New Roman"/>
                        <a:sym typeface="Times New Roman"/>
                      </a:endParaRPr>
                    </a:p>
                  </a:txBody>
                  <a:tcPr marT="0" marB="0" marR="68575" marL="68575">
                    <a:solidFill>
                      <a:schemeClr val="lt1"/>
                    </a:solidFill>
                  </a:tcPr>
                </a:tc>
                <a:tc>
                  <a:txBody>
                    <a:bodyPr/>
                    <a:lstStyle/>
                    <a:p>
                      <a:pPr indent="0" lvl="0" marL="0" marR="0" rtl="0" algn="just">
                        <a:lnSpc>
                          <a:spcPct val="118181"/>
                        </a:lnSpc>
                        <a:spcBef>
                          <a:spcPts val="0"/>
                        </a:spcBef>
                        <a:spcAft>
                          <a:spcPts val="0"/>
                        </a:spcAft>
                        <a:buNone/>
                      </a:pPr>
                      <a:r>
                        <a:rPr lang="es-419" sz="1100" u="none" cap="none" strike="noStrike">
                          <a:solidFill>
                            <a:schemeClr val="dk2"/>
                          </a:solidFill>
                        </a:rPr>
                        <a:t>Conversión de valores de distancia en valores de pulso</a:t>
                      </a:r>
                      <a:endParaRPr sz="1000" u="none" cap="none" strike="noStrike">
                        <a:solidFill>
                          <a:schemeClr val="dk2"/>
                        </a:solidFill>
                        <a:latin typeface="Times New Roman"/>
                        <a:ea typeface="Times New Roman"/>
                        <a:cs typeface="Times New Roman"/>
                        <a:sym typeface="Times New Roman"/>
                      </a:endParaRPr>
                    </a:p>
                  </a:txBody>
                  <a:tcPr marT="0" marB="0" marR="68575" marL="68575">
                    <a:solidFill>
                      <a:schemeClr val="lt1"/>
                    </a:solidFill>
                  </a:tcPr>
                </a:tc>
              </a:tr>
              <a:tr h="201425">
                <a:tc>
                  <a:txBody>
                    <a:bodyPr/>
                    <a:lstStyle/>
                    <a:p>
                      <a:pPr indent="0" lvl="0" marL="0" marR="0" rtl="0" algn="just">
                        <a:lnSpc>
                          <a:spcPct val="118181"/>
                        </a:lnSpc>
                        <a:spcBef>
                          <a:spcPts val="0"/>
                        </a:spcBef>
                        <a:spcAft>
                          <a:spcPts val="0"/>
                        </a:spcAft>
                        <a:buNone/>
                      </a:pPr>
                      <a:r>
                        <a:rPr lang="es-419" sz="1100" u="none" cap="none" strike="noStrike">
                          <a:solidFill>
                            <a:schemeClr val="dk2"/>
                          </a:solidFill>
                        </a:rPr>
                        <a:t>Scale_Pulse_EU</a:t>
                      </a:r>
                      <a:endParaRPr sz="1000" u="none" cap="none" strike="noStrike">
                        <a:solidFill>
                          <a:schemeClr val="dk2"/>
                        </a:solidFill>
                        <a:latin typeface="Times New Roman"/>
                        <a:ea typeface="Times New Roman"/>
                        <a:cs typeface="Times New Roman"/>
                        <a:sym typeface="Times New Roman"/>
                      </a:endParaRPr>
                    </a:p>
                  </a:txBody>
                  <a:tcPr marT="0" marB="0" marR="68575" marL="68575">
                    <a:solidFill>
                      <a:schemeClr val="lt1"/>
                    </a:solidFill>
                  </a:tcPr>
                </a:tc>
                <a:tc>
                  <a:txBody>
                    <a:bodyPr/>
                    <a:lstStyle/>
                    <a:p>
                      <a:pPr indent="0" lvl="0" marL="0" marR="0" rtl="0" algn="l">
                        <a:lnSpc>
                          <a:spcPct val="100000"/>
                        </a:lnSpc>
                        <a:spcBef>
                          <a:spcPts val="0"/>
                        </a:spcBef>
                        <a:spcAft>
                          <a:spcPts val="0"/>
                        </a:spcAft>
                        <a:buNone/>
                      </a:pPr>
                      <a:r>
                        <a:rPr lang="es-419" sz="1100" u="none" cap="none" strike="noStrike">
                          <a:solidFill>
                            <a:schemeClr val="dk2"/>
                          </a:solidFill>
                        </a:rPr>
                        <a:t>Convertir valores de pulso en valores de distancia</a:t>
                      </a:r>
                      <a:endParaRPr sz="1000" u="none" cap="none" strike="noStrike">
                        <a:solidFill>
                          <a:schemeClr val="dk2"/>
                        </a:solidFill>
                        <a:latin typeface="Times New Roman"/>
                        <a:ea typeface="Times New Roman"/>
                        <a:cs typeface="Times New Roman"/>
                        <a:sym typeface="Times New Roman"/>
                      </a:endParaRPr>
                    </a:p>
                  </a:txBody>
                  <a:tcPr marT="0" marB="0" marR="68575" marL="68575">
                    <a:solidFill>
                      <a:schemeClr val="lt1"/>
                    </a:solidFill>
                  </a:tcPr>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27"/>
          <p:cNvSpPr txBox="1"/>
          <p:nvPr>
            <p:ph type="ctrTitle"/>
          </p:nvPr>
        </p:nvSpPr>
        <p:spPr>
          <a:xfrm>
            <a:off x="729450" y="1322450"/>
            <a:ext cx="7688100" cy="1664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4200"/>
              <a:buNone/>
            </a:pPr>
            <a:r>
              <a:rPr lang="es-419"/>
              <a:t>GRAFCET Y SIMULACIÓN</a:t>
            </a:r>
            <a:endParaRPr b="0"/>
          </a:p>
        </p:txBody>
      </p:sp>
      <p:sp>
        <p:nvSpPr>
          <p:cNvPr id="315" name="Google Shape;315;p27"/>
          <p:cNvSpPr txBox="1"/>
          <p:nvPr>
            <p:ph idx="1" type="subTitle"/>
          </p:nvPr>
        </p:nvSpPr>
        <p:spPr>
          <a:xfrm>
            <a:off x="729627" y="3172900"/>
            <a:ext cx="3123045" cy="5412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1600"/>
              <a:buNone/>
            </a:pPr>
            <a:r>
              <a:rPr lang="es-419"/>
              <a:t>PROCESO DE PRODUCCIÓN</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28"/>
          <p:cNvSpPr txBox="1"/>
          <p:nvPr/>
        </p:nvSpPr>
        <p:spPr>
          <a:xfrm>
            <a:off x="427612" y="-41032"/>
            <a:ext cx="5566788" cy="535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2"/>
              </a:buClr>
              <a:buSzPts val="2600"/>
              <a:buFont typeface="Raleway"/>
              <a:buNone/>
            </a:pPr>
            <a:r>
              <a:rPr b="1" i="0" lang="es-419" sz="2400" u="none" cap="none" strike="noStrike">
                <a:solidFill>
                  <a:srgbClr val="681800"/>
                </a:solidFill>
                <a:latin typeface="Raleway"/>
                <a:ea typeface="Raleway"/>
                <a:cs typeface="Raleway"/>
                <a:sym typeface="Raleway"/>
              </a:rPr>
              <a:t>GRAFCET: Unidad de Alimentación</a:t>
            </a:r>
            <a:endParaRPr/>
          </a:p>
        </p:txBody>
      </p:sp>
      <p:pic>
        <p:nvPicPr>
          <p:cNvPr id="321" name="Google Shape;321;p28"/>
          <p:cNvPicPr preferRelativeResize="0"/>
          <p:nvPr/>
        </p:nvPicPr>
        <p:blipFill rotWithShape="1">
          <a:blip r:embed="rId3">
            <a:alphaModFix/>
          </a:blip>
          <a:srcRect b="29365" l="0" r="0" t="4784"/>
          <a:stretch/>
        </p:blipFill>
        <p:spPr>
          <a:xfrm>
            <a:off x="263525" y="686080"/>
            <a:ext cx="5730875" cy="4155164"/>
          </a:xfrm>
          <a:prstGeom prst="rect">
            <a:avLst/>
          </a:prstGeom>
          <a:noFill/>
          <a:ln>
            <a:noFill/>
          </a:ln>
        </p:spPr>
      </p:pic>
      <p:pic>
        <p:nvPicPr>
          <p:cNvPr id="322" name="Google Shape;322;p28"/>
          <p:cNvPicPr preferRelativeResize="0"/>
          <p:nvPr/>
        </p:nvPicPr>
        <p:blipFill rotWithShape="1">
          <a:blip r:embed="rId3">
            <a:alphaModFix/>
          </a:blip>
          <a:srcRect b="0" l="0" r="47867" t="69230"/>
          <a:stretch/>
        </p:blipFill>
        <p:spPr>
          <a:xfrm>
            <a:off x="5196771" y="2201333"/>
            <a:ext cx="2987674" cy="1941542"/>
          </a:xfrm>
          <a:prstGeom prst="rect">
            <a:avLst/>
          </a:prstGeom>
          <a:noFill/>
          <a:ln>
            <a:noFill/>
          </a:ln>
        </p:spPr>
      </p:pic>
      <p:cxnSp>
        <p:nvCxnSpPr>
          <p:cNvPr id="323" name="Google Shape;323;p28"/>
          <p:cNvCxnSpPr/>
          <p:nvPr/>
        </p:nvCxnSpPr>
        <p:spPr>
          <a:xfrm flipH="1" rot="10800000">
            <a:off x="1422400" y="2201244"/>
            <a:ext cx="4933200" cy="2640000"/>
          </a:xfrm>
          <a:prstGeom prst="bentConnector3">
            <a:avLst>
              <a:gd fmla="val 73113" name="adj1"/>
            </a:avLst>
          </a:prstGeom>
          <a:noFill/>
          <a:ln cap="flat" cmpd="sng" w="9525">
            <a:solidFill>
              <a:srgbClr val="565656"/>
            </a:solidFill>
            <a:prstDash val="solid"/>
            <a:round/>
            <a:headEnd len="sm" w="sm" type="none"/>
            <a:tailEnd len="sm" w="sm" type="none"/>
          </a:ln>
        </p:spPr>
      </p:cxn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29"/>
          <p:cNvSpPr txBox="1"/>
          <p:nvPr/>
        </p:nvSpPr>
        <p:spPr>
          <a:xfrm>
            <a:off x="427611" y="-41032"/>
            <a:ext cx="7734255" cy="535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2"/>
              </a:buClr>
              <a:buSzPts val="2600"/>
              <a:buFont typeface="Raleway"/>
              <a:buNone/>
            </a:pPr>
            <a:r>
              <a:rPr b="1" i="0" lang="es-419" sz="2400" u="none" cap="none" strike="noStrike">
                <a:solidFill>
                  <a:srgbClr val="681800"/>
                </a:solidFill>
                <a:latin typeface="Raleway"/>
                <a:ea typeface="Raleway"/>
                <a:cs typeface="Raleway"/>
                <a:sym typeface="Raleway"/>
              </a:rPr>
              <a:t>Nombres de referencia: Unidad de Alimentación</a:t>
            </a:r>
            <a:endParaRPr/>
          </a:p>
        </p:txBody>
      </p:sp>
      <p:graphicFrame>
        <p:nvGraphicFramePr>
          <p:cNvPr id="329" name="Google Shape;329;p29"/>
          <p:cNvGraphicFramePr/>
          <p:nvPr/>
        </p:nvGraphicFramePr>
        <p:xfrm>
          <a:off x="1584440" y="494168"/>
          <a:ext cx="3000000" cy="3000000"/>
        </p:xfrm>
        <a:graphic>
          <a:graphicData uri="http://schemas.openxmlformats.org/drawingml/2006/table">
            <a:tbl>
              <a:tblPr>
                <a:noFill/>
                <a:tableStyleId>{3FF80745-7821-485C-8F53-118708D8D5D8}</a:tableStyleId>
              </a:tblPr>
              <a:tblGrid>
                <a:gridCol w="2051900"/>
                <a:gridCol w="1603100"/>
                <a:gridCol w="2798250"/>
              </a:tblGrid>
              <a:tr h="186675">
                <a:tc>
                  <a:txBody>
                    <a:bodyPr/>
                    <a:lstStyle/>
                    <a:p>
                      <a:pPr indent="0" lvl="0" marL="0" marR="0" rtl="0" algn="ctr">
                        <a:lnSpc>
                          <a:spcPct val="100000"/>
                        </a:lnSpc>
                        <a:spcBef>
                          <a:spcPts val="0"/>
                        </a:spcBef>
                        <a:spcAft>
                          <a:spcPts val="0"/>
                        </a:spcAft>
                        <a:buNone/>
                      </a:pPr>
                      <a:r>
                        <a:rPr b="1" lang="es-419" sz="1050" u="none" cap="none" strike="noStrike">
                          <a:solidFill>
                            <a:schemeClr val="lt1"/>
                          </a:solidFill>
                        </a:rPr>
                        <a:t>Sensor/actuador</a:t>
                      </a:r>
                      <a:endParaRPr b="1" sz="1050" u="none" cap="none" strike="noStrike">
                        <a:solidFill>
                          <a:schemeClr val="lt1"/>
                        </a:solidFill>
                        <a:latin typeface="Arial"/>
                        <a:ea typeface="Arial"/>
                        <a:cs typeface="Arial"/>
                        <a:sym typeface="Arial"/>
                      </a:endParaRPr>
                    </a:p>
                  </a:txBody>
                  <a:tcPr marT="33075" marB="33075" marR="33075" marL="33075">
                    <a:solidFill>
                      <a:srgbClr val="14285A"/>
                    </a:solidFill>
                  </a:tcPr>
                </a:tc>
                <a:tc>
                  <a:txBody>
                    <a:bodyPr/>
                    <a:lstStyle/>
                    <a:p>
                      <a:pPr indent="0" lvl="0" marL="0" marR="0" rtl="0" algn="ctr">
                        <a:lnSpc>
                          <a:spcPct val="100000"/>
                        </a:lnSpc>
                        <a:spcBef>
                          <a:spcPts val="0"/>
                        </a:spcBef>
                        <a:spcAft>
                          <a:spcPts val="0"/>
                        </a:spcAft>
                        <a:buNone/>
                      </a:pPr>
                      <a:r>
                        <a:rPr b="1" lang="es-419" sz="1050" u="none" cap="none" strike="noStrike">
                          <a:solidFill>
                            <a:schemeClr val="lt1"/>
                          </a:solidFill>
                        </a:rPr>
                        <a:t>Nombre </a:t>
                      </a:r>
                      <a:endParaRPr b="1" sz="1050" u="none" cap="none" strike="noStrike">
                        <a:solidFill>
                          <a:schemeClr val="lt1"/>
                        </a:solidFill>
                        <a:latin typeface="Arial"/>
                        <a:ea typeface="Arial"/>
                        <a:cs typeface="Arial"/>
                        <a:sym typeface="Arial"/>
                      </a:endParaRPr>
                    </a:p>
                  </a:txBody>
                  <a:tcPr marT="33075" marB="33075" marR="33075" marL="33075">
                    <a:solidFill>
                      <a:srgbClr val="14285A"/>
                    </a:solidFill>
                  </a:tcPr>
                </a:tc>
                <a:tc>
                  <a:txBody>
                    <a:bodyPr/>
                    <a:lstStyle/>
                    <a:p>
                      <a:pPr indent="0" lvl="0" marL="0" marR="0" rtl="0" algn="ctr">
                        <a:lnSpc>
                          <a:spcPct val="100000"/>
                        </a:lnSpc>
                        <a:spcBef>
                          <a:spcPts val="0"/>
                        </a:spcBef>
                        <a:spcAft>
                          <a:spcPts val="0"/>
                        </a:spcAft>
                        <a:buNone/>
                      </a:pPr>
                      <a:r>
                        <a:rPr b="1" lang="es-419" sz="1050" u="none" cap="none" strike="noStrike">
                          <a:solidFill>
                            <a:schemeClr val="lt1"/>
                          </a:solidFill>
                          <a:latin typeface="Arial"/>
                          <a:ea typeface="Arial"/>
                          <a:cs typeface="Arial"/>
                          <a:sym typeface="Arial"/>
                        </a:rPr>
                        <a:t>Descripción</a:t>
                      </a:r>
                      <a:endParaRPr b="1" sz="1050" u="none" cap="none" strike="noStrike">
                        <a:solidFill>
                          <a:schemeClr val="lt1"/>
                        </a:solidFill>
                        <a:latin typeface="Arial"/>
                        <a:ea typeface="Arial"/>
                        <a:cs typeface="Arial"/>
                        <a:sym typeface="Arial"/>
                      </a:endParaRPr>
                    </a:p>
                  </a:txBody>
                  <a:tcPr marT="33075" marB="33075" marR="33075" marL="33075">
                    <a:solidFill>
                      <a:srgbClr val="14285A"/>
                    </a:solidFill>
                  </a:tcPr>
                </a:tc>
              </a:tr>
              <a:tr h="367875">
                <a:tc>
                  <a:txBody>
                    <a:bodyPr/>
                    <a:lstStyle/>
                    <a:p>
                      <a:pPr indent="0" lvl="0" marL="0" marR="0" rtl="0" algn="ctr">
                        <a:lnSpc>
                          <a:spcPct val="100000"/>
                        </a:lnSpc>
                        <a:spcBef>
                          <a:spcPts val="0"/>
                        </a:spcBef>
                        <a:spcAft>
                          <a:spcPts val="0"/>
                        </a:spcAft>
                        <a:buNone/>
                      </a:pPr>
                      <a:r>
                        <a:rPr lang="es-419" sz="1000" u="none" cap="none" strike="noStrike">
                          <a:solidFill>
                            <a:schemeClr val="dk2"/>
                          </a:solidFill>
                        </a:rPr>
                        <a:t>Cilindro neumático montado en la parte superior</a:t>
                      </a:r>
                      <a:endParaRPr sz="1000" u="none" cap="none" strike="noStrike">
                        <a:solidFill>
                          <a:schemeClr val="dk2"/>
                        </a:solidFill>
                        <a:latin typeface="Arial"/>
                        <a:ea typeface="Arial"/>
                        <a:cs typeface="Arial"/>
                        <a:sym typeface="Arial"/>
                      </a:endParaRPr>
                    </a:p>
                  </a:txBody>
                  <a:tcPr marT="33075" marB="33075" marR="33075" marL="33075"/>
                </a:tc>
                <a:tc>
                  <a:txBody>
                    <a:bodyPr/>
                    <a:lstStyle/>
                    <a:p>
                      <a:pPr indent="0" lvl="0" marL="0" marR="0" rtl="0" algn="ctr">
                        <a:lnSpc>
                          <a:spcPct val="100000"/>
                        </a:lnSpc>
                        <a:spcBef>
                          <a:spcPts val="0"/>
                        </a:spcBef>
                        <a:spcAft>
                          <a:spcPts val="0"/>
                        </a:spcAft>
                        <a:buNone/>
                      </a:pPr>
                      <a:r>
                        <a:rPr lang="es-419" sz="1000" u="none" cap="none" strike="noStrike">
                          <a:solidFill>
                            <a:schemeClr val="dk2"/>
                          </a:solidFill>
                        </a:rPr>
                        <a:t>piston_peq</a:t>
                      </a:r>
                      <a:endParaRPr sz="1000" u="none" cap="none" strike="noStrike">
                        <a:solidFill>
                          <a:schemeClr val="dk2"/>
                        </a:solidFill>
                        <a:latin typeface="Arial"/>
                        <a:ea typeface="Arial"/>
                        <a:cs typeface="Arial"/>
                        <a:sym typeface="Arial"/>
                      </a:endParaRPr>
                    </a:p>
                  </a:txBody>
                  <a:tcPr marT="33075" marB="33075" marR="33075" marL="33075"/>
                </a:tc>
                <a:tc>
                  <a:txBody>
                    <a:bodyPr/>
                    <a:lstStyle/>
                    <a:p>
                      <a:pPr indent="0" lvl="0" marL="0" marR="0" rtl="0" algn="ctr">
                        <a:lnSpc>
                          <a:spcPct val="100000"/>
                        </a:lnSpc>
                        <a:spcBef>
                          <a:spcPts val="0"/>
                        </a:spcBef>
                        <a:spcAft>
                          <a:spcPts val="0"/>
                        </a:spcAft>
                        <a:buNone/>
                      </a:pPr>
                      <a:r>
                        <a:rPr lang="es-419" sz="1000" u="none" cap="none" strike="noStrike">
                          <a:solidFill>
                            <a:schemeClr val="dk2"/>
                          </a:solidFill>
                        </a:rPr>
                        <a:t>piston_peq=1 (extendido)*</a:t>
                      </a:r>
                      <a:endParaRPr sz="1000" u="none" cap="none" strike="noStrike">
                        <a:solidFill>
                          <a:schemeClr val="dk2"/>
                        </a:solidFill>
                      </a:endParaRPr>
                    </a:p>
                    <a:p>
                      <a:pPr indent="0" lvl="0" marL="0" marR="0" rtl="0" algn="ctr">
                        <a:lnSpc>
                          <a:spcPct val="100000"/>
                        </a:lnSpc>
                        <a:spcBef>
                          <a:spcPts val="0"/>
                        </a:spcBef>
                        <a:spcAft>
                          <a:spcPts val="0"/>
                        </a:spcAft>
                        <a:buNone/>
                      </a:pPr>
                      <a:r>
                        <a:rPr lang="es-419" sz="1000" u="none" cap="none" strike="noStrike">
                          <a:solidFill>
                            <a:schemeClr val="dk2"/>
                          </a:solidFill>
                        </a:rPr>
                        <a:t>piston_peq=0 (retraido)*</a:t>
                      </a:r>
                      <a:endParaRPr sz="1000" u="none" cap="none" strike="noStrike">
                        <a:solidFill>
                          <a:schemeClr val="dk2"/>
                        </a:solidFill>
                        <a:latin typeface="Arial"/>
                        <a:ea typeface="Arial"/>
                        <a:cs typeface="Arial"/>
                        <a:sym typeface="Arial"/>
                      </a:endParaRPr>
                    </a:p>
                  </a:txBody>
                  <a:tcPr marT="33075" marB="33075" marR="33075" marL="33075"/>
                </a:tc>
              </a:tr>
              <a:tr h="349700">
                <a:tc>
                  <a:txBody>
                    <a:bodyPr/>
                    <a:lstStyle/>
                    <a:p>
                      <a:pPr indent="0" lvl="0" marL="0" marR="0" rtl="0" algn="ctr">
                        <a:lnSpc>
                          <a:spcPct val="100000"/>
                        </a:lnSpc>
                        <a:spcBef>
                          <a:spcPts val="0"/>
                        </a:spcBef>
                        <a:spcAft>
                          <a:spcPts val="0"/>
                        </a:spcAft>
                        <a:buNone/>
                      </a:pPr>
                      <a:r>
                        <a:rPr lang="es-419" sz="1000" u="none" cap="none" strike="noStrike">
                          <a:solidFill>
                            <a:schemeClr val="dk2"/>
                          </a:solidFill>
                        </a:rPr>
                        <a:t>Cilindro neumático montado en la parte inferior</a:t>
                      </a:r>
                      <a:endParaRPr sz="1000" u="none" cap="none" strike="noStrike">
                        <a:solidFill>
                          <a:schemeClr val="dk2"/>
                        </a:solidFill>
                        <a:latin typeface="Arial"/>
                        <a:ea typeface="Arial"/>
                        <a:cs typeface="Arial"/>
                        <a:sym typeface="Arial"/>
                      </a:endParaRPr>
                    </a:p>
                  </a:txBody>
                  <a:tcPr marT="33075" marB="33075" marR="33075" marL="33075"/>
                </a:tc>
                <a:tc>
                  <a:txBody>
                    <a:bodyPr/>
                    <a:lstStyle/>
                    <a:p>
                      <a:pPr indent="0" lvl="0" marL="0" marR="0" rtl="0" algn="ctr">
                        <a:lnSpc>
                          <a:spcPct val="100000"/>
                        </a:lnSpc>
                        <a:spcBef>
                          <a:spcPts val="0"/>
                        </a:spcBef>
                        <a:spcAft>
                          <a:spcPts val="0"/>
                        </a:spcAft>
                        <a:buNone/>
                      </a:pPr>
                      <a:r>
                        <a:rPr lang="es-419" sz="1000" u="none" cap="none" strike="noStrike">
                          <a:solidFill>
                            <a:schemeClr val="dk2"/>
                          </a:solidFill>
                        </a:rPr>
                        <a:t>piston_grande</a:t>
                      </a:r>
                      <a:endParaRPr sz="1000" u="none" cap="none" strike="noStrike">
                        <a:solidFill>
                          <a:schemeClr val="dk2"/>
                        </a:solidFill>
                        <a:latin typeface="Arial"/>
                        <a:ea typeface="Arial"/>
                        <a:cs typeface="Arial"/>
                        <a:sym typeface="Arial"/>
                      </a:endParaRPr>
                    </a:p>
                  </a:txBody>
                  <a:tcPr marT="33075" marB="33075" marR="33075" marL="33075"/>
                </a:tc>
                <a:tc>
                  <a:txBody>
                    <a:bodyPr/>
                    <a:lstStyle/>
                    <a:p>
                      <a:pPr indent="0" lvl="0" marL="0" marR="0" rtl="0" algn="ctr">
                        <a:lnSpc>
                          <a:spcPct val="100000"/>
                        </a:lnSpc>
                        <a:spcBef>
                          <a:spcPts val="0"/>
                        </a:spcBef>
                        <a:spcAft>
                          <a:spcPts val="0"/>
                        </a:spcAft>
                        <a:buNone/>
                      </a:pPr>
                      <a:r>
                        <a:rPr lang="es-419" sz="1000" u="none" cap="none" strike="noStrike">
                          <a:solidFill>
                            <a:schemeClr val="dk2"/>
                          </a:solidFill>
                        </a:rPr>
                        <a:t>piston_grande=1 (extendido)*</a:t>
                      </a:r>
                      <a:endParaRPr sz="1000" u="none" cap="none" strike="noStrike">
                        <a:solidFill>
                          <a:schemeClr val="dk2"/>
                        </a:solidFill>
                      </a:endParaRPr>
                    </a:p>
                    <a:p>
                      <a:pPr indent="0" lvl="0" marL="0" marR="0" rtl="0" algn="ctr">
                        <a:lnSpc>
                          <a:spcPct val="100000"/>
                        </a:lnSpc>
                        <a:spcBef>
                          <a:spcPts val="0"/>
                        </a:spcBef>
                        <a:spcAft>
                          <a:spcPts val="0"/>
                        </a:spcAft>
                        <a:buNone/>
                      </a:pPr>
                      <a:r>
                        <a:rPr lang="es-419" sz="1000" u="none" cap="none" strike="noStrike">
                          <a:solidFill>
                            <a:schemeClr val="dk2"/>
                          </a:solidFill>
                        </a:rPr>
                        <a:t>piston_grande=0 (retraido)*</a:t>
                      </a:r>
                      <a:endParaRPr sz="1000" u="none" cap="none" strike="noStrike">
                        <a:solidFill>
                          <a:schemeClr val="dk2"/>
                        </a:solidFill>
                        <a:latin typeface="Arial"/>
                        <a:ea typeface="Arial"/>
                        <a:cs typeface="Arial"/>
                        <a:sym typeface="Arial"/>
                      </a:endParaRPr>
                    </a:p>
                  </a:txBody>
                  <a:tcPr marT="33075" marB="33075" marR="33075" marL="33075"/>
                </a:tc>
              </a:tr>
              <a:tr h="307575">
                <a:tc>
                  <a:txBody>
                    <a:bodyPr/>
                    <a:lstStyle/>
                    <a:p>
                      <a:pPr indent="0" lvl="0" marL="0" marR="0" rtl="0" algn="ctr">
                        <a:lnSpc>
                          <a:spcPct val="100000"/>
                        </a:lnSpc>
                        <a:spcBef>
                          <a:spcPts val="0"/>
                        </a:spcBef>
                        <a:spcAft>
                          <a:spcPts val="0"/>
                        </a:spcAft>
                        <a:buNone/>
                      </a:pPr>
                      <a:r>
                        <a:rPr lang="es-419" sz="1000" u="none" cap="none" strike="noStrike">
                          <a:solidFill>
                            <a:schemeClr val="dk2"/>
                          </a:solidFill>
                        </a:rPr>
                        <a:t>Sensor magnetico piston_peq (extendido)</a:t>
                      </a:r>
                      <a:endParaRPr sz="1000" u="none" cap="none" strike="noStrike">
                        <a:solidFill>
                          <a:schemeClr val="dk2"/>
                        </a:solidFill>
                        <a:latin typeface="Arial"/>
                        <a:ea typeface="Arial"/>
                        <a:cs typeface="Arial"/>
                        <a:sym typeface="Arial"/>
                      </a:endParaRPr>
                    </a:p>
                  </a:txBody>
                  <a:tcPr marT="33075" marB="33075" marR="33075" marL="33075"/>
                </a:tc>
                <a:tc>
                  <a:txBody>
                    <a:bodyPr/>
                    <a:lstStyle/>
                    <a:p>
                      <a:pPr indent="0" lvl="0" marL="0" marR="0" rtl="0" algn="ctr">
                        <a:lnSpc>
                          <a:spcPct val="100000"/>
                        </a:lnSpc>
                        <a:spcBef>
                          <a:spcPts val="0"/>
                        </a:spcBef>
                        <a:spcAft>
                          <a:spcPts val="0"/>
                        </a:spcAft>
                        <a:buNone/>
                      </a:pPr>
                      <a:r>
                        <a:rPr lang="es-419" sz="1000" u="none" cap="none" strike="noStrike">
                          <a:solidFill>
                            <a:schemeClr val="dk2"/>
                          </a:solidFill>
                        </a:rPr>
                        <a:t>PISTON_PEQ_ADELANT</a:t>
                      </a:r>
                      <a:endParaRPr sz="1000" u="none" cap="none" strike="noStrike">
                        <a:solidFill>
                          <a:schemeClr val="dk2"/>
                        </a:solidFill>
                        <a:latin typeface="Arial"/>
                        <a:ea typeface="Arial"/>
                        <a:cs typeface="Arial"/>
                        <a:sym typeface="Arial"/>
                      </a:endParaRPr>
                    </a:p>
                  </a:txBody>
                  <a:tcPr marT="33075" marB="33075" marR="33075" marL="33075"/>
                </a:tc>
                <a:tc>
                  <a:txBody>
                    <a:bodyPr/>
                    <a:lstStyle/>
                    <a:p>
                      <a:pPr indent="0" lvl="0" marL="0" marR="0" rtl="0" algn="ctr">
                        <a:lnSpc>
                          <a:spcPct val="100000"/>
                        </a:lnSpc>
                        <a:spcBef>
                          <a:spcPts val="0"/>
                        </a:spcBef>
                        <a:spcAft>
                          <a:spcPts val="0"/>
                        </a:spcAft>
                        <a:buNone/>
                      </a:pPr>
                      <a:r>
                        <a:rPr lang="es-419" sz="1000" u="none" cap="none" strike="noStrike">
                          <a:solidFill>
                            <a:schemeClr val="dk2"/>
                          </a:solidFill>
                        </a:rPr>
                        <a:t> </a:t>
                      </a:r>
                      <a:endParaRPr sz="1000" u="none" cap="none" strike="noStrike">
                        <a:solidFill>
                          <a:schemeClr val="dk2"/>
                        </a:solidFill>
                        <a:latin typeface="Arial"/>
                        <a:ea typeface="Arial"/>
                        <a:cs typeface="Arial"/>
                        <a:sym typeface="Arial"/>
                      </a:endParaRPr>
                    </a:p>
                  </a:txBody>
                  <a:tcPr marT="33075" marB="33075" marR="33075" marL="33075"/>
                </a:tc>
              </a:tr>
              <a:tr h="307575">
                <a:tc>
                  <a:txBody>
                    <a:bodyPr/>
                    <a:lstStyle/>
                    <a:p>
                      <a:pPr indent="0" lvl="0" marL="0" marR="0" rtl="0" algn="ctr">
                        <a:lnSpc>
                          <a:spcPct val="100000"/>
                        </a:lnSpc>
                        <a:spcBef>
                          <a:spcPts val="0"/>
                        </a:spcBef>
                        <a:spcAft>
                          <a:spcPts val="0"/>
                        </a:spcAft>
                        <a:buNone/>
                      </a:pPr>
                      <a:r>
                        <a:rPr lang="es-419" sz="1000" u="none" cap="none" strike="noStrike">
                          <a:solidFill>
                            <a:schemeClr val="dk2"/>
                          </a:solidFill>
                        </a:rPr>
                        <a:t>Sensor magnetico piston_peq (retraído)</a:t>
                      </a:r>
                      <a:endParaRPr sz="1000" u="none" cap="none" strike="noStrike">
                        <a:solidFill>
                          <a:schemeClr val="dk2"/>
                        </a:solidFill>
                        <a:latin typeface="Arial"/>
                        <a:ea typeface="Arial"/>
                        <a:cs typeface="Arial"/>
                        <a:sym typeface="Arial"/>
                      </a:endParaRPr>
                    </a:p>
                  </a:txBody>
                  <a:tcPr marT="33075" marB="33075" marR="33075" marL="33075"/>
                </a:tc>
                <a:tc>
                  <a:txBody>
                    <a:bodyPr/>
                    <a:lstStyle/>
                    <a:p>
                      <a:pPr indent="0" lvl="0" marL="0" marR="0" rtl="0" algn="ctr">
                        <a:lnSpc>
                          <a:spcPct val="100000"/>
                        </a:lnSpc>
                        <a:spcBef>
                          <a:spcPts val="0"/>
                        </a:spcBef>
                        <a:spcAft>
                          <a:spcPts val="0"/>
                        </a:spcAft>
                        <a:buNone/>
                      </a:pPr>
                      <a:r>
                        <a:rPr lang="es-419" sz="1000" u="none" cap="none" strike="noStrike">
                          <a:solidFill>
                            <a:schemeClr val="dk2"/>
                          </a:solidFill>
                        </a:rPr>
                        <a:t>PISTON_PEQ_ATR</a:t>
                      </a:r>
                      <a:endParaRPr sz="1000" u="none" cap="none" strike="noStrike">
                        <a:solidFill>
                          <a:schemeClr val="dk2"/>
                        </a:solidFill>
                        <a:latin typeface="Arial"/>
                        <a:ea typeface="Arial"/>
                        <a:cs typeface="Arial"/>
                        <a:sym typeface="Arial"/>
                      </a:endParaRPr>
                    </a:p>
                  </a:txBody>
                  <a:tcPr marT="33075" marB="33075" marR="33075" marL="33075"/>
                </a:tc>
                <a:tc>
                  <a:txBody>
                    <a:bodyPr/>
                    <a:lstStyle/>
                    <a:p>
                      <a:pPr indent="0" lvl="0" marL="0" marR="0" rtl="0" algn="ctr">
                        <a:lnSpc>
                          <a:spcPct val="100000"/>
                        </a:lnSpc>
                        <a:spcBef>
                          <a:spcPts val="0"/>
                        </a:spcBef>
                        <a:spcAft>
                          <a:spcPts val="0"/>
                        </a:spcAft>
                        <a:buNone/>
                      </a:pPr>
                      <a:r>
                        <a:rPr lang="es-419" sz="1000" u="none" cap="none" strike="noStrike">
                          <a:solidFill>
                            <a:schemeClr val="dk2"/>
                          </a:solidFill>
                        </a:rPr>
                        <a:t> </a:t>
                      </a:r>
                      <a:endParaRPr sz="1000" u="none" cap="none" strike="noStrike">
                        <a:solidFill>
                          <a:schemeClr val="dk2"/>
                        </a:solidFill>
                      </a:endParaRPr>
                    </a:p>
                    <a:p>
                      <a:pPr indent="0" lvl="0" marL="0" marR="0" rtl="0" algn="ctr">
                        <a:lnSpc>
                          <a:spcPct val="100000"/>
                        </a:lnSpc>
                        <a:spcBef>
                          <a:spcPts val="0"/>
                        </a:spcBef>
                        <a:spcAft>
                          <a:spcPts val="0"/>
                        </a:spcAft>
                        <a:buNone/>
                      </a:pPr>
                      <a:r>
                        <a:rPr lang="es-419" sz="1000" u="none" cap="none" strike="noStrike">
                          <a:solidFill>
                            <a:schemeClr val="dk2"/>
                          </a:solidFill>
                        </a:rPr>
                        <a:t> </a:t>
                      </a:r>
                      <a:endParaRPr sz="1000" u="none" cap="none" strike="noStrike">
                        <a:solidFill>
                          <a:schemeClr val="dk2"/>
                        </a:solidFill>
                        <a:latin typeface="Arial"/>
                        <a:ea typeface="Arial"/>
                        <a:cs typeface="Arial"/>
                        <a:sym typeface="Arial"/>
                      </a:endParaRPr>
                    </a:p>
                  </a:txBody>
                  <a:tcPr marT="33075" marB="33075" marR="33075" marL="33075"/>
                </a:tc>
              </a:tr>
              <a:tr h="307575">
                <a:tc>
                  <a:txBody>
                    <a:bodyPr/>
                    <a:lstStyle/>
                    <a:p>
                      <a:pPr indent="0" lvl="0" marL="0" marR="0" rtl="0" algn="ctr">
                        <a:lnSpc>
                          <a:spcPct val="100000"/>
                        </a:lnSpc>
                        <a:spcBef>
                          <a:spcPts val="0"/>
                        </a:spcBef>
                        <a:spcAft>
                          <a:spcPts val="0"/>
                        </a:spcAft>
                        <a:buNone/>
                      </a:pPr>
                      <a:r>
                        <a:rPr lang="es-419" sz="1000" u="none" cap="none" strike="noStrike">
                          <a:solidFill>
                            <a:schemeClr val="dk2"/>
                          </a:solidFill>
                        </a:rPr>
                        <a:t>Sensor magnetico piston_grande (extendido)</a:t>
                      </a:r>
                      <a:endParaRPr sz="1000" u="none" cap="none" strike="noStrike">
                        <a:solidFill>
                          <a:schemeClr val="dk2"/>
                        </a:solidFill>
                        <a:latin typeface="Arial"/>
                        <a:ea typeface="Arial"/>
                        <a:cs typeface="Arial"/>
                        <a:sym typeface="Arial"/>
                      </a:endParaRPr>
                    </a:p>
                  </a:txBody>
                  <a:tcPr marT="33075" marB="33075" marR="33075" marL="33075"/>
                </a:tc>
                <a:tc>
                  <a:txBody>
                    <a:bodyPr/>
                    <a:lstStyle/>
                    <a:p>
                      <a:pPr indent="0" lvl="0" marL="0" marR="0" rtl="0" algn="ctr">
                        <a:lnSpc>
                          <a:spcPct val="100000"/>
                        </a:lnSpc>
                        <a:spcBef>
                          <a:spcPts val="0"/>
                        </a:spcBef>
                        <a:spcAft>
                          <a:spcPts val="0"/>
                        </a:spcAft>
                        <a:buNone/>
                      </a:pPr>
                      <a:r>
                        <a:rPr lang="es-419" sz="1000" u="none" cap="none" strike="noStrike">
                          <a:solidFill>
                            <a:schemeClr val="dk2"/>
                          </a:solidFill>
                        </a:rPr>
                        <a:t>GRANDE_ADEL</a:t>
                      </a:r>
                      <a:endParaRPr sz="1000" u="none" cap="none" strike="noStrike">
                        <a:solidFill>
                          <a:schemeClr val="dk2"/>
                        </a:solidFill>
                        <a:latin typeface="Arial"/>
                        <a:ea typeface="Arial"/>
                        <a:cs typeface="Arial"/>
                        <a:sym typeface="Arial"/>
                      </a:endParaRPr>
                    </a:p>
                  </a:txBody>
                  <a:tcPr marT="33075" marB="33075" marR="33075" marL="33075"/>
                </a:tc>
                <a:tc>
                  <a:txBody>
                    <a:bodyPr/>
                    <a:lstStyle/>
                    <a:p>
                      <a:pPr indent="0" lvl="0" marL="0" marR="0" rtl="0" algn="ctr">
                        <a:lnSpc>
                          <a:spcPct val="100000"/>
                        </a:lnSpc>
                        <a:spcBef>
                          <a:spcPts val="0"/>
                        </a:spcBef>
                        <a:spcAft>
                          <a:spcPts val="0"/>
                        </a:spcAft>
                        <a:buNone/>
                      </a:pPr>
                      <a:r>
                        <a:rPr lang="es-419" sz="1000" u="none" cap="none" strike="noStrike">
                          <a:solidFill>
                            <a:schemeClr val="dk2"/>
                          </a:solidFill>
                        </a:rPr>
                        <a:t> </a:t>
                      </a:r>
                      <a:endParaRPr sz="1000" u="none" cap="none" strike="noStrike">
                        <a:solidFill>
                          <a:schemeClr val="dk2"/>
                        </a:solidFill>
                        <a:latin typeface="Arial"/>
                        <a:ea typeface="Arial"/>
                        <a:cs typeface="Arial"/>
                        <a:sym typeface="Arial"/>
                      </a:endParaRPr>
                    </a:p>
                  </a:txBody>
                  <a:tcPr marT="33075" marB="33075" marR="33075" marL="33075"/>
                </a:tc>
              </a:tr>
              <a:tr h="307575">
                <a:tc>
                  <a:txBody>
                    <a:bodyPr/>
                    <a:lstStyle/>
                    <a:p>
                      <a:pPr indent="0" lvl="0" marL="0" marR="0" rtl="0" algn="ctr">
                        <a:lnSpc>
                          <a:spcPct val="100000"/>
                        </a:lnSpc>
                        <a:spcBef>
                          <a:spcPts val="0"/>
                        </a:spcBef>
                        <a:spcAft>
                          <a:spcPts val="0"/>
                        </a:spcAft>
                        <a:buNone/>
                      </a:pPr>
                      <a:r>
                        <a:rPr lang="es-419" sz="1000" u="none" cap="none" strike="noStrike">
                          <a:solidFill>
                            <a:schemeClr val="dk2"/>
                          </a:solidFill>
                        </a:rPr>
                        <a:t>Sensor magnetico piston_grande (retraído)</a:t>
                      </a:r>
                      <a:endParaRPr sz="1000" u="none" cap="none" strike="noStrike">
                        <a:solidFill>
                          <a:schemeClr val="dk2"/>
                        </a:solidFill>
                        <a:latin typeface="Arial"/>
                        <a:ea typeface="Arial"/>
                        <a:cs typeface="Arial"/>
                        <a:sym typeface="Arial"/>
                      </a:endParaRPr>
                    </a:p>
                  </a:txBody>
                  <a:tcPr marT="33075" marB="33075" marR="33075" marL="33075"/>
                </a:tc>
                <a:tc>
                  <a:txBody>
                    <a:bodyPr/>
                    <a:lstStyle/>
                    <a:p>
                      <a:pPr indent="0" lvl="0" marL="0" marR="0" rtl="0" algn="ctr">
                        <a:lnSpc>
                          <a:spcPct val="100000"/>
                        </a:lnSpc>
                        <a:spcBef>
                          <a:spcPts val="0"/>
                        </a:spcBef>
                        <a:spcAft>
                          <a:spcPts val="0"/>
                        </a:spcAft>
                        <a:buNone/>
                      </a:pPr>
                      <a:r>
                        <a:rPr lang="es-419" sz="1000" u="none" cap="none" strike="noStrike">
                          <a:solidFill>
                            <a:schemeClr val="dk2"/>
                          </a:solidFill>
                        </a:rPr>
                        <a:t>GRANDE_ATRAS</a:t>
                      </a:r>
                      <a:endParaRPr sz="1000" u="none" cap="none" strike="noStrike">
                        <a:solidFill>
                          <a:schemeClr val="dk2"/>
                        </a:solidFill>
                        <a:latin typeface="Arial"/>
                        <a:ea typeface="Arial"/>
                        <a:cs typeface="Arial"/>
                        <a:sym typeface="Arial"/>
                      </a:endParaRPr>
                    </a:p>
                  </a:txBody>
                  <a:tcPr marT="33075" marB="33075" marR="33075" marL="33075"/>
                </a:tc>
                <a:tc>
                  <a:txBody>
                    <a:bodyPr/>
                    <a:lstStyle/>
                    <a:p>
                      <a:pPr indent="0" lvl="0" marL="0" marR="0" rtl="0" algn="ctr">
                        <a:lnSpc>
                          <a:spcPct val="100000"/>
                        </a:lnSpc>
                        <a:spcBef>
                          <a:spcPts val="0"/>
                        </a:spcBef>
                        <a:spcAft>
                          <a:spcPts val="0"/>
                        </a:spcAft>
                        <a:buNone/>
                      </a:pPr>
                      <a:r>
                        <a:rPr lang="es-419" sz="1000" u="none" cap="none" strike="noStrike">
                          <a:solidFill>
                            <a:schemeClr val="dk2"/>
                          </a:solidFill>
                        </a:rPr>
                        <a:t> </a:t>
                      </a:r>
                      <a:endParaRPr sz="1000" u="none" cap="none" strike="noStrike">
                        <a:solidFill>
                          <a:schemeClr val="dk2"/>
                        </a:solidFill>
                        <a:latin typeface="Arial"/>
                        <a:ea typeface="Arial"/>
                        <a:cs typeface="Arial"/>
                        <a:sym typeface="Arial"/>
                      </a:endParaRPr>
                    </a:p>
                  </a:txBody>
                  <a:tcPr marT="33075" marB="33075" marR="33075" marL="33075"/>
                </a:tc>
              </a:tr>
              <a:tr h="349125">
                <a:tc>
                  <a:txBody>
                    <a:bodyPr/>
                    <a:lstStyle/>
                    <a:p>
                      <a:pPr indent="0" lvl="0" marL="0" marR="0" rtl="0" algn="ctr">
                        <a:lnSpc>
                          <a:spcPct val="100000"/>
                        </a:lnSpc>
                        <a:spcBef>
                          <a:spcPts val="0"/>
                        </a:spcBef>
                        <a:spcAft>
                          <a:spcPts val="0"/>
                        </a:spcAft>
                        <a:buNone/>
                      </a:pPr>
                      <a:r>
                        <a:rPr lang="es-419" sz="1000" u="none" cap="none" strike="noStrike">
                          <a:solidFill>
                            <a:schemeClr val="dk2"/>
                          </a:solidFill>
                        </a:rPr>
                        <a:t>Sensor fotoeléctrico pen el tubo de alimentación</a:t>
                      </a:r>
                      <a:endParaRPr sz="1000" u="none" cap="none" strike="noStrike">
                        <a:solidFill>
                          <a:schemeClr val="dk2"/>
                        </a:solidFill>
                        <a:latin typeface="Arial"/>
                        <a:ea typeface="Arial"/>
                        <a:cs typeface="Arial"/>
                        <a:sym typeface="Arial"/>
                      </a:endParaRPr>
                    </a:p>
                  </a:txBody>
                  <a:tcPr marT="33075" marB="33075" marR="33075" marL="33075"/>
                </a:tc>
                <a:tc>
                  <a:txBody>
                    <a:bodyPr/>
                    <a:lstStyle/>
                    <a:p>
                      <a:pPr indent="0" lvl="0" marL="0" marR="0" rtl="0" algn="ctr">
                        <a:lnSpc>
                          <a:spcPct val="100000"/>
                        </a:lnSpc>
                        <a:spcBef>
                          <a:spcPts val="0"/>
                        </a:spcBef>
                        <a:spcAft>
                          <a:spcPts val="0"/>
                        </a:spcAft>
                        <a:buNone/>
                      </a:pPr>
                      <a:r>
                        <a:rPr lang="es-419" sz="1000" u="none" cap="none" strike="noStrike">
                          <a:solidFill>
                            <a:schemeClr val="dk2"/>
                          </a:solidFill>
                        </a:rPr>
                        <a:t>presencia_pieza</a:t>
                      </a:r>
                      <a:endParaRPr sz="1000" u="none" cap="none" strike="noStrike">
                        <a:solidFill>
                          <a:schemeClr val="dk2"/>
                        </a:solidFill>
                        <a:latin typeface="Arial"/>
                        <a:ea typeface="Arial"/>
                        <a:cs typeface="Arial"/>
                        <a:sym typeface="Arial"/>
                      </a:endParaRPr>
                    </a:p>
                  </a:txBody>
                  <a:tcPr marT="33075" marB="33075" marR="33075" marL="33075"/>
                </a:tc>
                <a:tc>
                  <a:txBody>
                    <a:bodyPr/>
                    <a:lstStyle/>
                    <a:p>
                      <a:pPr indent="0" lvl="0" marL="0" marR="0" rtl="0" algn="ctr">
                        <a:lnSpc>
                          <a:spcPct val="100000"/>
                        </a:lnSpc>
                        <a:spcBef>
                          <a:spcPts val="0"/>
                        </a:spcBef>
                        <a:spcAft>
                          <a:spcPts val="0"/>
                        </a:spcAft>
                        <a:buNone/>
                      </a:pPr>
                      <a:r>
                        <a:rPr lang="es-419" sz="1000" u="none" cap="none" strike="noStrike">
                          <a:solidFill>
                            <a:schemeClr val="dk2"/>
                          </a:solidFill>
                        </a:rPr>
                        <a:t>presencia_pieza=1 (hay presencia)</a:t>
                      </a:r>
                      <a:endParaRPr sz="1000" u="none" cap="none" strike="noStrike">
                        <a:solidFill>
                          <a:schemeClr val="dk2"/>
                        </a:solidFill>
                        <a:latin typeface="Arial"/>
                        <a:ea typeface="Arial"/>
                        <a:cs typeface="Arial"/>
                        <a:sym typeface="Arial"/>
                      </a:endParaRPr>
                    </a:p>
                  </a:txBody>
                  <a:tcPr marT="33075" marB="33075" marR="33075" marL="33075"/>
                </a:tc>
              </a:tr>
              <a:tr h="428500">
                <a:tc>
                  <a:txBody>
                    <a:bodyPr/>
                    <a:lstStyle/>
                    <a:p>
                      <a:pPr indent="0" lvl="0" marL="0" marR="0" rtl="0" algn="ctr">
                        <a:lnSpc>
                          <a:spcPct val="100000"/>
                        </a:lnSpc>
                        <a:spcBef>
                          <a:spcPts val="0"/>
                        </a:spcBef>
                        <a:spcAft>
                          <a:spcPts val="0"/>
                        </a:spcAft>
                        <a:buNone/>
                      </a:pPr>
                      <a:r>
                        <a:rPr lang="es-419" sz="1000" u="none" cap="none" strike="noStrike">
                          <a:solidFill>
                            <a:schemeClr val="dk2"/>
                          </a:solidFill>
                        </a:rPr>
                        <a:t>Sensor fotoeléctrico para la presencia en la posición final</a:t>
                      </a:r>
                      <a:endParaRPr sz="1000" u="none" cap="none" strike="noStrike">
                        <a:solidFill>
                          <a:schemeClr val="dk2"/>
                        </a:solidFill>
                        <a:latin typeface="Arial"/>
                        <a:ea typeface="Arial"/>
                        <a:cs typeface="Arial"/>
                        <a:sym typeface="Arial"/>
                      </a:endParaRPr>
                    </a:p>
                  </a:txBody>
                  <a:tcPr marT="33075" marB="33075" marR="33075" marL="33075"/>
                </a:tc>
                <a:tc>
                  <a:txBody>
                    <a:bodyPr/>
                    <a:lstStyle/>
                    <a:p>
                      <a:pPr indent="0" lvl="0" marL="0" marR="0" rtl="0" algn="ctr">
                        <a:lnSpc>
                          <a:spcPct val="100000"/>
                        </a:lnSpc>
                        <a:spcBef>
                          <a:spcPts val="0"/>
                        </a:spcBef>
                        <a:spcAft>
                          <a:spcPts val="0"/>
                        </a:spcAft>
                        <a:buNone/>
                      </a:pPr>
                      <a:r>
                        <a:rPr lang="es-419" sz="1000" u="none" cap="none" strike="noStrike">
                          <a:solidFill>
                            <a:schemeClr val="dk2"/>
                          </a:solidFill>
                        </a:rPr>
                        <a:t>posicion_pieza_final</a:t>
                      </a:r>
                      <a:endParaRPr sz="1000" u="none" cap="none" strike="noStrike">
                        <a:solidFill>
                          <a:schemeClr val="dk2"/>
                        </a:solidFill>
                        <a:latin typeface="Arial"/>
                        <a:ea typeface="Arial"/>
                        <a:cs typeface="Arial"/>
                        <a:sym typeface="Arial"/>
                      </a:endParaRPr>
                    </a:p>
                  </a:txBody>
                  <a:tcPr marT="33075" marB="33075" marR="33075" marL="33075"/>
                </a:tc>
                <a:tc>
                  <a:txBody>
                    <a:bodyPr/>
                    <a:lstStyle/>
                    <a:p>
                      <a:pPr indent="0" lvl="0" marL="0" marR="0" rtl="0" algn="ctr">
                        <a:lnSpc>
                          <a:spcPct val="100000"/>
                        </a:lnSpc>
                        <a:spcBef>
                          <a:spcPts val="0"/>
                        </a:spcBef>
                        <a:spcAft>
                          <a:spcPts val="0"/>
                        </a:spcAft>
                        <a:buNone/>
                      </a:pPr>
                      <a:r>
                        <a:rPr lang="es-419" sz="1000" u="none" cap="none" strike="noStrike">
                          <a:solidFill>
                            <a:schemeClr val="dk2"/>
                          </a:solidFill>
                        </a:rPr>
                        <a:t>posicion_pieza_final=1 (hay presencia)</a:t>
                      </a:r>
                      <a:endParaRPr sz="1000" u="none" cap="none" strike="noStrike">
                        <a:solidFill>
                          <a:schemeClr val="dk2"/>
                        </a:solidFill>
                        <a:latin typeface="Arial"/>
                        <a:ea typeface="Arial"/>
                        <a:cs typeface="Arial"/>
                        <a:sym typeface="Arial"/>
                      </a:endParaRPr>
                    </a:p>
                  </a:txBody>
                  <a:tcPr marT="33075" marB="33075" marR="33075" marL="33075"/>
                </a:tc>
              </a:tr>
              <a:tr h="186675">
                <a:tc>
                  <a:txBody>
                    <a:bodyPr/>
                    <a:lstStyle/>
                    <a:p>
                      <a:pPr indent="0" lvl="0" marL="0" marR="0" rtl="0" algn="ctr">
                        <a:lnSpc>
                          <a:spcPct val="100000"/>
                        </a:lnSpc>
                        <a:spcBef>
                          <a:spcPts val="0"/>
                        </a:spcBef>
                        <a:spcAft>
                          <a:spcPts val="0"/>
                        </a:spcAft>
                        <a:buNone/>
                      </a:pPr>
                      <a:r>
                        <a:rPr lang="es-419" sz="1000" u="none" cap="none" strike="noStrike">
                          <a:solidFill>
                            <a:schemeClr val="dk2"/>
                          </a:solidFill>
                        </a:rPr>
                        <a:t>Pulsador verde</a:t>
                      </a:r>
                      <a:endParaRPr sz="1000" u="none" cap="none" strike="noStrike">
                        <a:solidFill>
                          <a:schemeClr val="dk2"/>
                        </a:solidFill>
                        <a:latin typeface="Arial"/>
                        <a:ea typeface="Arial"/>
                        <a:cs typeface="Arial"/>
                        <a:sym typeface="Arial"/>
                      </a:endParaRPr>
                    </a:p>
                  </a:txBody>
                  <a:tcPr marT="33075" marB="33075" marR="33075" marL="33075"/>
                </a:tc>
                <a:tc>
                  <a:txBody>
                    <a:bodyPr/>
                    <a:lstStyle/>
                    <a:p>
                      <a:pPr indent="0" lvl="0" marL="0" marR="0" rtl="0" algn="ctr">
                        <a:lnSpc>
                          <a:spcPct val="100000"/>
                        </a:lnSpc>
                        <a:spcBef>
                          <a:spcPts val="0"/>
                        </a:spcBef>
                        <a:spcAft>
                          <a:spcPts val="0"/>
                        </a:spcAft>
                        <a:buNone/>
                      </a:pPr>
                      <a:r>
                        <a:rPr lang="es-419" sz="1000" u="none" cap="none" strike="noStrike">
                          <a:solidFill>
                            <a:schemeClr val="dk2"/>
                          </a:solidFill>
                        </a:rPr>
                        <a:t>SB1</a:t>
                      </a:r>
                      <a:endParaRPr sz="1000" u="none" cap="none" strike="noStrike">
                        <a:solidFill>
                          <a:schemeClr val="dk2"/>
                        </a:solidFill>
                        <a:latin typeface="Arial"/>
                        <a:ea typeface="Arial"/>
                        <a:cs typeface="Arial"/>
                        <a:sym typeface="Arial"/>
                      </a:endParaRPr>
                    </a:p>
                  </a:txBody>
                  <a:tcPr marT="33075" marB="33075" marR="33075" marL="33075"/>
                </a:tc>
                <a:tc>
                  <a:txBody>
                    <a:bodyPr/>
                    <a:lstStyle/>
                    <a:p>
                      <a:pPr indent="0" lvl="0" marL="0" marR="0" rtl="0" algn="ctr">
                        <a:lnSpc>
                          <a:spcPct val="100000"/>
                        </a:lnSpc>
                        <a:spcBef>
                          <a:spcPts val="0"/>
                        </a:spcBef>
                        <a:spcAft>
                          <a:spcPts val="0"/>
                        </a:spcAft>
                        <a:buNone/>
                      </a:pPr>
                      <a:r>
                        <a:rPr lang="es-419" sz="1000" u="none" cap="none" strike="noStrike">
                          <a:solidFill>
                            <a:schemeClr val="dk2"/>
                          </a:solidFill>
                        </a:rPr>
                        <a:t> </a:t>
                      </a:r>
                      <a:endParaRPr sz="1000" u="none" cap="none" strike="noStrike">
                        <a:solidFill>
                          <a:schemeClr val="dk2"/>
                        </a:solidFill>
                        <a:latin typeface="Arial"/>
                        <a:ea typeface="Arial"/>
                        <a:cs typeface="Arial"/>
                        <a:sym typeface="Arial"/>
                      </a:endParaRPr>
                    </a:p>
                  </a:txBody>
                  <a:tcPr marT="33075" marB="33075" marR="33075" marL="33075"/>
                </a:tc>
              </a:tr>
              <a:tr h="186675">
                <a:tc>
                  <a:txBody>
                    <a:bodyPr/>
                    <a:lstStyle/>
                    <a:p>
                      <a:pPr indent="0" lvl="0" marL="0" marR="0" rtl="0" algn="ctr">
                        <a:lnSpc>
                          <a:spcPct val="100000"/>
                        </a:lnSpc>
                        <a:spcBef>
                          <a:spcPts val="0"/>
                        </a:spcBef>
                        <a:spcAft>
                          <a:spcPts val="0"/>
                        </a:spcAft>
                        <a:buNone/>
                      </a:pPr>
                      <a:r>
                        <a:rPr lang="es-419" sz="1000" u="none" cap="none" strike="noStrike">
                          <a:solidFill>
                            <a:schemeClr val="dk2"/>
                          </a:solidFill>
                        </a:rPr>
                        <a:t>Pulsador rojo</a:t>
                      </a:r>
                      <a:endParaRPr sz="1000" u="none" cap="none" strike="noStrike">
                        <a:solidFill>
                          <a:schemeClr val="dk2"/>
                        </a:solidFill>
                        <a:latin typeface="Arial"/>
                        <a:ea typeface="Arial"/>
                        <a:cs typeface="Arial"/>
                        <a:sym typeface="Arial"/>
                      </a:endParaRPr>
                    </a:p>
                  </a:txBody>
                  <a:tcPr marT="33075" marB="33075" marR="33075" marL="33075"/>
                </a:tc>
                <a:tc>
                  <a:txBody>
                    <a:bodyPr/>
                    <a:lstStyle/>
                    <a:p>
                      <a:pPr indent="0" lvl="0" marL="0" marR="0" rtl="0" algn="ctr">
                        <a:lnSpc>
                          <a:spcPct val="100000"/>
                        </a:lnSpc>
                        <a:spcBef>
                          <a:spcPts val="0"/>
                        </a:spcBef>
                        <a:spcAft>
                          <a:spcPts val="0"/>
                        </a:spcAft>
                        <a:buNone/>
                      </a:pPr>
                      <a:r>
                        <a:rPr lang="es-419" sz="1000" u="none" cap="none" strike="noStrike">
                          <a:solidFill>
                            <a:schemeClr val="dk2"/>
                          </a:solidFill>
                        </a:rPr>
                        <a:t>SB2</a:t>
                      </a:r>
                      <a:endParaRPr sz="1000" u="none" cap="none" strike="noStrike">
                        <a:solidFill>
                          <a:schemeClr val="dk2"/>
                        </a:solidFill>
                        <a:latin typeface="Arial"/>
                        <a:ea typeface="Arial"/>
                        <a:cs typeface="Arial"/>
                        <a:sym typeface="Arial"/>
                      </a:endParaRPr>
                    </a:p>
                  </a:txBody>
                  <a:tcPr marT="33075" marB="33075" marR="33075" marL="33075"/>
                </a:tc>
                <a:tc>
                  <a:txBody>
                    <a:bodyPr/>
                    <a:lstStyle/>
                    <a:p>
                      <a:pPr indent="0" lvl="0" marL="0" marR="0" rtl="0" algn="ctr">
                        <a:lnSpc>
                          <a:spcPct val="100000"/>
                        </a:lnSpc>
                        <a:spcBef>
                          <a:spcPts val="0"/>
                        </a:spcBef>
                        <a:spcAft>
                          <a:spcPts val="0"/>
                        </a:spcAft>
                        <a:buNone/>
                      </a:pPr>
                      <a:r>
                        <a:rPr lang="es-419" sz="1000" u="none" cap="none" strike="noStrike">
                          <a:solidFill>
                            <a:schemeClr val="dk2"/>
                          </a:solidFill>
                        </a:rPr>
                        <a:t> </a:t>
                      </a:r>
                      <a:endParaRPr sz="1000" u="none" cap="none" strike="noStrike">
                        <a:solidFill>
                          <a:schemeClr val="dk2"/>
                        </a:solidFill>
                        <a:latin typeface="Arial"/>
                        <a:ea typeface="Arial"/>
                        <a:cs typeface="Arial"/>
                        <a:sym typeface="Arial"/>
                      </a:endParaRPr>
                    </a:p>
                  </a:txBody>
                  <a:tcPr marT="33075" marB="33075" marR="33075" marL="33075"/>
                </a:tc>
              </a:tr>
              <a:tr h="186675">
                <a:tc>
                  <a:txBody>
                    <a:bodyPr/>
                    <a:lstStyle/>
                    <a:p>
                      <a:pPr indent="0" lvl="0" marL="0" marR="0" rtl="0" algn="ctr">
                        <a:lnSpc>
                          <a:spcPct val="100000"/>
                        </a:lnSpc>
                        <a:spcBef>
                          <a:spcPts val="0"/>
                        </a:spcBef>
                        <a:spcAft>
                          <a:spcPts val="0"/>
                        </a:spcAft>
                        <a:buNone/>
                      </a:pPr>
                      <a:r>
                        <a:rPr lang="es-419" sz="1000" u="none" cap="none" strike="noStrike">
                          <a:solidFill>
                            <a:schemeClr val="dk2"/>
                          </a:solidFill>
                        </a:rPr>
                        <a:t>Selector</a:t>
                      </a:r>
                      <a:endParaRPr sz="1000" u="none" cap="none" strike="noStrike">
                        <a:solidFill>
                          <a:schemeClr val="dk2"/>
                        </a:solidFill>
                        <a:latin typeface="Arial"/>
                        <a:ea typeface="Arial"/>
                        <a:cs typeface="Arial"/>
                        <a:sym typeface="Arial"/>
                      </a:endParaRPr>
                    </a:p>
                  </a:txBody>
                  <a:tcPr marT="33075" marB="33075" marR="33075" marL="33075"/>
                </a:tc>
                <a:tc>
                  <a:txBody>
                    <a:bodyPr/>
                    <a:lstStyle/>
                    <a:p>
                      <a:pPr indent="0" lvl="0" marL="0" marR="0" rtl="0" algn="ctr">
                        <a:lnSpc>
                          <a:spcPct val="100000"/>
                        </a:lnSpc>
                        <a:spcBef>
                          <a:spcPts val="0"/>
                        </a:spcBef>
                        <a:spcAft>
                          <a:spcPts val="0"/>
                        </a:spcAft>
                        <a:buNone/>
                      </a:pPr>
                      <a:r>
                        <a:rPr lang="es-419" sz="1000" u="none" cap="none" strike="noStrike">
                          <a:solidFill>
                            <a:schemeClr val="dk2"/>
                          </a:solidFill>
                        </a:rPr>
                        <a:t>SA</a:t>
                      </a:r>
                      <a:endParaRPr sz="1000" u="none" cap="none" strike="noStrike">
                        <a:solidFill>
                          <a:schemeClr val="dk2"/>
                        </a:solidFill>
                        <a:latin typeface="Arial"/>
                        <a:ea typeface="Arial"/>
                        <a:cs typeface="Arial"/>
                        <a:sym typeface="Arial"/>
                      </a:endParaRPr>
                    </a:p>
                  </a:txBody>
                  <a:tcPr marT="33075" marB="33075" marR="33075" marL="33075"/>
                </a:tc>
                <a:tc>
                  <a:txBody>
                    <a:bodyPr/>
                    <a:lstStyle/>
                    <a:p>
                      <a:pPr indent="0" lvl="0" marL="0" marR="0" rtl="0" algn="ctr">
                        <a:lnSpc>
                          <a:spcPct val="100000"/>
                        </a:lnSpc>
                        <a:spcBef>
                          <a:spcPts val="0"/>
                        </a:spcBef>
                        <a:spcAft>
                          <a:spcPts val="0"/>
                        </a:spcAft>
                        <a:buNone/>
                      </a:pPr>
                      <a:r>
                        <a:rPr lang="es-419" sz="1000" u="none" cap="none" strike="noStrike">
                          <a:solidFill>
                            <a:schemeClr val="dk2"/>
                          </a:solidFill>
                        </a:rPr>
                        <a:t> </a:t>
                      </a:r>
                      <a:endParaRPr sz="1000" u="none" cap="none" strike="noStrike">
                        <a:solidFill>
                          <a:schemeClr val="dk2"/>
                        </a:solidFill>
                        <a:latin typeface="Arial"/>
                        <a:ea typeface="Arial"/>
                        <a:cs typeface="Arial"/>
                        <a:sym typeface="Arial"/>
                      </a:endParaRPr>
                    </a:p>
                  </a:txBody>
                  <a:tcPr marT="33075" marB="33075" marR="33075" marL="33075"/>
                </a:tc>
              </a:tr>
              <a:tr h="307575">
                <a:tc>
                  <a:txBody>
                    <a:bodyPr/>
                    <a:lstStyle/>
                    <a:p>
                      <a:pPr indent="0" lvl="0" marL="0" marR="0" rtl="0" algn="ctr">
                        <a:lnSpc>
                          <a:spcPct val="100000"/>
                        </a:lnSpc>
                        <a:spcBef>
                          <a:spcPts val="0"/>
                        </a:spcBef>
                        <a:spcAft>
                          <a:spcPts val="0"/>
                        </a:spcAft>
                        <a:buNone/>
                      </a:pPr>
                      <a:r>
                        <a:rPr lang="es-419" sz="1000" u="none" cap="none" strike="noStrike">
                          <a:solidFill>
                            <a:schemeClr val="dk2"/>
                          </a:solidFill>
                        </a:rPr>
                        <a:t>Pilotos de señalización</a:t>
                      </a:r>
                      <a:endParaRPr sz="1000" u="none" cap="none" strike="noStrike">
                        <a:solidFill>
                          <a:schemeClr val="dk2"/>
                        </a:solidFill>
                        <a:latin typeface="Arial"/>
                        <a:ea typeface="Arial"/>
                        <a:cs typeface="Arial"/>
                        <a:sym typeface="Arial"/>
                      </a:endParaRPr>
                    </a:p>
                  </a:txBody>
                  <a:tcPr marT="33075" marB="33075" marR="33075" marL="33075"/>
                </a:tc>
                <a:tc>
                  <a:txBody>
                    <a:bodyPr/>
                    <a:lstStyle/>
                    <a:p>
                      <a:pPr indent="0" lvl="0" marL="0" marR="0" rtl="0" algn="ctr">
                        <a:lnSpc>
                          <a:spcPct val="100000"/>
                        </a:lnSpc>
                        <a:spcBef>
                          <a:spcPts val="0"/>
                        </a:spcBef>
                        <a:spcAft>
                          <a:spcPts val="0"/>
                        </a:spcAft>
                        <a:buNone/>
                      </a:pPr>
                      <a:r>
                        <a:rPr lang="es-419" sz="1000" u="none" cap="none" strike="noStrike">
                          <a:solidFill>
                            <a:schemeClr val="dk2"/>
                          </a:solidFill>
                        </a:rPr>
                        <a:t>HL1, HL2, HL3</a:t>
                      </a:r>
                      <a:endParaRPr sz="1000" u="none" cap="none" strike="noStrike">
                        <a:solidFill>
                          <a:schemeClr val="dk2"/>
                        </a:solidFill>
                        <a:latin typeface="Arial"/>
                        <a:ea typeface="Arial"/>
                        <a:cs typeface="Arial"/>
                        <a:sym typeface="Arial"/>
                      </a:endParaRPr>
                    </a:p>
                  </a:txBody>
                  <a:tcPr marT="33075" marB="33075" marR="33075" marL="33075"/>
                </a:tc>
                <a:tc>
                  <a:txBody>
                    <a:bodyPr/>
                    <a:lstStyle/>
                    <a:p>
                      <a:pPr indent="0" lvl="0" marL="0" marR="0" rtl="0" algn="ctr">
                        <a:lnSpc>
                          <a:spcPct val="100000"/>
                        </a:lnSpc>
                        <a:spcBef>
                          <a:spcPts val="0"/>
                        </a:spcBef>
                        <a:spcAft>
                          <a:spcPts val="0"/>
                        </a:spcAft>
                        <a:buNone/>
                      </a:pPr>
                      <a:r>
                        <a:rPr lang="es-419" sz="1000" u="none" cap="none" strike="noStrike">
                          <a:solidFill>
                            <a:schemeClr val="dk2"/>
                          </a:solidFill>
                        </a:rPr>
                        <a:t>Lámparas amarilla, verde y roja.</a:t>
                      </a:r>
                      <a:endParaRPr sz="1000" u="none" cap="none" strike="noStrike">
                        <a:solidFill>
                          <a:schemeClr val="dk2"/>
                        </a:solidFill>
                        <a:latin typeface="Arial"/>
                        <a:ea typeface="Arial"/>
                        <a:cs typeface="Arial"/>
                        <a:sym typeface="Arial"/>
                      </a:endParaRPr>
                    </a:p>
                  </a:txBody>
                  <a:tcPr marT="33075" marB="33075" marR="33075" marL="33075"/>
                </a:tc>
              </a:tr>
              <a:tr h="307575">
                <a:tc>
                  <a:txBody>
                    <a:bodyPr/>
                    <a:lstStyle/>
                    <a:p>
                      <a:pPr indent="0" lvl="0" marL="0" marR="0" rtl="0" algn="ctr">
                        <a:lnSpc>
                          <a:spcPct val="100000"/>
                        </a:lnSpc>
                        <a:spcBef>
                          <a:spcPts val="0"/>
                        </a:spcBef>
                        <a:spcAft>
                          <a:spcPts val="0"/>
                        </a:spcAft>
                        <a:buNone/>
                      </a:pPr>
                      <a:r>
                        <a:rPr lang="es-419" sz="1000" u="none" cap="none" strike="noStrike">
                          <a:solidFill>
                            <a:schemeClr val="dk2"/>
                          </a:solidFill>
                        </a:rPr>
                        <a:t>Seta de emergencia</a:t>
                      </a:r>
                      <a:endParaRPr sz="1000" u="none" cap="none" strike="noStrike">
                        <a:solidFill>
                          <a:schemeClr val="dk2"/>
                        </a:solidFill>
                        <a:latin typeface="Arial"/>
                        <a:ea typeface="Arial"/>
                        <a:cs typeface="Arial"/>
                        <a:sym typeface="Arial"/>
                      </a:endParaRPr>
                    </a:p>
                  </a:txBody>
                  <a:tcPr marT="33075" marB="33075" marR="33075" marL="33075"/>
                </a:tc>
                <a:tc>
                  <a:txBody>
                    <a:bodyPr/>
                    <a:lstStyle/>
                    <a:p>
                      <a:pPr indent="0" lvl="0" marL="0" marR="0" rtl="0" algn="ctr">
                        <a:lnSpc>
                          <a:spcPct val="100000"/>
                        </a:lnSpc>
                        <a:spcBef>
                          <a:spcPts val="0"/>
                        </a:spcBef>
                        <a:spcAft>
                          <a:spcPts val="0"/>
                        </a:spcAft>
                        <a:buNone/>
                      </a:pPr>
                      <a:r>
                        <a:rPr lang="es-419" sz="1000" u="none" cap="none" strike="noStrike">
                          <a:solidFill>
                            <a:schemeClr val="dk2"/>
                          </a:solidFill>
                        </a:rPr>
                        <a:t>QS</a:t>
                      </a:r>
                      <a:endParaRPr sz="1000" u="none" cap="none" strike="noStrike">
                        <a:solidFill>
                          <a:schemeClr val="dk2"/>
                        </a:solidFill>
                        <a:latin typeface="Arial"/>
                        <a:ea typeface="Arial"/>
                        <a:cs typeface="Arial"/>
                        <a:sym typeface="Arial"/>
                      </a:endParaRPr>
                    </a:p>
                  </a:txBody>
                  <a:tcPr marT="33075" marB="33075" marR="33075" marL="33075"/>
                </a:tc>
                <a:tc>
                  <a:txBody>
                    <a:bodyPr/>
                    <a:lstStyle/>
                    <a:p>
                      <a:pPr indent="0" lvl="0" marL="0" marR="0" rtl="0" algn="ctr">
                        <a:lnSpc>
                          <a:spcPct val="100000"/>
                        </a:lnSpc>
                        <a:spcBef>
                          <a:spcPts val="0"/>
                        </a:spcBef>
                        <a:spcAft>
                          <a:spcPts val="0"/>
                        </a:spcAft>
                        <a:buNone/>
                      </a:pPr>
                      <a:r>
                        <a:rPr lang="es-419" sz="1000" u="none" cap="none" strike="noStrike">
                          <a:solidFill>
                            <a:schemeClr val="dk2"/>
                          </a:solidFill>
                        </a:rPr>
                        <a:t>Normalmente cerrado (si no se enclava esta en estado 1)</a:t>
                      </a:r>
                      <a:endParaRPr sz="1000" u="none" cap="none" strike="noStrike">
                        <a:solidFill>
                          <a:schemeClr val="dk2"/>
                        </a:solidFill>
                        <a:latin typeface="Arial"/>
                        <a:ea typeface="Arial"/>
                        <a:cs typeface="Arial"/>
                        <a:sym typeface="Arial"/>
                      </a:endParaRPr>
                    </a:p>
                  </a:txBody>
                  <a:tcPr marT="33075" marB="33075" marR="33075" marL="33075"/>
                </a:tc>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30"/>
          <p:cNvSpPr txBox="1"/>
          <p:nvPr/>
        </p:nvSpPr>
        <p:spPr>
          <a:xfrm>
            <a:off x="427611" y="-41032"/>
            <a:ext cx="7734255" cy="535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2"/>
              </a:buClr>
              <a:buSzPts val="2600"/>
              <a:buFont typeface="Raleway"/>
              <a:buNone/>
            </a:pPr>
            <a:r>
              <a:rPr b="1" i="0" lang="es-419" sz="2400" u="none" cap="none" strike="noStrike">
                <a:solidFill>
                  <a:srgbClr val="681800"/>
                </a:solidFill>
                <a:latin typeface="Raleway"/>
                <a:ea typeface="Raleway"/>
                <a:cs typeface="Raleway"/>
                <a:sym typeface="Raleway"/>
              </a:rPr>
              <a:t>Nombres de referencia: Unidad de Ensamblaje</a:t>
            </a:r>
            <a:endParaRPr/>
          </a:p>
        </p:txBody>
      </p:sp>
      <p:graphicFrame>
        <p:nvGraphicFramePr>
          <p:cNvPr id="335" name="Google Shape;335;p30"/>
          <p:cNvGraphicFramePr/>
          <p:nvPr/>
        </p:nvGraphicFramePr>
        <p:xfrm>
          <a:off x="819862" y="621758"/>
          <a:ext cx="3000000" cy="3000000"/>
        </p:xfrm>
        <a:graphic>
          <a:graphicData uri="http://schemas.openxmlformats.org/drawingml/2006/table">
            <a:tbl>
              <a:tblPr>
                <a:noFill/>
                <a:tableStyleId>{3FF80745-7821-485C-8F53-118708D8D5D8}</a:tableStyleId>
              </a:tblPr>
              <a:tblGrid>
                <a:gridCol w="2386100"/>
                <a:gridCol w="2386100"/>
                <a:gridCol w="2732075"/>
              </a:tblGrid>
              <a:tr h="92875">
                <a:tc>
                  <a:txBody>
                    <a:bodyPr/>
                    <a:lstStyle/>
                    <a:p>
                      <a:pPr indent="0" lvl="0" marL="0" marR="0" rtl="0" algn="ctr">
                        <a:lnSpc>
                          <a:spcPct val="115000"/>
                        </a:lnSpc>
                        <a:spcBef>
                          <a:spcPts val="0"/>
                        </a:spcBef>
                        <a:spcAft>
                          <a:spcPts val="0"/>
                        </a:spcAft>
                        <a:buNone/>
                      </a:pPr>
                      <a:r>
                        <a:rPr b="1" lang="es-419" sz="1100" u="none" cap="none" strike="noStrike">
                          <a:solidFill>
                            <a:schemeClr val="lt1"/>
                          </a:solidFill>
                        </a:rPr>
                        <a:t>Sensor/actuador</a:t>
                      </a:r>
                      <a:endParaRPr b="1" sz="1100" u="none" cap="none" strike="noStrike">
                        <a:solidFill>
                          <a:schemeClr val="lt1"/>
                        </a:solidFill>
                        <a:latin typeface="Arial"/>
                        <a:ea typeface="Arial"/>
                        <a:cs typeface="Arial"/>
                        <a:sym typeface="Arial"/>
                      </a:endParaRPr>
                    </a:p>
                  </a:txBody>
                  <a:tcPr marT="15925" marB="15925" marR="15925" marL="15925">
                    <a:solidFill>
                      <a:srgbClr val="14285A"/>
                    </a:solidFill>
                  </a:tcPr>
                </a:tc>
                <a:tc>
                  <a:txBody>
                    <a:bodyPr/>
                    <a:lstStyle/>
                    <a:p>
                      <a:pPr indent="0" lvl="0" marL="0" marR="0" rtl="0" algn="ctr">
                        <a:lnSpc>
                          <a:spcPct val="115000"/>
                        </a:lnSpc>
                        <a:spcBef>
                          <a:spcPts val="0"/>
                        </a:spcBef>
                        <a:spcAft>
                          <a:spcPts val="0"/>
                        </a:spcAft>
                        <a:buNone/>
                      </a:pPr>
                      <a:r>
                        <a:rPr b="1" lang="es-419" sz="1100" u="none" cap="none" strike="noStrike">
                          <a:solidFill>
                            <a:schemeClr val="lt1"/>
                          </a:solidFill>
                        </a:rPr>
                        <a:t>Nombre </a:t>
                      </a:r>
                      <a:endParaRPr b="1" sz="1100" u="none" cap="none" strike="noStrike">
                        <a:solidFill>
                          <a:schemeClr val="lt1"/>
                        </a:solidFill>
                        <a:latin typeface="Arial"/>
                        <a:ea typeface="Arial"/>
                        <a:cs typeface="Arial"/>
                        <a:sym typeface="Arial"/>
                      </a:endParaRPr>
                    </a:p>
                  </a:txBody>
                  <a:tcPr marT="15925" marB="15925" marR="15925" marL="15925">
                    <a:solidFill>
                      <a:srgbClr val="14285A"/>
                    </a:solidFill>
                  </a:tcPr>
                </a:tc>
                <a:tc>
                  <a:txBody>
                    <a:bodyPr/>
                    <a:lstStyle/>
                    <a:p>
                      <a:pPr indent="0" lvl="0" marL="0" marR="0" rtl="0" algn="ctr">
                        <a:lnSpc>
                          <a:spcPct val="115000"/>
                        </a:lnSpc>
                        <a:spcBef>
                          <a:spcPts val="0"/>
                        </a:spcBef>
                        <a:spcAft>
                          <a:spcPts val="0"/>
                        </a:spcAft>
                        <a:buNone/>
                      </a:pPr>
                      <a:r>
                        <a:rPr b="1" lang="es-419" sz="1100" u="none" cap="none" strike="noStrike">
                          <a:solidFill>
                            <a:schemeClr val="lt1"/>
                          </a:solidFill>
                        </a:rPr>
                        <a:t>Descripción</a:t>
                      </a:r>
                      <a:endParaRPr b="1" sz="1100" u="none" cap="none" strike="noStrike">
                        <a:solidFill>
                          <a:schemeClr val="lt1"/>
                        </a:solidFill>
                        <a:latin typeface="Arial"/>
                        <a:ea typeface="Arial"/>
                        <a:cs typeface="Arial"/>
                        <a:sym typeface="Arial"/>
                      </a:endParaRPr>
                    </a:p>
                  </a:txBody>
                  <a:tcPr marT="15925" marB="15925" marR="15925" marL="15925">
                    <a:solidFill>
                      <a:srgbClr val="14285A"/>
                    </a:solidFill>
                  </a:tcPr>
                </a:tc>
              </a:tr>
              <a:tr h="153975">
                <a:tc>
                  <a:txBody>
                    <a:bodyPr/>
                    <a:lstStyle/>
                    <a:p>
                      <a:pPr indent="0" lvl="0" marL="0" marR="0" rtl="0" algn="ctr">
                        <a:lnSpc>
                          <a:spcPct val="115000"/>
                        </a:lnSpc>
                        <a:spcBef>
                          <a:spcPts val="0"/>
                        </a:spcBef>
                        <a:spcAft>
                          <a:spcPts val="0"/>
                        </a:spcAft>
                        <a:buNone/>
                      </a:pPr>
                      <a:r>
                        <a:rPr lang="es-419" sz="1050" u="none" cap="none" strike="noStrike">
                          <a:solidFill>
                            <a:schemeClr val="dk2"/>
                          </a:solidFill>
                        </a:rPr>
                        <a:t>Cilindro neumático liberador</a:t>
                      </a:r>
                      <a:endParaRPr sz="1050" u="none" cap="none" strike="noStrike">
                        <a:solidFill>
                          <a:schemeClr val="dk2"/>
                        </a:solidFill>
                        <a:latin typeface="Arial"/>
                        <a:ea typeface="Arial"/>
                        <a:cs typeface="Arial"/>
                        <a:sym typeface="Arial"/>
                      </a:endParaRPr>
                    </a:p>
                  </a:txBody>
                  <a:tcPr marT="15925" marB="15925" marR="15925" marL="15925">
                    <a:solidFill>
                      <a:schemeClr val="lt1"/>
                    </a:solidFill>
                  </a:tcPr>
                </a:tc>
                <a:tc>
                  <a:txBody>
                    <a:bodyPr/>
                    <a:lstStyle/>
                    <a:p>
                      <a:pPr indent="0" lvl="0" marL="0" marR="0" rtl="0" algn="ctr">
                        <a:lnSpc>
                          <a:spcPct val="115000"/>
                        </a:lnSpc>
                        <a:spcBef>
                          <a:spcPts val="0"/>
                        </a:spcBef>
                        <a:spcAft>
                          <a:spcPts val="0"/>
                        </a:spcAft>
                        <a:buNone/>
                      </a:pPr>
                      <a:r>
                        <a:rPr lang="es-419" sz="1050" u="none" cap="none" strike="noStrike">
                          <a:solidFill>
                            <a:schemeClr val="dk2"/>
                          </a:solidFill>
                        </a:rPr>
                        <a:t>PLIB</a:t>
                      </a:r>
                      <a:endParaRPr sz="1050" u="none" cap="none" strike="noStrike">
                        <a:solidFill>
                          <a:schemeClr val="dk2"/>
                        </a:solidFill>
                        <a:latin typeface="Arial"/>
                        <a:ea typeface="Arial"/>
                        <a:cs typeface="Arial"/>
                        <a:sym typeface="Arial"/>
                      </a:endParaRPr>
                    </a:p>
                  </a:txBody>
                  <a:tcPr marT="15925" marB="15925" marR="15925" marL="15925">
                    <a:solidFill>
                      <a:schemeClr val="lt1"/>
                    </a:solidFill>
                  </a:tcPr>
                </a:tc>
                <a:tc>
                  <a:txBody>
                    <a:bodyPr/>
                    <a:lstStyle/>
                    <a:p>
                      <a:pPr indent="0" lvl="0" marL="0" marR="0" rtl="0" algn="ctr">
                        <a:lnSpc>
                          <a:spcPct val="115000"/>
                        </a:lnSpc>
                        <a:spcBef>
                          <a:spcPts val="0"/>
                        </a:spcBef>
                        <a:spcAft>
                          <a:spcPts val="0"/>
                        </a:spcAft>
                        <a:buNone/>
                      </a:pPr>
                      <a:r>
                        <a:rPr lang="es-419" sz="1050" u="none" cap="none" strike="noStrike">
                          <a:solidFill>
                            <a:schemeClr val="dk2"/>
                          </a:solidFill>
                        </a:rPr>
                        <a:t>PLIB=1 (extendido)*</a:t>
                      </a:r>
                      <a:endParaRPr sz="1050" u="none" cap="none" strike="noStrike">
                        <a:solidFill>
                          <a:schemeClr val="dk2"/>
                        </a:solidFill>
                      </a:endParaRPr>
                    </a:p>
                    <a:p>
                      <a:pPr indent="0" lvl="0" marL="0" marR="0" rtl="0" algn="ctr">
                        <a:lnSpc>
                          <a:spcPct val="115000"/>
                        </a:lnSpc>
                        <a:spcBef>
                          <a:spcPts val="0"/>
                        </a:spcBef>
                        <a:spcAft>
                          <a:spcPts val="0"/>
                        </a:spcAft>
                        <a:buNone/>
                      </a:pPr>
                      <a:r>
                        <a:rPr lang="es-419" sz="1050" u="none" cap="none" strike="noStrike">
                          <a:solidFill>
                            <a:schemeClr val="dk2"/>
                          </a:solidFill>
                        </a:rPr>
                        <a:t>PLIB=0 (retraido)*</a:t>
                      </a:r>
                      <a:endParaRPr sz="1050" u="none" cap="none" strike="noStrike">
                        <a:solidFill>
                          <a:schemeClr val="dk2"/>
                        </a:solidFill>
                        <a:latin typeface="Arial"/>
                        <a:ea typeface="Arial"/>
                        <a:cs typeface="Arial"/>
                        <a:sym typeface="Arial"/>
                      </a:endParaRPr>
                    </a:p>
                  </a:txBody>
                  <a:tcPr marT="15925" marB="15925" marR="15925" marL="15925">
                    <a:solidFill>
                      <a:schemeClr val="lt1"/>
                    </a:solidFill>
                  </a:tcPr>
                </a:tc>
              </a:tr>
              <a:tr h="153975">
                <a:tc>
                  <a:txBody>
                    <a:bodyPr/>
                    <a:lstStyle/>
                    <a:p>
                      <a:pPr indent="0" lvl="0" marL="0" marR="0" rtl="0" algn="ctr">
                        <a:lnSpc>
                          <a:spcPct val="115000"/>
                        </a:lnSpc>
                        <a:spcBef>
                          <a:spcPts val="0"/>
                        </a:spcBef>
                        <a:spcAft>
                          <a:spcPts val="0"/>
                        </a:spcAft>
                        <a:buNone/>
                      </a:pPr>
                      <a:r>
                        <a:rPr lang="es-419" sz="1050" u="none" cap="none" strike="noStrike">
                          <a:solidFill>
                            <a:schemeClr val="dk2"/>
                          </a:solidFill>
                        </a:rPr>
                        <a:t>Cilindro neumático sujetador</a:t>
                      </a:r>
                      <a:endParaRPr sz="1050" u="none" cap="none" strike="noStrike">
                        <a:solidFill>
                          <a:schemeClr val="dk2"/>
                        </a:solidFill>
                        <a:latin typeface="Arial"/>
                        <a:ea typeface="Arial"/>
                        <a:cs typeface="Arial"/>
                        <a:sym typeface="Arial"/>
                      </a:endParaRPr>
                    </a:p>
                  </a:txBody>
                  <a:tcPr marT="15925" marB="15925" marR="15925" marL="15925">
                    <a:solidFill>
                      <a:schemeClr val="lt1"/>
                    </a:solidFill>
                  </a:tcPr>
                </a:tc>
                <a:tc>
                  <a:txBody>
                    <a:bodyPr/>
                    <a:lstStyle/>
                    <a:p>
                      <a:pPr indent="0" lvl="0" marL="0" marR="0" rtl="0" algn="ctr">
                        <a:lnSpc>
                          <a:spcPct val="115000"/>
                        </a:lnSpc>
                        <a:spcBef>
                          <a:spcPts val="0"/>
                        </a:spcBef>
                        <a:spcAft>
                          <a:spcPts val="0"/>
                        </a:spcAft>
                        <a:buNone/>
                      </a:pPr>
                      <a:r>
                        <a:rPr lang="es-419" sz="1050" u="none" cap="none" strike="noStrike">
                          <a:solidFill>
                            <a:schemeClr val="dk2"/>
                          </a:solidFill>
                        </a:rPr>
                        <a:t>PSUJ</a:t>
                      </a:r>
                      <a:endParaRPr sz="1050" u="none" cap="none" strike="noStrike">
                        <a:solidFill>
                          <a:schemeClr val="dk2"/>
                        </a:solidFill>
                        <a:latin typeface="Arial"/>
                        <a:ea typeface="Arial"/>
                        <a:cs typeface="Arial"/>
                        <a:sym typeface="Arial"/>
                      </a:endParaRPr>
                    </a:p>
                  </a:txBody>
                  <a:tcPr marT="15925" marB="15925" marR="15925" marL="15925">
                    <a:solidFill>
                      <a:schemeClr val="lt1"/>
                    </a:solidFill>
                  </a:tcPr>
                </a:tc>
                <a:tc>
                  <a:txBody>
                    <a:bodyPr/>
                    <a:lstStyle/>
                    <a:p>
                      <a:pPr indent="0" lvl="0" marL="0" marR="0" rtl="0" algn="ctr">
                        <a:lnSpc>
                          <a:spcPct val="115000"/>
                        </a:lnSpc>
                        <a:spcBef>
                          <a:spcPts val="0"/>
                        </a:spcBef>
                        <a:spcAft>
                          <a:spcPts val="0"/>
                        </a:spcAft>
                        <a:buNone/>
                      </a:pPr>
                      <a:r>
                        <a:rPr lang="es-419" sz="1050" u="none" cap="none" strike="noStrike">
                          <a:solidFill>
                            <a:schemeClr val="dk2"/>
                          </a:solidFill>
                        </a:rPr>
                        <a:t>PSUJ=0 (extendido)*</a:t>
                      </a:r>
                      <a:endParaRPr sz="1050" u="none" cap="none" strike="noStrike">
                        <a:solidFill>
                          <a:schemeClr val="dk2"/>
                        </a:solidFill>
                      </a:endParaRPr>
                    </a:p>
                    <a:p>
                      <a:pPr indent="0" lvl="0" marL="0" marR="0" rtl="0" algn="ctr">
                        <a:lnSpc>
                          <a:spcPct val="115000"/>
                        </a:lnSpc>
                        <a:spcBef>
                          <a:spcPts val="0"/>
                        </a:spcBef>
                        <a:spcAft>
                          <a:spcPts val="0"/>
                        </a:spcAft>
                        <a:buNone/>
                      </a:pPr>
                      <a:r>
                        <a:rPr lang="es-419" sz="1050" u="none" cap="none" strike="noStrike">
                          <a:solidFill>
                            <a:schemeClr val="dk2"/>
                          </a:solidFill>
                        </a:rPr>
                        <a:t>PSUJ=1 (retraido)*</a:t>
                      </a:r>
                      <a:endParaRPr sz="1050" u="none" cap="none" strike="noStrike">
                        <a:solidFill>
                          <a:schemeClr val="dk2"/>
                        </a:solidFill>
                        <a:latin typeface="Arial"/>
                        <a:ea typeface="Arial"/>
                        <a:cs typeface="Arial"/>
                        <a:sym typeface="Arial"/>
                      </a:endParaRPr>
                    </a:p>
                  </a:txBody>
                  <a:tcPr marT="15925" marB="15925" marR="15925" marL="15925">
                    <a:solidFill>
                      <a:schemeClr val="lt1"/>
                    </a:solidFill>
                  </a:tcPr>
                </a:tc>
              </a:tr>
              <a:tr h="144650">
                <a:tc>
                  <a:txBody>
                    <a:bodyPr/>
                    <a:lstStyle/>
                    <a:p>
                      <a:pPr indent="0" lvl="0" marL="0" marR="0" rtl="0" algn="ctr">
                        <a:lnSpc>
                          <a:spcPct val="115000"/>
                        </a:lnSpc>
                        <a:spcBef>
                          <a:spcPts val="0"/>
                        </a:spcBef>
                        <a:spcAft>
                          <a:spcPts val="0"/>
                        </a:spcAft>
                        <a:buNone/>
                      </a:pPr>
                      <a:r>
                        <a:rPr lang="es-419" sz="1050" u="none" cap="none" strike="noStrike">
                          <a:solidFill>
                            <a:schemeClr val="dk2"/>
                          </a:solidFill>
                        </a:rPr>
                        <a:t>Sensor magnético PLIB (extendido)</a:t>
                      </a:r>
                      <a:endParaRPr sz="1050" u="none" cap="none" strike="noStrike">
                        <a:solidFill>
                          <a:schemeClr val="dk2"/>
                        </a:solidFill>
                        <a:latin typeface="Arial"/>
                        <a:ea typeface="Arial"/>
                        <a:cs typeface="Arial"/>
                        <a:sym typeface="Arial"/>
                      </a:endParaRPr>
                    </a:p>
                  </a:txBody>
                  <a:tcPr marT="15925" marB="15925" marR="15925" marL="15925">
                    <a:solidFill>
                      <a:schemeClr val="lt1"/>
                    </a:solidFill>
                  </a:tcPr>
                </a:tc>
                <a:tc>
                  <a:txBody>
                    <a:bodyPr/>
                    <a:lstStyle/>
                    <a:p>
                      <a:pPr indent="0" lvl="0" marL="0" marR="0" rtl="0" algn="ctr">
                        <a:lnSpc>
                          <a:spcPct val="115000"/>
                        </a:lnSpc>
                        <a:spcBef>
                          <a:spcPts val="0"/>
                        </a:spcBef>
                        <a:spcAft>
                          <a:spcPts val="0"/>
                        </a:spcAft>
                        <a:buNone/>
                      </a:pPr>
                      <a:r>
                        <a:rPr lang="es-419" sz="1050" u="none" cap="none" strike="noStrike">
                          <a:solidFill>
                            <a:schemeClr val="dk2"/>
                          </a:solidFill>
                        </a:rPr>
                        <a:t>SPLS</a:t>
                      </a:r>
                      <a:endParaRPr sz="1050" u="none" cap="none" strike="noStrike">
                        <a:solidFill>
                          <a:schemeClr val="dk2"/>
                        </a:solidFill>
                        <a:latin typeface="Arial"/>
                        <a:ea typeface="Arial"/>
                        <a:cs typeface="Arial"/>
                        <a:sym typeface="Arial"/>
                      </a:endParaRPr>
                    </a:p>
                  </a:txBody>
                  <a:tcPr marT="15925" marB="15925" marR="15925" marL="15925">
                    <a:solidFill>
                      <a:schemeClr val="lt1"/>
                    </a:solidFill>
                  </a:tcPr>
                </a:tc>
                <a:tc>
                  <a:txBody>
                    <a:bodyPr/>
                    <a:lstStyle/>
                    <a:p>
                      <a:pPr indent="0" lvl="0" marL="0" marR="0" rtl="0" algn="ctr">
                        <a:lnSpc>
                          <a:spcPct val="115000"/>
                        </a:lnSpc>
                        <a:spcBef>
                          <a:spcPts val="0"/>
                        </a:spcBef>
                        <a:spcAft>
                          <a:spcPts val="0"/>
                        </a:spcAft>
                        <a:buNone/>
                      </a:pPr>
                      <a:r>
                        <a:rPr lang="es-419" sz="1050" u="none" cap="none" strike="noStrike">
                          <a:solidFill>
                            <a:schemeClr val="dk2"/>
                          </a:solidFill>
                        </a:rPr>
                        <a:t> </a:t>
                      </a:r>
                      <a:endParaRPr sz="1050" u="none" cap="none" strike="noStrike">
                        <a:solidFill>
                          <a:schemeClr val="dk2"/>
                        </a:solidFill>
                        <a:latin typeface="Arial"/>
                        <a:ea typeface="Arial"/>
                        <a:cs typeface="Arial"/>
                        <a:sym typeface="Arial"/>
                      </a:endParaRPr>
                    </a:p>
                  </a:txBody>
                  <a:tcPr marT="15925" marB="15925" marR="15925" marL="15925">
                    <a:solidFill>
                      <a:schemeClr val="lt1"/>
                    </a:solidFill>
                  </a:tcPr>
                </a:tc>
              </a:tr>
              <a:tr h="153975">
                <a:tc>
                  <a:txBody>
                    <a:bodyPr/>
                    <a:lstStyle/>
                    <a:p>
                      <a:pPr indent="0" lvl="0" marL="0" marR="0" rtl="0" algn="ctr">
                        <a:lnSpc>
                          <a:spcPct val="115000"/>
                        </a:lnSpc>
                        <a:spcBef>
                          <a:spcPts val="0"/>
                        </a:spcBef>
                        <a:spcAft>
                          <a:spcPts val="0"/>
                        </a:spcAft>
                        <a:buNone/>
                      </a:pPr>
                      <a:r>
                        <a:rPr lang="es-419" sz="1050" u="none" cap="none" strike="noStrike">
                          <a:solidFill>
                            <a:schemeClr val="dk2"/>
                          </a:solidFill>
                        </a:rPr>
                        <a:t>Sensor magnético PLIB (retraído)</a:t>
                      </a:r>
                      <a:endParaRPr sz="1050" u="none" cap="none" strike="noStrike">
                        <a:solidFill>
                          <a:schemeClr val="dk2"/>
                        </a:solidFill>
                        <a:latin typeface="Arial"/>
                        <a:ea typeface="Arial"/>
                        <a:cs typeface="Arial"/>
                        <a:sym typeface="Arial"/>
                      </a:endParaRPr>
                    </a:p>
                  </a:txBody>
                  <a:tcPr marT="15925" marB="15925" marR="15925" marL="15925">
                    <a:solidFill>
                      <a:schemeClr val="lt1"/>
                    </a:solidFill>
                  </a:tcPr>
                </a:tc>
                <a:tc>
                  <a:txBody>
                    <a:bodyPr/>
                    <a:lstStyle/>
                    <a:p>
                      <a:pPr indent="0" lvl="0" marL="0" marR="0" rtl="0" algn="ctr">
                        <a:lnSpc>
                          <a:spcPct val="115000"/>
                        </a:lnSpc>
                        <a:spcBef>
                          <a:spcPts val="0"/>
                        </a:spcBef>
                        <a:spcAft>
                          <a:spcPts val="0"/>
                        </a:spcAft>
                        <a:buNone/>
                      </a:pPr>
                      <a:r>
                        <a:rPr lang="es-419" sz="1050" u="none" cap="none" strike="noStrike">
                          <a:solidFill>
                            <a:schemeClr val="dk2"/>
                          </a:solidFill>
                        </a:rPr>
                        <a:t>SPLE</a:t>
                      </a:r>
                      <a:endParaRPr sz="1050" u="none" cap="none" strike="noStrike">
                        <a:solidFill>
                          <a:schemeClr val="dk2"/>
                        </a:solidFill>
                        <a:latin typeface="Arial"/>
                        <a:ea typeface="Arial"/>
                        <a:cs typeface="Arial"/>
                        <a:sym typeface="Arial"/>
                      </a:endParaRPr>
                    </a:p>
                  </a:txBody>
                  <a:tcPr marT="15925" marB="15925" marR="15925" marL="15925">
                    <a:solidFill>
                      <a:schemeClr val="lt1"/>
                    </a:solidFill>
                  </a:tcPr>
                </a:tc>
                <a:tc>
                  <a:txBody>
                    <a:bodyPr/>
                    <a:lstStyle/>
                    <a:p>
                      <a:pPr indent="0" lvl="0" marL="0" marR="0" rtl="0" algn="ctr">
                        <a:lnSpc>
                          <a:spcPct val="115000"/>
                        </a:lnSpc>
                        <a:spcBef>
                          <a:spcPts val="0"/>
                        </a:spcBef>
                        <a:spcAft>
                          <a:spcPts val="0"/>
                        </a:spcAft>
                        <a:buNone/>
                      </a:pPr>
                      <a:r>
                        <a:rPr lang="es-419" sz="1050" u="none" cap="none" strike="noStrike">
                          <a:solidFill>
                            <a:schemeClr val="dk2"/>
                          </a:solidFill>
                        </a:rPr>
                        <a:t> </a:t>
                      </a:r>
                      <a:endParaRPr sz="1050" u="none" cap="none" strike="noStrike">
                        <a:solidFill>
                          <a:schemeClr val="dk2"/>
                        </a:solidFill>
                        <a:latin typeface="Arial"/>
                        <a:ea typeface="Arial"/>
                        <a:cs typeface="Arial"/>
                        <a:sym typeface="Arial"/>
                      </a:endParaRPr>
                    </a:p>
                  </a:txBody>
                  <a:tcPr marT="15925" marB="15925" marR="15925" marL="15925">
                    <a:solidFill>
                      <a:schemeClr val="lt1"/>
                    </a:solidFill>
                  </a:tcPr>
                </a:tc>
              </a:tr>
              <a:tr h="144650">
                <a:tc>
                  <a:txBody>
                    <a:bodyPr/>
                    <a:lstStyle/>
                    <a:p>
                      <a:pPr indent="0" lvl="0" marL="0" marR="0" rtl="0" algn="ctr">
                        <a:lnSpc>
                          <a:spcPct val="115000"/>
                        </a:lnSpc>
                        <a:spcBef>
                          <a:spcPts val="0"/>
                        </a:spcBef>
                        <a:spcAft>
                          <a:spcPts val="0"/>
                        </a:spcAft>
                        <a:buNone/>
                      </a:pPr>
                      <a:r>
                        <a:rPr lang="es-419" sz="1050" u="none" cap="none" strike="noStrike">
                          <a:solidFill>
                            <a:schemeClr val="dk2"/>
                          </a:solidFill>
                        </a:rPr>
                        <a:t>Sensor magnético PSUJ (extendido)</a:t>
                      </a:r>
                      <a:endParaRPr sz="1050" u="none" cap="none" strike="noStrike">
                        <a:solidFill>
                          <a:schemeClr val="dk2"/>
                        </a:solidFill>
                        <a:latin typeface="Arial"/>
                        <a:ea typeface="Arial"/>
                        <a:cs typeface="Arial"/>
                        <a:sym typeface="Arial"/>
                      </a:endParaRPr>
                    </a:p>
                  </a:txBody>
                  <a:tcPr marT="15925" marB="15925" marR="15925" marL="15925">
                    <a:solidFill>
                      <a:schemeClr val="lt1"/>
                    </a:solidFill>
                  </a:tcPr>
                </a:tc>
                <a:tc>
                  <a:txBody>
                    <a:bodyPr/>
                    <a:lstStyle/>
                    <a:p>
                      <a:pPr indent="0" lvl="0" marL="0" marR="0" rtl="0" algn="ctr">
                        <a:lnSpc>
                          <a:spcPct val="115000"/>
                        </a:lnSpc>
                        <a:spcBef>
                          <a:spcPts val="0"/>
                        </a:spcBef>
                        <a:spcAft>
                          <a:spcPts val="0"/>
                        </a:spcAft>
                        <a:buNone/>
                      </a:pPr>
                      <a:r>
                        <a:rPr lang="es-419" sz="1050" u="none" cap="none" strike="noStrike">
                          <a:solidFill>
                            <a:schemeClr val="dk2"/>
                          </a:solidFill>
                        </a:rPr>
                        <a:t>SPSS</a:t>
                      </a:r>
                      <a:endParaRPr sz="1050" u="none" cap="none" strike="noStrike">
                        <a:solidFill>
                          <a:schemeClr val="dk2"/>
                        </a:solidFill>
                        <a:latin typeface="Arial"/>
                        <a:ea typeface="Arial"/>
                        <a:cs typeface="Arial"/>
                        <a:sym typeface="Arial"/>
                      </a:endParaRPr>
                    </a:p>
                  </a:txBody>
                  <a:tcPr marT="15925" marB="15925" marR="15925" marL="15925">
                    <a:solidFill>
                      <a:schemeClr val="lt1"/>
                    </a:solidFill>
                  </a:tcPr>
                </a:tc>
                <a:tc>
                  <a:txBody>
                    <a:bodyPr/>
                    <a:lstStyle/>
                    <a:p>
                      <a:pPr indent="0" lvl="0" marL="0" marR="0" rtl="0" algn="ctr">
                        <a:lnSpc>
                          <a:spcPct val="115000"/>
                        </a:lnSpc>
                        <a:spcBef>
                          <a:spcPts val="0"/>
                        </a:spcBef>
                        <a:spcAft>
                          <a:spcPts val="0"/>
                        </a:spcAft>
                        <a:buNone/>
                      </a:pPr>
                      <a:r>
                        <a:rPr lang="es-419" sz="1050" u="none" cap="none" strike="noStrike">
                          <a:solidFill>
                            <a:schemeClr val="dk2"/>
                          </a:solidFill>
                        </a:rPr>
                        <a:t> </a:t>
                      </a:r>
                      <a:endParaRPr sz="1050" u="none" cap="none" strike="noStrike">
                        <a:solidFill>
                          <a:schemeClr val="dk2"/>
                        </a:solidFill>
                        <a:latin typeface="Arial"/>
                        <a:ea typeface="Arial"/>
                        <a:cs typeface="Arial"/>
                        <a:sym typeface="Arial"/>
                      </a:endParaRPr>
                    </a:p>
                  </a:txBody>
                  <a:tcPr marT="15925" marB="15925" marR="15925" marL="15925">
                    <a:solidFill>
                      <a:schemeClr val="lt1"/>
                    </a:solidFill>
                  </a:tcPr>
                </a:tc>
              </a:tr>
              <a:tr h="153975">
                <a:tc>
                  <a:txBody>
                    <a:bodyPr/>
                    <a:lstStyle/>
                    <a:p>
                      <a:pPr indent="0" lvl="0" marL="0" marR="0" rtl="0" algn="ctr">
                        <a:lnSpc>
                          <a:spcPct val="115000"/>
                        </a:lnSpc>
                        <a:spcBef>
                          <a:spcPts val="0"/>
                        </a:spcBef>
                        <a:spcAft>
                          <a:spcPts val="0"/>
                        </a:spcAft>
                        <a:buNone/>
                      </a:pPr>
                      <a:r>
                        <a:rPr lang="es-419" sz="1050" u="none" cap="none" strike="noStrike">
                          <a:solidFill>
                            <a:schemeClr val="dk2"/>
                          </a:solidFill>
                        </a:rPr>
                        <a:t>Sensor magnético PSUJ (retraído)</a:t>
                      </a:r>
                      <a:endParaRPr sz="1050" u="none" cap="none" strike="noStrike">
                        <a:solidFill>
                          <a:schemeClr val="dk2"/>
                        </a:solidFill>
                        <a:latin typeface="Arial"/>
                        <a:ea typeface="Arial"/>
                        <a:cs typeface="Arial"/>
                        <a:sym typeface="Arial"/>
                      </a:endParaRPr>
                    </a:p>
                  </a:txBody>
                  <a:tcPr marT="15925" marB="15925" marR="15925" marL="15925">
                    <a:solidFill>
                      <a:schemeClr val="lt1"/>
                    </a:solidFill>
                  </a:tcPr>
                </a:tc>
                <a:tc>
                  <a:txBody>
                    <a:bodyPr/>
                    <a:lstStyle/>
                    <a:p>
                      <a:pPr indent="0" lvl="0" marL="0" marR="0" rtl="0" algn="ctr">
                        <a:lnSpc>
                          <a:spcPct val="115000"/>
                        </a:lnSpc>
                        <a:spcBef>
                          <a:spcPts val="0"/>
                        </a:spcBef>
                        <a:spcAft>
                          <a:spcPts val="0"/>
                        </a:spcAft>
                        <a:buNone/>
                      </a:pPr>
                      <a:r>
                        <a:rPr lang="es-419" sz="1050" u="none" cap="none" strike="noStrike">
                          <a:solidFill>
                            <a:schemeClr val="dk2"/>
                          </a:solidFill>
                        </a:rPr>
                        <a:t>SPSE</a:t>
                      </a:r>
                      <a:endParaRPr sz="1050" u="none" cap="none" strike="noStrike">
                        <a:solidFill>
                          <a:schemeClr val="dk2"/>
                        </a:solidFill>
                        <a:latin typeface="Arial"/>
                        <a:ea typeface="Arial"/>
                        <a:cs typeface="Arial"/>
                        <a:sym typeface="Arial"/>
                      </a:endParaRPr>
                    </a:p>
                  </a:txBody>
                  <a:tcPr marT="15925" marB="15925" marR="15925" marL="15925">
                    <a:solidFill>
                      <a:schemeClr val="lt1"/>
                    </a:solidFill>
                  </a:tcPr>
                </a:tc>
                <a:tc>
                  <a:txBody>
                    <a:bodyPr/>
                    <a:lstStyle/>
                    <a:p>
                      <a:pPr indent="0" lvl="0" marL="0" marR="0" rtl="0" algn="ctr">
                        <a:lnSpc>
                          <a:spcPct val="115000"/>
                        </a:lnSpc>
                        <a:spcBef>
                          <a:spcPts val="0"/>
                        </a:spcBef>
                        <a:spcAft>
                          <a:spcPts val="0"/>
                        </a:spcAft>
                        <a:buNone/>
                      </a:pPr>
                      <a:r>
                        <a:rPr lang="es-419" sz="1050" u="none" cap="none" strike="noStrike">
                          <a:solidFill>
                            <a:schemeClr val="dk2"/>
                          </a:solidFill>
                        </a:rPr>
                        <a:t> </a:t>
                      </a:r>
                      <a:endParaRPr sz="1050" u="none" cap="none" strike="noStrike">
                        <a:solidFill>
                          <a:schemeClr val="dk2"/>
                        </a:solidFill>
                        <a:latin typeface="Arial"/>
                        <a:ea typeface="Arial"/>
                        <a:cs typeface="Arial"/>
                        <a:sym typeface="Arial"/>
                      </a:endParaRPr>
                    </a:p>
                  </a:txBody>
                  <a:tcPr marT="15925" marB="15925" marR="15925" marL="15925">
                    <a:solidFill>
                      <a:schemeClr val="lt1"/>
                    </a:solidFill>
                  </a:tcPr>
                </a:tc>
              </a:tr>
              <a:tr h="153975">
                <a:tc>
                  <a:txBody>
                    <a:bodyPr/>
                    <a:lstStyle/>
                    <a:p>
                      <a:pPr indent="0" lvl="0" marL="0" marR="0" rtl="0" algn="ctr">
                        <a:lnSpc>
                          <a:spcPct val="115000"/>
                        </a:lnSpc>
                        <a:spcBef>
                          <a:spcPts val="0"/>
                        </a:spcBef>
                        <a:spcAft>
                          <a:spcPts val="0"/>
                        </a:spcAft>
                        <a:buNone/>
                      </a:pPr>
                      <a:r>
                        <a:rPr lang="es-419" sz="1050" u="none" cap="none" strike="noStrike">
                          <a:solidFill>
                            <a:schemeClr val="dk2"/>
                          </a:solidFill>
                        </a:rPr>
                        <a:t>Cilindro rotatorio anti horario</a:t>
                      </a:r>
                      <a:endParaRPr sz="1050" u="none" cap="none" strike="noStrike">
                        <a:solidFill>
                          <a:schemeClr val="dk2"/>
                        </a:solidFill>
                        <a:latin typeface="Arial"/>
                        <a:ea typeface="Arial"/>
                        <a:cs typeface="Arial"/>
                        <a:sym typeface="Arial"/>
                      </a:endParaRPr>
                    </a:p>
                  </a:txBody>
                  <a:tcPr marT="15925" marB="15925" marR="15925" marL="15925">
                    <a:solidFill>
                      <a:schemeClr val="lt1"/>
                    </a:solidFill>
                  </a:tcPr>
                </a:tc>
                <a:tc>
                  <a:txBody>
                    <a:bodyPr/>
                    <a:lstStyle/>
                    <a:p>
                      <a:pPr indent="0" lvl="0" marL="0" marR="0" rtl="0" algn="ctr">
                        <a:lnSpc>
                          <a:spcPct val="115000"/>
                        </a:lnSpc>
                        <a:spcBef>
                          <a:spcPts val="0"/>
                        </a:spcBef>
                        <a:spcAft>
                          <a:spcPts val="0"/>
                        </a:spcAft>
                        <a:buNone/>
                      </a:pPr>
                      <a:r>
                        <a:rPr lang="es-419" sz="1050" u="none" cap="none" strike="noStrike">
                          <a:solidFill>
                            <a:schemeClr val="dk2"/>
                          </a:solidFill>
                        </a:rPr>
                        <a:t>CILROTAH</a:t>
                      </a:r>
                      <a:endParaRPr sz="1050" u="none" cap="none" strike="noStrike">
                        <a:solidFill>
                          <a:schemeClr val="dk2"/>
                        </a:solidFill>
                        <a:latin typeface="Arial"/>
                        <a:ea typeface="Arial"/>
                        <a:cs typeface="Arial"/>
                        <a:sym typeface="Arial"/>
                      </a:endParaRPr>
                    </a:p>
                  </a:txBody>
                  <a:tcPr marT="15925" marB="15925" marR="15925" marL="15925">
                    <a:solidFill>
                      <a:schemeClr val="lt1"/>
                    </a:solidFill>
                  </a:tcPr>
                </a:tc>
                <a:tc>
                  <a:txBody>
                    <a:bodyPr/>
                    <a:lstStyle/>
                    <a:p>
                      <a:pPr indent="0" lvl="0" marL="0" marR="0" rtl="0" algn="ctr">
                        <a:lnSpc>
                          <a:spcPct val="115000"/>
                        </a:lnSpc>
                        <a:spcBef>
                          <a:spcPts val="0"/>
                        </a:spcBef>
                        <a:spcAft>
                          <a:spcPts val="0"/>
                        </a:spcAft>
                        <a:buNone/>
                      </a:pPr>
                      <a:r>
                        <a:rPr lang="es-419" sz="1050" u="none" cap="none" strike="noStrike">
                          <a:solidFill>
                            <a:schemeClr val="dk2"/>
                          </a:solidFill>
                        </a:rPr>
                        <a:t>CILROTAH=1 (giro antihorario)</a:t>
                      </a:r>
                      <a:endParaRPr sz="1050" u="none" cap="none" strike="noStrike">
                        <a:solidFill>
                          <a:schemeClr val="dk2"/>
                        </a:solidFill>
                      </a:endParaRPr>
                    </a:p>
                    <a:p>
                      <a:pPr indent="0" lvl="0" marL="0" marR="0" rtl="0" algn="ctr">
                        <a:lnSpc>
                          <a:spcPct val="115000"/>
                        </a:lnSpc>
                        <a:spcBef>
                          <a:spcPts val="0"/>
                        </a:spcBef>
                        <a:spcAft>
                          <a:spcPts val="0"/>
                        </a:spcAft>
                        <a:buNone/>
                      </a:pPr>
                      <a:r>
                        <a:rPr lang="es-419" sz="1050" u="none" cap="none" strike="noStrike">
                          <a:solidFill>
                            <a:schemeClr val="dk2"/>
                          </a:solidFill>
                        </a:rPr>
                        <a:t>CILROTAH=0 (giro horario)</a:t>
                      </a:r>
                      <a:endParaRPr sz="1050" u="none" cap="none" strike="noStrike">
                        <a:solidFill>
                          <a:schemeClr val="dk2"/>
                        </a:solidFill>
                        <a:latin typeface="Arial"/>
                        <a:ea typeface="Arial"/>
                        <a:cs typeface="Arial"/>
                        <a:sym typeface="Arial"/>
                      </a:endParaRPr>
                    </a:p>
                  </a:txBody>
                  <a:tcPr marT="15925" marB="15925" marR="15925" marL="15925">
                    <a:solidFill>
                      <a:schemeClr val="lt1"/>
                    </a:solidFill>
                  </a:tcPr>
                </a:tc>
              </a:tr>
              <a:tr h="144650">
                <a:tc>
                  <a:txBody>
                    <a:bodyPr/>
                    <a:lstStyle/>
                    <a:p>
                      <a:pPr indent="0" lvl="0" marL="0" marR="0" rtl="0" algn="ctr">
                        <a:lnSpc>
                          <a:spcPct val="115000"/>
                        </a:lnSpc>
                        <a:spcBef>
                          <a:spcPts val="0"/>
                        </a:spcBef>
                        <a:spcAft>
                          <a:spcPts val="0"/>
                        </a:spcAft>
                        <a:buNone/>
                      </a:pPr>
                      <a:r>
                        <a:rPr lang="es-419" sz="1050" u="none" cap="none" strike="noStrike">
                          <a:solidFill>
                            <a:schemeClr val="dk2"/>
                          </a:solidFill>
                        </a:rPr>
                        <a:t>Sensor magnético de giro antihorario</a:t>
                      </a:r>
                      <a:endParaRPr sz="1050" u="none" cap="none" strike="noStrike">
                        <a:solidFill>
                          <a:schemeClr val="dk2"/>
                        </a:solidFill>
                        <a:latin typeface="Arial"/>
                        <a:ea typeface="Arial"/>
                        <a:cs typeface="Arial"/>
                        <a:sym typeface="Arial"/>
                      </a:endParaRPr>
                    </a:p>
                  </a:txBody>
                  <a:tcPr marT="15925" marB="15925" marR="15925" marL="15925">
                    <a:solidFill>
                      <a:schemeClr val="lt1"/>
                    </a:solidFill>
                  </a:tcPr>
                </a:tc>
                <a:tc>
                  <a:txBody>
                    <a:bodyPr/>
                    <a:lstStyle/>
                    <a:p>
                      <a:pPr indent="0" lvl="0" marL="0" marR="0" rtl="0" algn="ctr">
                        <a:lnSpc>
                          <a:spcPct val="115000"/>
                        </a:lnSpc>
                        <a:spcBef>
                          <a:spcPts val="0"/>
                        </a:spcBef>
                        <a:spcAft>
                          <a:spcPts val="0"/>
                        </a:spcAft>
                        <a:buNone/>
                      </a:pPr>
                      <a:r>
                        <a:rPr lang="es-419" sz="1050" u="none" cap="none" strike="noStrike">
                          <a:solidFill>
                            <a:schemeClr val="dk2"/>
                          </a:solidFill>
                        </a:rPr>
                        <a:t>SGA</a:t>
                      </a:r>
                      <a:endParaRPr sz="1050" u="none" cap="none" strike="noStrike">
                        <a:solidFill>
                          <a:schemeClr val="dk2"/>
                        </a:solidFill>
                        <a:latin typeface="Arial"/>
                        <a:ea typeface="Arial"/>
                        <a:cs typeface="Arial"/>
                        <a:sym typeface="Arial"/>
                      </a:endParaRPr>
                    </a:p>
                  </a:txBody>
                  <a:tcPr marT="15925" marB="15925" marR="15925" marL="15925">
                    <a:solidFill>
                      <a:schemeClr val="lt1"/>
                    </a:solidFill>
                  </a:tcPr>
                </a:tc>
                <a:tc>
                  <a:txBody>
                    <a:bodyPr/>
                    <a:lstStyle/>
                    <a:p>
                      <a:pPr indent="0" lvl="0" marL="0" marR="0" rtl="0" algn="ctr">
                        <a:lnSpc>
                          <a:spcPct val="115000"/>
                        </a:lnSpc>
                        <a:spcBef>
                          <a:spcPts val="0"/>
                        </a:spcBef>
                        <a:spcAft>
                          <a:spcPts val="0"/>
                        </a:spcAft>
                        <a:buNone/>
                      </a:pPr>
                      <a:r>
                        <a:rPr lang="es-419" sz="1050" u="none" cap="none" strike="noStrike">
                          <a:solidFill>
                            <a:schemeClr val="dk2"/>
                          </a:solidFill>
                        </a:rPr>
                        <a:t> </a:t>
                      </a:r>
                      <a:endParaRPr sz="1050" u="none" cap="none" strike="noStrike">
                        <a:solidFill>
                          <a:schemeClr val="dk2"/>
                        </a:solidFill>
                        <a:latin typeface="Arial"/>
                        <a:ea typeface="Arial"/>
                        <a:cs typeface="Arial"/>
                        <a:sym typeface="Arial"/>
                      </a:endParaRPr>
                    </a:p>
                  </a:txBody>
                  <a:tcPr marT="15925" marB="15925" marR="15925" marL="15925">
                    <a:solidFill>
                      <a:schemeClr val="lt1"/>
                    </a:solidFill>
                  </a:tcPr>
                </a:tc>
              </a:tr>
              <a:tr h="144650">
                <a:tc>
                  <a:txBody>
                    <a:bodyPr/>
                    <a:lstStyle/>
                    <a:p>
                      <a:pPr indent="0" lvl="0" marL="0" marR="0" rtl="0" algn="ctr">
                        <a:lnSpc>
                          <a:spcPct val="115000"/>
                        </a:lnSpc>
                        <a:spcBef>
                          <a:spcPts val="0"/>
                        </a:spcBef>
                        <a:spcAft>
                          <a:spcPts val="0"/>
                        </a:spcAft>
                        <a:buNone/>
                      </a:pPr>
                      <a:r>
                        <a:rPr lang="es-419" sz="1050" u="none" cap="none" strike="noStrike">
                          <a:solidFill>
                            <a:schemeClr val="dk2"/>
                          </a:solidFill>
                        </a:rPr>
                        <a:t>Sensor magnético de giro horario</a:t>
                      </a:r>
                      <a:endParaRPr sz="1050" u="none" cap="none" strike="noStrike">
                        <a:solidFill>
                          <a:schemeClr val="dk2"/>
                        </a:solidFill>
                        <a:latin typeface="Arial"/>
                        <a:ea typeface="Arial"/>
                        <a:cs typeface="Arial"/>
                        <a:sym typeface="Arial"/>
                      </a:endParaRPr>
                    </a:p>
                  </a:txBody>
                  <a:tcPr marT="15925" marB="15925" marR="15925" marL="15925">
                    <a:solidFill>
                      <a:schemeClr val="lt1"/>
                    </a:solidFill>
                  </a:tcPr>
                </a:tc>
                <a:tc>
                  <a:txBody>
                    <a:bodyPr/>
                    <a:lstStyle/>
                    <a:p>
                      <a:pPr indent="0" lvl="0" marL="0" marR="0" rtl="0" algn="ctr">
                        <a:lnSpc>
                          <a:spcPct val="115000"/>
                        </a:lnSpc>
                        <a:spcBef>
                          <a:spcPts val="0"/>
                        </a:spcBef>
                        <a:spcAft>
                          <a:spcPts val="0"/>
                        </a:spcAft>
                        <a:buNone/>
                      </a:pPr>
                      <a:r>
                        <a:rPr lang="es-419" sz="1050" u="none" cap="none" strike="noStrike">
                          <a:solidFill>
                            <a:schemeClr val="dk2"/>
                          </a:solidFill>
                        </a:rPr>
                        <a:t>SGH</a:t>
                      </a:r>
                      <a:endParaRPr sz="1050" u="none" cap="none" strike="noStrike">
                        <a:solidFill>
                          <a:schemeClr val="dk2"/>
                        </a:solidFill>
                        <a:latin typeface="Arial"/>
                        <a:ea typeface="Arial"/>
                        <a:cs typeface="Arial"/>
                        <a:sym typeface="Arial"/>
                      </a:endParaRPr>
                    </a:p>
                  </a:txBody>
                  <a:tcPr marT="15925" marB="15925" marR="15925" marL="15925">
                    <a:solidFill>
                      <a:schemeClr val="lt1"/>
                    </a:solidFill>
                  </a:tcPr>
                </a:tc>
                <a:tc>
                  <a:txBody>
                    <a:bodyPr/>
                    <a:lstStyle/>
                    <a:p>
                      <a:pPr indent="0" lvl="0" marL="0" marR="0" rtl="0" algn="ctr">
                        <a:lnSpc>
                          <a:spcPct val="115000"/>
                        </a:lnSpc>
                        <a:spcBef>
                          <a:spcPts val="0"/>
                        </a:spcBef>
                        <a:spcAft>
                          <a:spcPts val="0"/>
                        </a:spcAft>
                        <a:buNone/>
                      </a:pPr>
                      <a:r>
                        <a:rPr lang="es-419" sz="1050" u="none" cap="none" strike="noStrike">
                          <a:solidFill>
                            <a:schemeClr val="dk2"/>
                          </a:solidFill>
                        </a:rPr>
                        <a:t> </a:t>
                      </a:r>
                      <a:endParaRPr sz="1050" u="none" cap="none" strike="noStrike">
                        <a:solidFill>
                          <a:schemeClr val="dk2"/>
                        </a:solidFill>
                        <a:latin typeface="Arial"/>
                        <a:ea typeface="Arial"/>
                        <a:cs typeface="Arial"/>
                        <a:sym typeface="Arial"/>
                      </a:endParaRPr>
                    </a:p>
                  </a:txBody>
                  <a:tcPr marT="15925" marB="15925" marR="15925" marL="15925">
                    <a:solidFill>
                      <a:schemeClr val="lt1"/>
                    </a:solidFill>
                  </a:tcPr>
                </a:tc>
              </a:tr>
              <a:tr h="153975">
                <a:tc>
                  <a:txBody>
                    <a:bodyPr/>
                    <a:lstStyle/>
                    <a:p>
                      <a:pPr indent="0" lvl="0" marL="0" marR="0" rtl="0" algn="ctr">
                        <a:lnSpc>
                          <a:spcPct val="115000"/>
                        </a:lnSpc>
                        <a:spcBef>
                          <a:spcPts val="0"/>
                        </a:spcBef>
                        <a:spcAft>
                          <a:spcPts val="0"/>
                        </a:spcAft>
                        <a:buNone/>
                      </a:pPr>
                      <a:r>
                        <a:rPr lang="es-419" sz="1050" u="none" cap="none" strike="noStrike">
                          <a:solidFill>
                            <a:schemeClr val="dk2"/>
                          </a:solidFill>
                        </a:rPr>
                        <a:t>Cilindro neumático horizontal</a:t>
                      </a:r>
                      <a:endParaRPr sz="1050" u="none" cap="none" strike="noStrike">
                        <a:solidFill>
                          <a:schemeClr val="dk2"/>
                        </a:solidFill>
                        <a:latin typeface="Arial"/>
                        <a:ea typeface="Arial"/>
                        <a:cs typeface="Arial"/>
                        <a:sym typeface="Arial"/>
                      </a:endParaRPr>
                    </a:p>
                  </a:txBody>
                  <a:tcPr marT="15925" marB="15925" marR="15925" marL="15925">
                    <a:solidFill>
                      <a:schemeClr val="lt1"/>
                    </a:solidFill>
                  </a:tcPr>
                </a:tc>
                <a:tc>
                  <a:txBody>
                    <a:bodyPr/>
                    <a:lstStyle/>
                    <a:p>
                      <a:pPr indent="0" lvl="0" marL="0" marR="0" rtl="0" algn="ctr">
                        <a:lnSpc>
                          <a:spcPct val="115000"/>
                        </a:lnSpc>
                        <a:spcBef>
                          <a:spcPts val="0"/>
                        </a:spcBef>
                        <a:spcAft>
                          <a:spcPts val="0"/>
                        </a:spcAft>
                        <a:buNone/>
                      </a:pPr>
                      <a:r>
                        <a:rPr lang="es-419" sz="1050" u="none" cap="none" strike="noStrike">
                          <a:solidFill>
                            <a:schemeClr val="dk2"/>
                          </a:solidFill>
                        </a:rPr>
                        <a:t>CILHORADE</a:t>
                      </a:r>
                      <a:endParaRPr sz="1050" u="none" cap="none" strike="noStrike">
                        <a:solidFill>
                          <a:schemeClr val="dk2"/>
                        </a:solidFill>
                        <a:latin typeface="Arial"/>
                        <a:ea typeface="Arial"/>
                        <a:cs typeface="Arial"/>
                        <a:sym typeface="Arial"/>
                      </a:endParaRPr>
                    </a:p>
                  </a:txBody>
                  <a:tcPr marT="15925" marB="15925" marR="15925" marL="15925">
                    <a:solidFill>
                      <a:schemeClr val="lt1"/>
                    </a:solidFill>
                  </a:tcPr>
                </a:tc>
                <a:tc>
                  <a:txBody>
                    <a:bodyPr/>
                    <a:lstStyle/>
                    <a:p>
                      <a:pPr indent="0" lvl="0" marL="0" marR="0" rtl="0" algn="ctr">
                        <a:lnSpc>
                          <a:spcPct val="115000"/>
                        </a:lnSpc>
                        <a:spcBef>
                          <a:spcPts val="0"/>
                        </a:spcBef>
                        <a:spcAft>
                          <a:spcPts val="0"/>
                        </a:spcAft>
                        <a:buNone/>
                      </a:pPr>
                      <a:r>
                        <a:rPr lang="es-419" sz="1050" u="none" cap="none" strike="noStrike">
                          <a:solidFill>
                            <a:schemeClr val="dk2"/>
                          </a:solidFill>
                        </a:rPr>
                        <a:t>CILHORADE=1 (extendido)*</a:t>
                      </a:r>
                      <a:endParaRPr sz="1050" u="none" cap="none" strike="noStrike">
                        <a:solidFill>
                          <a:schemeClr val="dk2"/>
                        </a:solidFill>
                      </a:endParaRPr>
                    </a:p>
                    <a:p>
                      <a:pPr indent="0" lvl="0" marL="0" marR="0" rtl="0" algn="ctr">
                        <a:lnSpc>
                          <a:spcPct val="115000"/>
                        </a:lnSpc>
                        <a:spcBef>
                          <a:spcPts val="0"/>
                        </a:spcBef>
                        <a:spcAft>
                          <a:spcPts val="0"/>
                        </a:spcAft>
                        <a:buNone/>
                      </a:pPr>
                      <a:r>
                        <a:rPr lang="es-419" sz="1050" u="none" cap="none" strike="noStrike">
                          <a:solidFill>
                            <a:schemeClr val="dk2"/>
                          </a:solidFill>
                        </a:rPr>
                        <a:t>CILHORADE=0 (retraido)*</a:t>
                      </a:r>
                      <a:endParaRPr sz="1050" u="none" cap="none" strike="noStrike">
                        <a:solidFill>
                          <a:schemeClr val="dk2"/>
                        </a:solidFill>
                        <a:latin typeface="Arial"/>
                        <a:ea typeface="Arial"/>
                        <a:cs typeface="Arial"/>
                        <a:sym typeface="Arial"/>
                      </a:endParaRPr>
                    </a:p>
                  </a:txBody>
                  <a:tcPr marT="15925" marB="15925" marR="15925" marL="15925">
                    <a:solidFill>
                      <a:schemeClr val="lt1"/>
                    </a:solidFill>
                  </a:tcPr>
                </a:tc>
              </a:tr>
              <a:tr h="144650">
                <a:tc>
                  <a:txBody>
                    <a:bodyPr/>
                    <a:lstStyle/>
                    <a:p>
                      <a:pPr indent="0" lvl="0" marL="0" marR="0" rtl="0" algn="ctr">
                        <a:lnSpc>
                          <a:spcPct val="115000"/>
                        </a:lnSpc>
                        <a:spcBef>
                          <a:spcPts val="0"/>
                        </a:spcBef>
                        <a:spcAft>
                          <a:spcPts val="0"/>
                        </a:spcAft>
                        <a:buNone/>
                      </a:pPr>
                      <a:r>
                        <a:rPr lang="es-419" sz="1050" u="none" cap="none" strike="noStrike">
                          <a:solidFill>
                            <a:schemeClr val="dk2"/>
                          </a:solidFill>
                        </a:rPr>
                        <a:t>Sensor magnético CILHORADE (extendido)</a:t>
                      </a:r>
                      <a:endParaRPr sz="1050" u="none" cap="none" strike="noStrike">
                        <a:solidFill>
                          <a:schemeClr val="dk2"/>
                        </a:solidFill>
                        <a:latin typeface="Arial"/>
                        <a:ea typeface="Arial"/>
                        <a:cs typeface="Arial"/>
                        <a:sym typeface="Arial"/>
                      </a:endParaRPr>
                    </a:p>
                  </a:txBody>
                  <a:tcPr marT="15925" marB="15925" marR="15925" marL="15925">
                    <a:solidFill>
                      <a:schemeClr val="lt1"/>
                    </a:solidFill>
                  </a:tcPr>
                </a:tc>
                <a:tc>
                  <a:txBody>
                    <a:bodyPr/>
                    <a:lstStyle/>
                    <a:p>
                      <a:pPr indent="0" lvl="0" marL="0" marR="0" rtl="0" algn="ctr">
                        <a:lnSpc>
                          <a:spcPct val="115000"/>
                        </a:lnSpc>
                        <a:spcBef>
                          <a:spcPts val="0"/>
                        </a:spcBef>
                        <a:spcAft>
                          <a:spcPts val="0"/>
                        </a:spcAft>
                        <a:buNone/>
                      </a:pPr>
                      <a:r>
                        <a:rPr lang="es-419" sz="1050" u="none" cap="none" strike="noStrike">
                          <a:solidFill>
                            <a:schemeClr val="dk2"/>
                          </a:solidFill>
                        </a:rPr>
                        <a:t>SGRAD</a:t>
                      </a:r>
                      <a:endParaRPr sz="1050" u="none" cap="none" strike="noStrike">
                        <a:solidFill>
                          <a:schemeClr val="dk2"/>
                        </a:solidFill>
                        <a:latin typeface="Arial"/>
                        <a:ea typeface="Arial"/>
                        <a:cs typeface="Arial"/>
                        <a:sym typeface="Arial"/>
                      </a:endParaRPr>
                    </a:p>
                  </a:txBody>
                  <a:tcPr marT="15925" marB="15925" marR="15925" marL="15925">
                    <a:solidFill>
                      <a:schemeClr val="lt1"/>
                    </a:solidFill>
                  </a:tcPr>
                </a:tc>
                <a:tc>
                  <a:txBody>
                    <a:bodyPr/>
                    <a:lstStyle/>
                    <a:p>
                      <a:pPr indent="0" lvl="0" marL="0" marR="0" rtl="0" algn="ctr">
                        <a:lnSpc>
                          <a:spcPct val="115000"/>
                        </a:lnSpc>
                        <a:spcBef>
                          <a:spcPts val="0"/>
                        </a:spcBef>
                        <a:spcAft>
                          <a:spcPts val="0"/>
                        </a:spcAft>
                        <a:buNone/>
                      </a:pPr>
                      <a:r>
                        <a:rPr lang="es-419" sz="1050" u="none" cap="none" strike="noStrike">
                          <a:solidFill>
                            <a:schemeClr val="dk2"/>
                          </a:solidFill>
                        </a:rPr>
                        <a:t> </a:t>
                      </a:r>
                      <a:endParaRPr sz="1050" u="none" cap="none" strike="noStrike">
                        <a:solidFill>
                          <a:schemeClr val="dk2"/>
                        </a:solidFill>
                        <a:latin typeface="Arial"/>
                        <a:ea typeface="Arial"/>
                        <a:cs typeface="Arial"/>
                        <a:sym typeface="Arial"/>
                      </a:endParaRPr>
                    </a:p>
                  </a:txBody>
                  <a:tcPr marT="15925" marB="15925" marR="15925" marL="15925">
                    <a:solidFill>
                      <a:schemeClr val="lt1"/>
                    </a:solidFill>
                  </a:tcPr>
                </a:tc>
              </a:tr>
              <a:tr h="144650">
                <a:tc>
                  <a:txBody>
                    <a:bodyPr/>
                    <a:lstStyle/>
                    <a:p>
                      <a:pPr indent="0" lvl="0" marL="0" marR="0" rtl="0" algn="ctr">
                        <a:lnSpc>
                          <a:spcPct val="115000"/>
                        </a:lnSpc>
                        <a:spcBef>
                          <a:spcPts val="0"/>
                        </a:spcBef>
                        <a:spcAft>
                          <a:spcPts val="0"/>
                        </a:spcAft>
                        <a:buNone/>
                      </a:pPr>
                      <a:r>
                        <a:rPr lang="es-419" sz="1050" u="none" cap="none" strike="noStrike">
                          <a:solidFill>
                            <a:schemeClr val="dk2"/>
                          </a:solidFill>
                        </a:rPr>
                        <a:t>Sensor magnético CILHORADE (retraído)</a:t>
                      </a:r>
                      <a:endParaRPr sz="1050" u="none" cap="none" strike="noStrike">
                        <a:solidFill>
                          <a:schemeClr val="dk2"/>
                        </a:solidFill>
                        <a:latin typeface="Arial"/>
                        <a:ea typeface="Arial"/>
                        <a:cs typeface="Arial"/>
                        <a:sym typeface="Arial"/>
                      </a:endParaRPr>
                    </a:p>
                  </a:txBody>
                  <a:tcPr marT="15925" marB="15925" marR="15925" marL="15925">
                    <a:solidFill>
                      <a:schemeClr val="lt1"/>
                    </a:solidFill>
                  </a:tcPr>
                </a:tc>
                <a:tc>
                  <a:txBody>
                    <a:bodyPr/>
                    <a:lstStyle/>
                    <a:p>
                      <a:pPr indent="0" lvl="0" marL="0" marR="0" rtl="0" algn="ctr">
                        <a:lnSpc>
                          <a:spcPct val="115000"/>
                        </a:lnSpc>
                        <a:spcBef>
                          <a:spcPts val="0"/>
                        </a:spcBef>
                        <a:spcAft>
                          <a:spcPts val="0"/>
                        </a:spcAft>
                        <a:buNone/>
                      </a:pPr>
                      <a:r>
                        <a:rPr lang="es-419" sz="1050" u="none" cap="none" strike="noStrike">
                          <a:solidFill>
                            <a:schemeClr val="dk2"/>
                          </a:solidFill>
                        </a:rPr>
                        <a:t>SGRT</a:t>
                      </a:r>
                      <a:endParaRPr sz="1050" u="none" cap="none" strike="noStrike">
                        <a:solidFill>
                          <a:schemeClr val="dk2"/>
                        </a:solidFill>
                        <a:latin typeface="Arial"/>
                        <a:ea typeface="Arial"/>
                        <a:cs typeface="Arial"/>
                        <a:sym typeface="Arial"/>
                      </a:endParaRPr>
                    </a:p>
                  </a:txBody>
                  <a:tcPr marT="15925" marB="15925" marR="15925" marL="15925">
                    <a:solidFill>
                      <a:schemeClr val="lt1"/>
                    </a:solidFill>
                  </a:tcPr>
                </a:tc>
                <a:tc>
                  <a:txBody>
                    <a:bodyPr/>
                    <a:lstStyle/>
                    <a:p>
                      <a:pPr indent="0" lvl="0" marL="0" marR="0" rtl="0" algn="ctr">
                        <a:lnSpc>
                          <a:spcPct val="120000"/>
                        </a:lnSpc>
                        <a:spcBef>
                          <a:spcPts val="0"/>
                        </a:spcBef>
                        <a:spcAft>
                          <a:spcPts val="0"/>
                        </a:spcAft>
                        <a:buNone/>
                      </a:pPr>
                      <a:r>
                        <a:rPr lang="es-419" sz="1050" u="none" cap="none" strike="noStrike">
                          <a:solidFill>
                            <a:schemeClr val="dk2"/>
                          </a:solidFill>
                        </a:rPr>
                        <a:t> </a:t>
                      </a:r>
                      <a:endParaRPr sz="1050" u="none" cap="none" strike="noStrike">
                        <a:solidFill>
                          <a:schemeClr val="dk2"/>
                        </a:solidFill>
                        <a:latin typeface="Arial"/>
                        <a:ea typeface="Arial"/>
                        <a:cs typeface="Arial"/>
                        <a:sym typeface="Arial"/>
                      </a:endParaRPr>
                    </a:p>
                  </a:txBody>
                  <a:tcPr marT="15925" marB="15925" marR="15925" marL="15925">
                    <a:solidFill>
                      <a:schemeClr val="lt1"/>
                    </a:solidFill>
                  </a:tcPr>
                </a:tc>
              </a:tr>
              <a:tr h="158625">
                <a:tc>
                  <a:txBody>
                    <a:bodyPr/>
                    <a:lstStyle/>
                    <a:p>
                      <a:pPr indent="0" lvl="0" marL="0" marR="0" rtl="0" algn="ctr">
                        <a:lnSpc>
                          <a:spcPct val="115000"/>
                        </a:lnSpc>
                        <a:spcBef>
                          <a:spcPts val="0"/>
                        </a:spcBef>
                        <a:spcAft>
                          <a:spcPts val="0"/>
                        </a:spcAft>
                        <a:buNone/>
                      </a:pPr>
                      <a:r>
                        <a:rPr lang="es-419" sz="1050" u="none" cap="none" strike="noStrike">
                          <a:solidFill>
                            <a:schemeClr val="dk2"/>
                          </a:solidFill>
                        </a:rPr>
                        <a:t>Cilindro neumático vertical</a:t>
                      </a:r>
                      <a:endParaRPr sz="1050" u="none" cap="none" strike="noStrike">
                        <a:solidFill>
                          <a:schemeClr val="dk2"/>
                        </a:solidFill>
                        <a:latin typeface="Arial"/>
                        <a:ea typeface="Arial"/>
                        <a:cs typeface="Arial"/>
                        <a:sym typeface="Arial"/>
                      </a:endParaRPr>
                    </a:p>
                  </a:txBody>
                  <a:tcPr marT="15925" marB="15925" marR="15925" marL="15925">
                    <a:solidFill>
                      <a:schemeClr val="lt1"/>
                    </a:solidFill>
                  </a:tcPr>
                </a:tc>
                <a:tc>
                  <a:txBody>
                    <a:bodyPr/>
                    <a:lstStyle/>
                    <a:p>
                      <a:pPr indent="0" lvl="0" marL="0" marR="0" rtl="0" algn="ctr">
                        <a:lnSpc>
                          <a:spcPct val="115000"/>
                        </a:lnSpc>
                        <a:spcBef>
                          <a:spcPts val="0"/>
                        </a:spcBef>
                        <a:spcAft>
                          <a:spcPts val="0"/>
                        </a:spcAft>
                        <a:buNone/>
                      </a:pPr>
                      <a:r>
                        <a:rPr lang="es-419" sz="1050" u="none" cap="none" strike="noStrike">
                          <a:solidFill>
                            <a:schemeClr val="dk2"/>
                          </a:solidFill>
                        </a:rPr>
                        <a:t>CILVERTABAJO</a:t>
                      </a:r>
                      <a:endParaRPr sz="1050" u="none" cap="none" strike="noStrike">
                        <a:solidFill>
                          <a:schemeClr val="dk2"/>
                        </a:solidFill>
                        <a:latin typeface="Arial"/>
                        <a:ea typeface="Arial"/>
                        <a:cs typeface="Arial"/>
                        <a:sym typeface="Arial"/>
                      </a:endParaRPr>
                    </a:p>
                  </a:txBody>
                  <a:tcPr marT="15925" marB="15925" marR="15925" marL="15925">
                    <a:solidFill>
                      <a:schemeClr val="lt1"/>
                    </a:solidFill>
                  </a:tcPr>
                </a:tc>
                <a:tc>
                  <a:txBody>
                    <a:bodyPr/>
                    <a:lstStyle/>
                    <a:p>
                      <a:pPr indent="0" lvl="0" marL="0" marR="0" rtl="0" algn="ctr">
                        <a:lnSpc>
                          <a:spcPct val="120000"/>
                        </a:lnSpc>
                        <a:spcBef>
                          <a:spcPts val="0"/>
                        </a:spcBef>
                        <a:spcAft>
                          <a:spcPts val="0"/>
                        </a:spcAft>
                        <a:buNone/>
                      </a:pPr>
                      <a:r>
                        <a:rPr lang="es-419" sz="1050" u="none" cap="none" strike="noStrike">
                          <a:solidFill>
                            <a:schemeClr val="dk2"/>
                          </a:solidFill>
                        </a:rPr>
                        <a:t>CILVERTABAJO=1 (extendido)*</a:t>
                      </a:r>
                      <a:endParaRPr sz="1050" u="none" cap="none" strike="noStrike">
                        <a:solidFill>
                          <a:schemeClr val="dk2"/>
                        </a:solidFill>
                      </a:endParaRPr>
                    </a:p>
                    <a:p>
                      <a:pPr indent="0" lvl="0" marL="0" marR="0" rtl="0" algn="ctr">
                        <a:lnSpc>
                          <a:spcPct val="120000"/>
                        </a:lnSpc>
                        <a:spcBef>
                          <a:spcPts val="0"/>
                        </a:spcBef>
                        <a:spcAft>
                          <a:spcPts val="0"/>
                        </a:spcAft>
                        <a:buNone/>
                      </a:pPr>
                      <a:r>
                        <a:rPr lang="es-419" sz="1050" u="none" cap="none" strike="noStrike">
                          <a:solidFill>
                            <a:schemeClr val="dk2"/>
                          </a:solidFill>
                        </a:rPr>
                        <a:t>CILVERTABAJO=0 (retraido)*</a:t>
                      </a:r>
                      <a:endParaRPr sz="1050" u="none" cap="none" strike="noStrike">
                        <a:solidFill>
                          <a:schemeClr val="dk2"/>
                        </a:solidFill>
                        <a:latin typeface="Arial"/>
                        <a:ea typeface="Arial"/>
                        <a:cs typeface="Arial"/>
                        <a:sym typeface="Arial"/>
                      </a:endParaRPr>
                    </a:p>
                  </a:txBody>
                  <a:tcPr marT="15925" marB="15925" marR="15925" marL="15925">
                    <a:solidFill>
                      <a:schemeClr val="lt1"/>
                    </a:solidFill>
                  </a:tcPr>
                </a:tc>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31"/>
          <p:cNvSpPr txBox="1"/>
          <p:nvPr/>
        </p:nvSpPr>
        <p:spPr>
          <a:xfrm>
            <a:off x="427611" y="-41032"/>
            <a:ext cx="7734255" cy="535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2"/>
              </a:buClr>
              <a:buSzPts val="2600"/>
              <a:buFont typeface="Raleway"/>
              <a:buNone/>
            </a:pPr>
            <a:r>
              <a:rPr b="1" i="0" lang="es-419" sz="2400" u="none" cap="none" strike="noStrike">
                <a:solidFill>
                  <a:srgbClr val="681800"/>
                </a:solidFill>
                <a:latin typeface="Raleway"/>
                <a:ea typeface="Raleway"/>
                <a:cs typeface="Raleway"/>
                <a:sym typeface="Raleway"/>
              </a:rPr>
              <a:t>Nombres de referencia: Unidad de Ensamblaje</a:t>
            </a:r>
            <a:endParaRPr/>
          </a:p>
        </p:txBody>
      </p:sp>
      <p:graphicFrame>
        <p:nvGraphicFramePr>
          <p:cNvPr id="341" name="Google Shape;341;p31"/>
          <p:cNvGraphicFramePr/>
          <p:nvPr/>
        </p:nvGraphicFramePr>
        <p:xfrm>
          <a:off x="819862" y="621758"/>
          <a:ext cx="3000000" cy="3000000"/>
        </p:xfrm>
        <a:graphic>
          <a:graphicData uri="http://schemas.openxmlformats.org/drawingml/2006/table">
            <a:tbl>
              <a:tblPr>
                <a:noFill/>
                <a:tableStyleId>{3FF80745-7821-485C-8F53-118708D8D5D8}</a:tableStyleId>
              </a:tblPr>
              <a:tblGrid>
                <a:gridCol w="2386100"/>
                <a:gridCol w="2386100"/>
                <a:gridCol w="2732075"/>
              </a:tblGrid>
              <a:tr h="92875">
                <a:tc>
                  <a:txBody>
                    <a:bodyPr/>
                    <a:lstStyle/>
                    <a:p>
                      <a:pPr indent="0" lvl="0" marL="0" marR="0" rtl="0" algn="ctr">
                        <a:lnSpc>
                          <a:spcPct val="115000"/>
                        </a:lnSpc>
                        <a:spcBef>
                          <a:spcPts val="0"/>
                        </a:spcBef>
                        <a:spcAft>
                          <a:spcPts val="0"/>
                        </a:spcAft>
                        <a:buNone/>
                      </a:pPr>
                      <a:r>
                        <a:rPr b="1" lang="es-419" sz="1100" u="none" cap="none" strike="noStrike">
                          <a:solidFill>
                            <a:schemeClr val="lt1"/>
                          </a:solidFill>
                        </a:rPr>
                        <a:t>Sensor/actuador</a:t>
                      </a:r>
                      <a:endParaRPr b="1" sz="1100" u="none" cap="none" strike="noStrike">
                        <a:solidFill>
                          <a:schemeClr val="lt1"/>
                        </a:solidFill>
                        <a:latin typeface="Arial"/>
                        <a:ea typeface="Arial"/>
                        <a:cs typeface="Arial"/>
                        <a:sym typeface="Arial"/>
                      </a:endParaRPr>
                    </a:p>
                  </a:txBody>
                  <a:tcPr marT="15925" marB="15925" marR="15925" marL="15925">
                    <a:solidFill>
                      <a:srgbClr val="14285A"/>
                    </a:solidFill>
                  </a:tcPr>
                </a:tc>
                <a:tc>
                  <a:txBody>
                    <a:bodyPr/>
                    <a:lstStyle/>
                    <a:p>
                      <a:pPr indent="0" lvl="0" marL="0" marR="0" rtl="0" algn="ctr">
                        <a:lnSpc>
                          <a:spcPct val="115000"/>
                        </a:lnSpc>
                        <a:spcBef>
                          <a:spcPts val="0"/>
                        </a:spcBef>
                        <a:spcAft>
                          <a:spcPts val="0"/>
                        </a:spcAft>
                        <a:buNone/>
                      </a:pPr>
                      <a:r>
                        <a:rPr b="1" lang="es-419" sz="1100" u="none" cap="none" strike="noStrike">
                          <a:solidFill>
                            <a:schemeClr val="lt1"/>
                          </a:solidFill>
                        </a:rPr>
                        <a:t>Nombre </a:t>
                      </a:r>
                      <a:endParaRPr b="1" sz="1100" u="none" cap="none" strike="noStrike">
                        <a:solidFill>
                          <a:schemeClr val="lt1"/>
                        </a:solidFill>
                        <a:latin typeface="Arial"/>
                        <a:ea typeface="Arial"/>
                        <a:cs typeface="Arial"/>
                        <a:sym typeface="Arial"/>
                      </a:endParaRPr>
                    </a:p>
                  </a:txBody>
                  <a:tcPr marT="15925" marB="15925" marR="15925" marL="15925">
                    <a:solidFill>
                      <a:srgbClr val="14285A"/>
                    </a:solidFill>
                  </a:tcPr>
                </a:tc>
                <a:tc>
                  <a:txBody>
                    <a:bodyPr/>
                    <a:lstStyle/>
                    <a:p>
                      <a:pPr indent="0" lvl="0" marL="0" marR="0" rtl="0" algn="ctr">
                        <a:lnSpc>
                          <a:spcPct val="115000"/>
                        </a:lnSpc>
                        <a:spcBef>
                          <a:spcPts val="0"/>
                        </a:spcBef>
                        <a:spcAft>
                          <a:spcPts val="0"/>
                        </a:spcAft>
                        <a:buNone/>
                      </a:pPr>
                      <a:r>
                        <a:rPr b="1" lang="es-419" sz="1100" u="none" cap="none" strike="noStrike">
                          <a:solidFill>
                            <a:schemeClr val="lt1"/>
                          </a:solidFill>
                        </a:rPr>
                        <a:t>Descripción</a:t>
                      </a:r>
                      <a:endParaRPr b="1" sz="1100" u="none" cap="none" strike="noStrike">
                        <a:solidFill>
                          <a:schemeClr val="lt1"/>
                        </a:solidFill>
                        <a:latin typeface="Arial"/>
                        <a:ea typeface="Arial"/>
                        <a:cs typeface="Arial"/>
                        <a:sym typeface="Arial"/>
                      </a:endParaRPr>
                    </a:p>
                  </a:txBody>
                  <a:tcPr marT="15925" marB="15925" marR="15925" marL="15925">
                    <a:solidFill>
                      <a:srgbClr val="14285A"/>
                    </a:solidFill>
                  </a:tcPr>
                </a:tc>
              </a:tr>
              <a:tr h="200825">
                <a:tc>
                  <a:txBody>
                    <a:bodyPr/>
                    <a:lstStyle/>
                    <a:p>
                      <a:pPr indent="0" lvl="0" marL="0" marR="0" rtl="0" algn="ctr">
                        <a:lnSpc>
                          <a:spcPct val="115000"/>
                        </a:lnSpc>
                        <a:spcBef>
                          <a:spcPts val="0"/>
                        </a:spcBef>
                        <a:spcAft>
                          <a:spcPts val="0"/>
                        </a:spcAft>
                        <a:buNone/>
                      </a:pPr>
                      <a:r>
                        <a:rPr lang="es-419" sz="1050" u="none" cap="none" strike="noStrike">
                          <a:solidFill>
                            <a:schemeClr val="dk2"/>
                          </a:solidFill>
                        </a:rPr>
                        <a:t>Sensor magnético CILVERTABAJO (extendido)</a:t>
                      </a:r>
                      <a:endParaRPr sz="1050" u="none" cap="none" strike="noStrike">
                        <a:solidFill>
                          <a:schemeClr val="dk2"/>
                        </a:solidFill>
                        <a:latin typeface="Arial"/>
                        <a:ea typeface="Arial"/>
                        <a:cs typeface="Arial"/>
                        <a:sym typeface="Arial"/>
                      </a:endParaRPr>
                    </a:p>
                  </a:txBody>
                  <a:tcPr marT="15925" marB="15925" marR="15925" marL="15925">
                    <a:solidFill>
                      <a:schemeClr val="lt1"/>
                    </a:solidFill>
                  </a:tcPr>
                </a:tc>
                <a:tc>
                  <a:txBody>
                    <a:bodyPr/>
                    <a:lstStyle/>
                    <a:p>
                      <a:pPr indent="0" lvl="0" marL="0" marR="0" rtl="0" algn="ctr">
                        <a:lnSpc>
                          <a:spcPct val="115000"/>
                        </a:lnSpc>
                        <a:spcBef>
                          <a:spcPts val="0"/>
                        </a:spcBef>
                        <a:spcAft>
                          <a:spcPts val="0"/>
                        </a:spcAft>
                        <a:buNone/>
                      </a:pPr>
                      <a:r>
                        <a:rPr lang="es-419" sz="1050" u="none" cap="none" strike="noStrike">
                          <a:solidFill>
                            <a:schemeClr val="dk2"/>
                          </a:solidFill>
                        </a:rPr>
                        <a:t>SGRB</a:t>
                      </a:r>
                      <a:endParaRPr sz="1050" u="none" cap="none" strike="noStrike">
                        <a:solidFill>
                          <a:schemeClr val="dk2"/>
                        </a:solidFill>
                        <a:latin typeface="Arial"/>
                        <a:ea typeface="Arial"/>
                        <a:cs typeface="Arial"/>
                        <a:sym typeface="Arial"/>
                      </a:endParaRPr>
                    </a:p>
                  </a:txBody>
                  <a:tcPr marT="15925" marB="15925" marR="15925" marL="15925">
                    <a:solidFill>
                      <a:schemeClr val="lt1"/>
                    </a:solidFill>
                  </a:tcPr>
                </a:tc>
                <a:tc>
                  <a:txBody>
                    <a:bodyPr/>
                    <a:lstStyle/>
                    <a:p>
                      <a:pPr indent="0" lvl="0" marL="0" marR="0" rtl="0" algn="ctr">
                        <a:lnSpc>
                          <a:spcPct val="120000"/>
                        </a:lnSpc>
                        <a:spcBef>
                          <a:spcPts val="0"/>
                        </a:spcBef>
                        <a:spcAft>
                          <a:spcPts val="0"/>
                        </a:spcAft>
                        <a:buNone/>
                      </a:pPr>
                      <a:r>
                        <a:rPr lang="es-419" sz="1050" u="none" cap="none" strike="noStrike">
                          <a:solidFill>
                            <a:schemeClr val="dk2"/>
                          </a:solidFill>
                        </a:rPr>
                        <a:t> </a:t>
                      </a:r>
                      <a:endParaRPr sz="1050" u="none" cap="none" strike="noStrike">
                        <a:solidFill>
                          <a:schemeClr val="dk2"/>
                        </a:solidFill>
                        <a:latin typeface="Arial"/>
                        <a:ea typeface="Arial"/>
                        <a:cs typeface="Arial"/>
                        <a:sym typeface="Arial"/>
                      </a:endParaRPr>
                    </a:p>
                  </a:txBody>
                  <a:tcPr marT="15925" marB="15925" marR="15925" marL="15925">
                    <a:solidFill>
                      <a:schemeClr val="lt1"/>
                    </a:solidFill>
                  </a:tcPr>
                </a:tc>
              </a:tr>
              <a:tr h="144650">
                <a:tc>
                  <a:txBody>
                    <a:bodyPr/>
                    <a:lstStyle/>
                    <a:p>
                      <a:pPr indent="0" lvl="0" marL="0" marR="0" rtl="0" algn="ctr">
                        <a:lnSpc>
                          <a:spcPct val="115000"/>
                        </a:lnSpc>
                        <a:spcBef>
                          <a:spcPts val="0"/>
                        </a:spcBef>
                        <a:spcAft>
                          <a:spcPts val="0"/>
                        </a:spcAft>
                        <a:buNone/>
                      </a:pPr>
                      <a:r>
                        <a:rPr lang="es-419" sz="1050" u="none" cap="none" strike="noStrike">
                          <a:solidFill>
                            <a:schemeClr val="dk2"/>
                          </a:solidFill>
                        </a:rPr>
                        <a:t>Sensor magnético CILVERTABAJO (retraído)</a:t>
                      </a:r>
                      <a:endParaRPr sz="1050" u="none" cap="none" strike="noStrike">
                        <a:solidFill>
                          <a:schemeClr val="dk2"/>
                        </a:solidFill>
                        <a:latin typeface="Arial"/>
                        <a:ea typeface="Arial"/>
                        <a:cs typeface="Arial"/>
                        <a:sym typeface="Arial"/>
                      </a:endParaRPr>
                    </a:p>
                  </a:txBody>
                  <a:tcPr marT="15925" marB="15925" marR="15925" marL="15925">
                    <a:solidFill>
                      <a:schemeClr val="lt1"/>
                    </a:solidFill>
                  </a:tcPr>
                </a:tc>
                <a:tc>
                  <a:txBody>
                    <a:bodyPr/>
                    <a:lstStyle/>
                    <a:p>
                      <a:pPr indent="0" lvl="0" marL="0" marR="0" rtl="0" algn="ctr">
                        <a:lnSpc>
                          <a:spcPct val="115000"/>
                        </a:lnSpc>
                        <a:spcBef>
                          <a:spcPts val="0"/>
                        </a:spcBef>
                        <a:spcAft>
                          <a:spcPts val="0"/>
                        </a:spcAft>
                        <a:buNone/>
                      </a:pPr>
                      <a:r>
                        <a:rPr lang="es-419" sz="1050" u="none" cap="none" strike="noStrike">
                          <a:solidFill>
                            <a:schemeClr val="dk2"/>
                          </a:solidFill>
                        </a:rPr>
                        <a:t>SGRS</a:t>
                      </a:r>
                      <a:endParaRPr sz="1050" u="none" cap="none" strike="noStrike">
                        <a:solidFill>
                          <a:schemeClr val="dk2"/>
                        </a:solidFill>
                        <a:latin typeface="Arial"/>
                        <a:ea typeface="Arial"/>
                        <a:cs typeface="Arial"/>
                        <a:sym typeface="Arial"/>
                      </a:endParaRPr>
                    </a:p>
                  </a:txBody>
                  <a:tcPr marT="15925" marB="15925" marR="15925" marL="15925">
                    <a:solidFill>
                      <a:schemeClr val="lt1"/>
                    </a:solidFill>
                  </a:tcPr>
                </a:tc>
                <a:tc>
                  <a:txBody>
                    <a:bodyPr/>
                    <a:lstStyle/>
                    <a:p>
                      <a:pPr indent="0" lvl="0" marL="0" marR="0" rtl="0" algn="ctr">
                        <a:lnSpc>
                          <a:spcPct val="120000"/>
                        </a:lnSpc>
                        <a:spcBef>
                          <a:spcPts val="0"/>
                        </a:spcBef>
                        <a:spcAft>
                          <a:spcPts val="0"/>
                        </a:spcAft>
                        <a:buNone/>
                      </a:pPr>
                      <a:r>
                        <a:rPr lang="es-419" sz="1050" u="none" cap="none" strike="noStrike">
                          <a:solidFill>
                            <a:schemeClr val="dk2"/>
                          </a:solidFill>
                        </a:rPr>
                        <a:t> </a:t>
                      </a:r>
                      <a:endParaRPr sz="1050" u="none" cap="none" strike="noStrike">
                        <a:solidFill>
                          <a:schemeClr val="dk2"/>
                        </a:solidFill>
                        <a:latin typeface="Arial"/>
                        <a:ea typeface="Arial"/>
                        <a:cs typeface="Arial"/>
                        <a:sym typeface="Arial"/>
                      </a:endParaRPr>
                    </a:p>
                  </a:txBody>
                  <a:tcPr marT="15925" marB="15925" marR="15925" marL="15925">
                    <a:solidFill>
                      <a:schemeClr val="lt1"/>
                    </a:solidFill>
                  </a:tcPr>
                </a:tc>
              </a:tr>
              <a:tr h="158625">
                <a:tc>
                  <a:txBody>
                    <a:bodyPr/>
                    <a:lstStyle/>
                    <a:p>
                      <a:pPr indent="0" lvl="0" marL="0" marR="0" rtl="0" algn="ctr">
                        <a:lnSpc>
                          <a:spcPct val="115000"/>
                        </a:lnSpc>
                        <a:spcBef>
                          <a:spcPts val="0"/>
                        </a:spcBef>
                        <a:spcAft>
                          <a:spcPts val="0"/>
                        </a:spcAft>
                        <a:buNone/>
                      </a:pPr>
                      <a:r>
                        <a:rPr lang="es-419" sz="1050" u="none" cap="none" strike="noStrike">
                          <a:solidFill>
                            <a:schemeClr val="dk2"/>
                          </a:solidFill>
                        </a:rPr>
                        <a:t>Pinza neumática</a:t>
                      </a:r>
                      <a:endParaRPr sz="1050" u="none" cap="none" strike="noStrike">
                        <a:solidFill>
                          <a:schemeClr val="dk2"/>
                        </a:solidFill>
                        <a:latin typeface="Arial"/>
                        <a:ea typeface="Arial"/>
                        <a:cs typeface="Arial"/>
                        <a:sym typeface="Arial"/>
                      </a:endParaRPr>
                    </a:p>
                  </a:txBody>
                  <a:tcPr marT="15925" marB="15925" marR="15925" marL="15925">
                    <a:solidFill>
                      <a:schemeClr val="lt1"/>
                    </a:solidFill>
                  </a:tcPr>
                </a:tc>
                <a:tc>
                  <a:txBody>
                    <a:bodyPr/>
                    <a:lstStyle/>
                    <a:p>
                      <a:pPr indent="0" lvl="0" marL="0" marR="0" rtl="0" algn="ctr">
                        <a:lnSpc>
                          <a:spcPct val="115000"/>
                        </a:lnSpc>
                        <a:spcBef>
                          <a:spcPts val="0"/>
                        </a:spcBef>
                        <a:spcAft>
                          <a:spcPts val="0"/>
                        </a:spcAft>
                        <a:buNone/>
                      </a:pPr>
                      <a:r>
                        <a:rPr lang="es-419" sz="1050" u="none" cap="none" strike="noStrike">
                          <a:solidFill>
                            <a:schemeClr val="dk2"/>
                          </a:solidFill>
                        </a:rPr>
                        <a:t>FINGER</a:t>
                      </a:r>
                      <a:endParaRPr sz="1050" u="none" cap="none" strike="noStrike">
                        <a:solidFill>
                          <a:schemeClr val="dk2"/>
                        </a:solidFill>
                        <a:latin typeface="Arial"/>
                        <a:ea typeface="Arial"/>
                        <a:cs typeface="Arial"/>
                        <a:sym typeface="Arial"/>
                      </a:endParaRPr>
                    </a:p>
                  </a:txBody>
                  <a:tcPr marT="15925" marB="15925" marR="15925" marL="15925">
                    <a:solidFill>
                      <a:schemeClr val="lt1"/>
                    </a:solidFill>
                  </a:tcPr>
                </a:tc>
                <a:tc>
                  <a:txBody>
                    <a:bodyPr/>
                    <a:lstStyle/>
                    <a:p>
                      <a:pPr indent="0" lvl="0" marL="0" marR="0" rtl="0" algn="ctr">
                        <a:lnSpc>
                          <a:spcPct val="120000"/>
                        </a:lnSpc>
                        <a:spcBef>
                          <a:spcPts val="0"/>
                        </a:spcBef>
                        <a:spcAft>
                          <a:spcPts val="0"/>
                        </a:spcAft>
                        <a:buNone/>
                      </a:pPr>
                      <a:r>
                        <a:rPr lang="es-419" sz="1050" u="none" cap="none" strike="noStrike">
                          <a:solidFill>
                            <a:schemeClr val="dk2"/>
                          </a:solidFill>
                        </a:rPr>
                        <a:t>FINGER=1 (cerrado)*</a:t>
                      </a:r>
                      <a:endParaRPr sz="1050" u="none" cap="none" strike="noStrike">
                        <a:solidFill>
                          <a:schemeClr val="dk2"/>
                        </a:solidFill>
                      </a:endParaRPr>
                    </a:p>
                    <a:p>
                      <a:pPr indent="0" lvl="0" marL="0" marR="0" rtl="0" algn="ctr">
                        <a:lnSpc>
                          <a:spcPct val="120000"/>
                        </a:lnSpc>
                        <a:spcBef>
                          <a:spcPts val="0"/>
                        </a:spcBef>
                        <a:spcAft>
                          <a:spcPts val="0"/>
                        </a:spcAft>
                        <a:buNone/>
                      </a:pPr>
                      <a:r>
                        <a:rPr lang="es-419" sz="1050" u="none" cap="none" strike="noStrike">
                          <a:solidFill>
                            <a:schemeClr val="dk2"/>
                          </a:solidFill>
                        </a:rPr>
                        <a:t>FINGER=0 (cerrado)*</a:t>
                      </a:r>
                      <a:endParaRPr sz="1050" u="none" cap="none" strike="noStrike">
                        <a:solidFill>
                          <a:schemeClr val="dk2"/>
                        </a:solidFill>
                        <a:latin typeface="Arial"/>
                        <a:ea typeface="Arial"/>
                        <a:cs typeface="Arial"/>
                        <a:sym typeface="Arial"/>
                      </a:endParaRPr>
                    </a:p>
                  </a:txBody>
                  <a:tcPr marT="15925" marB="15925" marR="15925" marL="15925">
                    <a:solidFill>
                      <a:schemeClr val="lt1"/>
                    </a:solidFill>
                  </a:tcPr>
                </a:tc>
              </a:tr>
              <a:tr h="200825">
                <a:tc>
                  <a:txBody>
                    <a:bodyPr/>
                    <a:lstStyle/>
                    <a:p>
                      <a:pPr indent="0" lvl="0" marL="0" marR="0" rtl="0" algn="ctr">
                        <a:lnSpc>
                          <a:spcPct val="115000"/>
                        </a:lnSpc>
                        <a:spcBef>
                          <a:spcPts val="0"/>
                        </a:spcBef>
                        <a:spcAft>
                          <a:spcPts val="0"/>
                        </a:spcAft>
                        <a:buNone/>
                      </a:pPr>
                      <a:r>
                        <a:rPr lang="es-419" sz="1050" u="none" cap="none" strike="noStrike">
                          <a:solidFill>
                            <a:schemeClr val="dk2"/>
                          </a:solidFill>
                        </a:rPr>
                        <a:t>Sensor fotoeléctrico en el tubo de alimentación</a:t>
                      </a:r>
                      <a:endParaRPr sz="1050" u="none" cap="none" strike="noStrike">
                        <a:solidFill>
                          <a:schemeClr val="dk2"/>
                        </a:solidFill>
                        <a:latin typeface="Arial"/>
                        <a:ea typeface="Arial"/>
                        <a:cs typeface="Arial"/>
                        <a:sym typeface="Arial"/>
                      </a:endParaRPr>
                    </a:p>
                  </a:txBody>
                  <a:tcPr marT="15925" marB="15925" marR="15925" marL="15925">
                    <a:solidFill>
                      <a:schemeClr val="lt1"/>
                    </a:solidFill>
                  </a:tcPr>
                </a:tc>
                <a:tc>
                  <a:txBody>
                    <a:bodyPr/>
                    <a:lstStyle/>
                    <a:p>
                      <a:pPr indent="0" lvl="0" marL="0" marR="0" rtl="0" algn="ctr">
                        <a:lnSpc>
                          <a:spcPct val="115000"/>
                        </a:lnSpc>
                        <a:spcBef>
                          <a:spcPts val="0"/>
                        </a:spcBef>
                        <a:spcAft>
                          <a:spcPts val="0"/>
                        </a:spcAft>
                        <a:buNone/>
                      </a:pPr>
                      <a:r>
                        <a:rPr lang="es-419" sz="1050" u="none" cap="none" strike="noStrike">
                          <a:solidFill>
                            <a:schemeClr val="dk2"/>
                          </a:solidFill>
                        </a:rPr>
                        <a:t>STI</a:t>
                      </a:r>
                      <a:endParaRPr sz="1050" u="none" cap="none" strike="noStrike">
                        <a:solidFill>
                          <a:schemeClr val="dk2"/>
                        </a:solidFill>
                        <a:latin typeface="Arial"/>
                        <a:ea typeface="Arial"/>
                        <a:cs typeface="Arial"/>
                        <a:sym typeface="Arial"/>
                      </a:endParaRPr>
                    </a:p>
                  </a:txBody>
                  <a:tcPr marT="15925" marB="15925" marR="15925" marL="15925">
                    <a:solidFill>
                      <a:schemeClr val="lt1"/>
                    </a:solidFill>
                  </a:tcPr>
                </a:tc>
                <a:tc>
                  <a:txBody>
                    <a:bodyPr/>
                    <a:lstStyle/>
                    <a:p>
                      <a:pPr indent="0" lvl="0" marL="0" marR="0" rtl="0" algn="ctr">
                        <a:lnSpc>
                          <a:spcPct val="115000"/>
                        </a:lnSpc>
                        <a:spcBef>
                          <a:spcPts val="0"/>
                        </a:spcBef>
                        <a:spcAft>
                          <a:spcPts val="0"/>
                        </a:spcAft>
                        <a:buNone/>
                      </a:pPr>
                      <a:r>
                        <a:rPr lang="es-419" sz="1050" u="none" cap="none" strike="noStrike">
                          <a:solidFill>
                            <a:schemeClr val="dk2"/>
                          </a:solidFill>
                        </a:rPr>
                        <a:t>STl=1 (hay presencia)</a:t>
                      </a:r>
                      <a:endParaRPr sz="1050" u="none" cap="none" strike="noStrike">
                        <a:solidFill>
                          <a:schemeClr val="dk2"/>
                        </a:solidFill>
                        <a:latin typeface="Arial"/>
                        <a:ea typeface="Arial"/>
                        <a:cs typeface="Arial"/>
                        <a:sym typeface="Arial"/>
                      </a:endParaRPr>
                    </a:p>
                  </a:txBody>
                  <a:tcPr marT="15925" marB="15925" marR="15925" marL="15925">
                    <a:solidFill>
                      <a:schemeClr val="lt1"/>
                    </a:solidFill>
                  </a:tcPr>
                </a:tc>
              </a:tr>
              <a:tr h="257025">
                <a:tc>
                  <a:txBody>
                    <a:bodyPr/>
                    <a:lstStyle/>
                    <a:p>
                      <a:pPr indent="0" lvl="0" marL="0" marR="0" rtl="0" algn="ctr">
                        <a:lnSpc>
                          <a:spcPct val="115000"/>
                        </a:lnSpc>
                        <a:spcBef>
                          <a:spcPts val="0"/>
                        </a:spcBef>
                        <a:spcAft>
                          <a:spcPts val="0"/>
                        </a:spcAft>
                        <a:buNone/>
                      </a:pPr>
                      <a:r>
                        <a:rPr lang="es-419" sz="1050" u="none" cap="none" strike="noStrike">
                          <a:solidFill>
                            <a:schemeClr val="dk2"/>
                          </a:solidFill>
                        </a:rPr>
                        <a:t>Sensor fotoeléctrico a la salida del tubo de alimentación</a:t>
                      </a:r>
                      <a:endParaRPr sz="1050" u="none" cap="none" strike="noStrike">
                        <a:solidFill>
                          <a:schemeClr val="dk2"/>
                        </a:solidFill>
                        <a:latin typeface="Arial"/>
                        <a:ea typeface="Arial"/>
                        <a:cs typeface="Arial"/>
                        <a:sym typeface="Arial"/>
                      </a:endParaRPr>
                    </a:p>
                  </a:txBody>
                  <a:tcPr marT="15925" marB="15925" marR="15925" marL="15925">
                    <a:solidFill>
                      <a:schemeClr val="lt1"/>
                    </a:solidFill>
                  </a:tcPr>
                </a:tc>
                <a:tc>
                  <a:txBody>
                    <a:bodyPr/>
                    <a:lstStyle/>
                    <a:p>
                      <a:pPr indent="0" lvl="0" marL="0" marR="0" rtl="0" algn="ctr">
                        <a:lnSpc>
                          <a:spcPct val="115000"/>
                        </a:lnSpc>
                        <a:spcBef>
                          <a:spcPts val="0"/>
                        </a:spcBef>
                        <a:spcAft>
                          <a:spcPts val="0"/>
                        </a:spcAft>
                        <a:buNone/>
                      </a:pPr>
                      <a:r>
                        <a:rPr lang="es-419" sz="1050" u="none" cap="none" strike="noStrike">
                          <a:solidFill>
                            <a:schemeClr val="dk2"/>
                          </a:solidFill>
                        </a:rPr>
                        <a:t>SST</a:t>
                      </a:r>
                      <a:endParaRPr sz="1050" u="none" cap="none" strike="noStrike">
                        <a:solidFill>
                          <a:schemeClr val="dk2"/>
                        </a:solidFill>
                        <a:latin typeface="Arial"/>
                        <a:ea typeface="Arial"/>
                        <a:cs typeface="Arial"/>
                        <a:sym typeface="Arial"/>
                      </a:endParaRPr>
                    </a:p>
                  </a:txBody>
                  <a:tcPr marT="15925" marB="15925" marR="15925" marL="15925">
                    <a:solidFill>
                      <a:schemeClr val="lt1"/>
                    </a:solidFill>
                  </a:tcPr>
                </a:tc>
                <a:tc>
                  <a:txBody>
                    <a:bodyPr/>
                    <a:lstStyle/>
                    <a:p>
                      <a:pPr indent="0" lvl="0" marL="0" marR="0" rtl="0" algn="ctr">
                        <a:lnSpc>
                          <a:spcPct val="115000"/>
                        </a:lnSpc>
                        <a:spcBef>
                          <a:spcPts val="0"/>
                        </a:spcBef>
                        <a:spcAft>
                          <a:spcPts val="0"/>
                        </a:spcAft>
                        <a:buNone/>
                      </a:pPr>
                      <a:r>
                        <a:rPr lang="es-419" sz="1050" u="none" cap="none" strike="noStrike">
                          <a:solidFill>
                            <a:schemeClr val="dk2"/>
                          </a:solidFill>
                        </a:rPr>
                        <a:t>SST=1 (hay presencia)</a:t>
                      </a:r>
                      <a:endParaRPr sz="1050" u="none" cap="none" strike="noStrike">
                        <a:solidFill>
                          <a:schemeClr val="dk2"/>
                        </a:solidFill>
                        <a:latin typeface="Arial"/>
                        <a:ea typeface="Arial"/>
                        <a:cs typeface="Arial"/>
                        <a:sym typeface="Arial"/>
                      </a:endParaRPr>
                    </a:p>
                  </a:txBody>
                  <a:tcPr marT="15925" marB="15925" marR="15925" marL="15925">
                    <a:solidFill>
                      <a:schemeClr val="lt1"/>
                    </a:solidFill>
                  </a:tcPr>
                </a:tc>
              </a:tr>
              <a:tr h="200825">
                <a:tc>
                  <a:txBody>
                    <a:bodyPr/>
                    <a:lstStyle/>
                    <a:p>
                      <a:pPr indent="0" lvl="0" marL="0" marR="0" rtl="0" algn="ctr">
                        <a:lnSpc>
                          <a:spcPct val="115000"/>
                        </a:lnSpc>
                        <a:spcBef>
                          <a:spcPts val="0"/>
                        </a:spcBef>
                        <a:spcAft>
                          <a:spcPts val="0"/>
                        </a:spcAft>
                        <a:buNone/>
                      </a:pPr>
                      <a:r>
                        <a:rPr lang="es-419" sz="1050" u="none" cap="none" strike="noStrike">
                          <a:solidFill>
                            <a:schemeClr val="dk2"/>
                          </a:solidFill>
                        </a:rPr>
                        <a:t>Sensor fotoeléctrico de presencia de pieza lista para recoger por la pinza</a:t>
                      </a:r>
                      <a:endParaRPr sz="1050" u="none" cap="none" strike="noStrike">
                        <a:solidFill>
                          <a:schemeClr val="dk2"/>
                        </a:solidFill>
                        <a:latin typeface="Arial"/>
                        <a:ea typeface="Arial"/>
                        <a:cs typeface="Arial"/>
                        <a:sym typeface="Arial"/>
                      </a:endParaRPr>
                    </a:p>
                  </a:txBody>
                  <a:tcPr marT="15925" marB="15925" marR="15925" marL="15925">
                    <a:solidFill>
                      <a:schemeClr val="lt1"/>
                    </a:solidFill>
                  </a:tcPr>
                </a:tc>
                <a:tc>
                  <a:txBody>
                    <a:bodyPr/>
                    <a:lstStyle/>
                    <a:p>
                      <a:pPr indent="0" lvl="0" marL="0" marR="0" rtl="0" algn="ctr">
                        <a:lnSpc>
                          <a:spcPct val="115000"/>
                        </a:lnSpc>
                        <a:spcBef>
                          <a:spcPts val="0"/>
                        </a:spcBef>
                        <a:spcAft>
                          <a:spcPts val="0"/>
                        </a:spcAft>
                        <a:buNone/>
                      </a:pPr>
                      <a:r>
                        <a:rPr lang="es-419" sz="1050" u="none" cap="none" strike="noStrike">
                          <a:solidFill>
                            <a:schemeClr val="dk2"/>
                          </a:solidFill>
                        </a:rPr>
                        <a:t>SPR</a:t>
                      </a:r>
                      <a:endParaRPr sz="1050" u="none" cap="none" strike="noStrike">
                        <a:solidFill>
                          <a:schemeClr val="dk2"/>
                        </a:solidFill>
                        <a:latin typeface="Arial"/>
                        <a:ea typeface="Arial"/>
                        <a:cs typeface="Arial"/>
                        <a:sym typeface="Arial"/>
                      </a:endParaRPr>
                    </a:p>
                  </a:txBody>
                  <a:tcPr marT="15925" marB="15925" marR="15925" marL="15925">
                    <a:solidFill>
                      <a:schemeClr val="lt1"/>
                    </a:solidFill>
                  </a:tcPr>
                </a:tc>
                <a:tc>
                  <a:txBody>
                    <a:bodyPr/>
                    <a:lstStyle/>
                    <a:p>
                      <a:pPr indent="0" lvl="0" marL="0" marR="0" rtl="0" algn="ctr">
                        <a:lnSpc>
                          <a:spcPct val="115000"/>
                        </a:lnSpc>
                        <a:spcBef>
                          <a:spcPts val="0"/>
                        </a:spcBef>
                        <a:spcAft>
                          <a:spcPts val="0"/>
                        </a:spcAft>
                        <a:buNone/>
                      </a:pPr>
                      <a:r>
                        <a:rPr lang="es-419" sz="1050" u="none" cap="none" strike="noStrike">
                          <a:solidFill>
                            <a:schemeClr val="dk2"/>
                          </a:solidFill>
                        </a:rPr>
                        <a:t>SPR=1 (hay presencia)</a:t>
                      </a:r>
                      <a:endParaRPr sz="1050" u="none" cap="none" strike="noStrike">
                        <a:solidFill>
                          <a:schemeClr val="dk2"/>
                        </a:solidFill>
                        <a:latin typeface="Arial"/>
                        <a:ea typeface="Arial"/>
                        <a:cs typeface="Arial"/>
                        <a:sym typeface="Arial"/>
                      </a:endParaRPr>
                    </a:p>
                  </a:txBody>
                  <a:tcPr marT="15925" marB="15925" marR="15925" marL="15925">
                    <a:solidFill>
                      <a:schemeClr val="lt1"/>
                    </a:solidFill>
                  </a:tcPr>
                </a:tc>
              </a:tr>
              <a:tr h="92875">
                <a:tc>
                  <a:txBody>
                    <a:bodyPr/>
                    <a:lstStyle/>
                    <a:p>
                      <a:pPr indent="0" lvl="0" marL="0" marR="0" rtl="0" algn="ctr">
                        <a:lnSpc>
                          <a:spcPct val="115000"/>
                        </a:lnSpc>
                        <a:spcBef>
                          <a:spcPts val="0"/>
                        </a:spcBef>
                        <a:spcAft>
                          <a:spcPts val="0"/>
                        </a:spcAft>
                        <a:buNone/>
                      </a:pPr>
                      <a:r>
                        <a:rPr lang="es-419" sz="1050" u="none" cap="none" strike="noStrike">
                          <a:solidFill>
                            <a:schemeClr val="dk2"/>
                          </a:solidFill>
                        </a:rPr>
                        <a:t>Sensor de pinza cerrada</a:t>
                      </a:r>
                      <a:endParaRPr sz="1050" u="none" cap="none" strike="noStrike">
                        <a:solidFill>
                          <a:schemeClr val="dk2"/>
                        </a:solidFill>
                        <a:latin typeface="Arial"/>
                        <a:ea typeface="Arial"/>
                        <a:cs typeface="Arial"/>
                        <a:sym typeface="Arial"/>
                      </a:endParaRPr>
                    </a:p>
                  </a:txBody>
                  <a:tcPr marT="15925" marB="15925" marR="15925" marL="15925">
                    <a:solidFill>
                      <a:schemeClr val="lt1"/>
                    </a:solidFill>
                  </a:tcPr>
                </a:tc>
                <a:tc>
                  <a:txBody>
                    <a:bodyPr/>
                    <a:lstStyle/>
                    <a:p>
                      <a:pPr indent="0" lvl="0" marL="0" marR="0" rtl="0" algn="ctr">
                        <a:lnSpc>
                          <a:spcPct val="115000"/>
                        </a:lnSpc>
                        <a:spcBef>
                          <a:spcPts val="0"/>
                        </a:spcBef>
                        <a:spcAft>
                          <a:spcPts val="0"/>
                        </a:spcAft>
                        <a:buNone/>
                      </a:pPr>
                      <a:r>
                        <a:rPr lang="es-419" sz="1050" u="none" cap="none" strike="noStrike">
                          <a:solidFill>
                            <a:schemeClr val="dk2"/>
                          </a:solidFill>
                        </a:rPr>
                        <a:t>SGRA</a:t>
                      </a:r>
                      <a:endParaRPr sz="1050" u="none" cap="none" strike="noStrike">
                        <a:solidFill>
                          <a:schemeClr val="dk2"/>
                        </a:solidFill>
                        <a:latin typeface="Arial"/>
                        <a:ea typeface="Arial"/>
                        <a:cs typeface="Arial"/>
                        <a:sym typeface="Arial"/>
                      </a:endParaRPr>
                    </a:p>
                  </a:txBody>
                  <a:tcPr marT="15925" marB="15925" marR="15925" marL="15925">
                    <a:solidFill>
                      <a:schemeClr val="lt1"/>
                    </a:solidFill>
                  </a:tcPr>
                </a:tc>
                <a:tc>
                  <a:txBody>
                    <a:bodyPr/>
                    <a:lstStyle/>
                    <a:p>
                      <a:pPr indent="0" lvl="0" marL="0" marR="0" rtl="0" algn="ctr">
                        <a:lnSpc>
                          <a:spcPct val="115000"/>
                        </a:lnSpc>
                        <a:spcBef>
                          <a:spcPts val="0"/>
                        </a:spcBef>
                        <a:spcAft>
                          <a:spcPts val="0"/>
                        </a:spcAft>
                        <a:buNone/>
                      </a:pPr>
                      <a:r>
                        <a:rPr lang="es-419" sz="1050" u="none" cap="none" strike="noStrike">
                          <a:solidFill>
                            <a:schemeClr val="dk2"/>
                          </a:solidFill>
                        </a:rPr>
                        <a:t>SGRA=1 (pinza cerrada)</a:t>
                      </a:r>
                      <a:endParaRPr sz="1050" u="none" cap="none" strike="noStrike">
                        <a:solidFill>
                          <a:schemeClr val="dk2"/>
                        </a:solidFill>
                        <a:latin typeface="Arial"/>
                        <a:ea typeface="Arial"/>
                        <a:cs typeface="Arial"/>
                        <a:sym typeface="Arial"/>
                      </a:endParaRPr>
                    </a:p>
                  </a:txBody>
                  <a:tcPr marT="15925" marB="15925" marR="15925" marL="15925">
                    <a:solidFill>
                      <a:schemeClr val="lt1"/>
                    </a:solidFill>
                  </a:tcPr>
                </a:tc>
              </a:tr>
              <a:tr h="200825">
                <a:tc>
                  <a:txBody>
                    <a:bodyPr/>
                    <a:lstStyle/>
                    <a:p>
                      <a:pPr indent="0" lvl="0" marL="0" marR="0" rtl="0" algn="ctr">
                        <a:lnSpc>
                          <a:spcPct val="115000"/>
                        </a:lnSpc>
                        <a:spcBef>
                          <a:spcPts val="0"/>
                        </a:spcBef>
                        <a:spcAft>
                          <a:spcPts val="0"/>
                        </a:spcAft>
                        <a:buNone/>
                      </a:pPr>
                      <a:r>
                        <a:rPr lang="es-419" sz="1050" u="none" cap="none" strike="noStrike">
                          <a:solidFill>
                            <a:schemeClr val="dk2"/>
                          </a:solidFill>
                        </a:rPr>
                        <a:t>Sensor fotoeléctrico de pieza en posición para recoger</a:t>
                      </a:r>
                      <a:endParaRPr sz="1050" u="none" cap="none" strike="noStrike">
                        <a:solidFill>
                          <a:schemeClr val="dk2"/>
                        </a:solidFill>
                        <a:latin typeface="Arial"/>
                        <a:ea typeface="Arial"/>
                        <a:cs typeface="Arial"/>
                        <a:sym typeface="Arial"/>
                      </a:endParaRPr>
                    </a:p>
                  </a:txBody>
                  <a:tcPr marT="15925" marB="15925" marR="15925" marL="15925">
                    <a:solidFill>
                      <a:schemeClr val="lt1"/>
                    </a:solidFill>
                  </a:tcPr>
                </a:tc>
                <a:tc>
                  <a:txBody>
                    <a:bodyPr/>
                    <a:lstStyle/>
                    <a:p>
                      <a:pPr indent="0" lvl="0" marL="0" marR="0" rtl="0" algn="ctr">
                        <a:lnSpc>
                          <a:spcPct val="115000"/>
                        </a:lnSpc>
                        <a:spcBef>
                          <a:spcPts val="0"/>
                        </a:spcBef>
                        <a:spcAft>
                          <a:spcPts val="0"/>
                        </a:spcAft>
                        <a:buNone/>
                      </a:pPr>
                      <a:r>
                        <a:rPr lang="es-419" sz="1050" u="none" cap="none" strike="noStrike">
                          <a:solidFill>
                            <a:schemeClr val="dk2"/>
                          </a:solidFill>
                        </a:rPr>
                        <a:t>SFO</a:t>
                      </a:r>
                      <a:endParaRPr sz="1050" u="none" cap="none" strike="noStrike">
                        <a:solidFill>
                          <a:schemeClr val="dk2"/>
                        </a:solidFill>
                        <a:latin typeface="Arial"/>
                        <a:ea typeface="Arial"/>
                        <a:cs typeface="Arial"/>
                        <a:sym typeface="Arial"/>
                      </a:endParaRPr>
                    </a:p>
                  </a:txBody>
                  <a:tcPr marT="15925" marB="15925" marR="15925" marL="15925">
                    <a:solidFill>
                      <a:schemeClr val="lt1"/>
                    </a:solidFill>
                  </a:tcPr>
                </a:tc>
                <a:tc>
                  <a:txBody>
                    <a:bodyPr/>
                    <a:lstStyle/>
                    <a:p>
                      <a:pPr indent="0" lvl="0" marL="0" marR="0" rtl="0" algn="ctr">
                        <a:lnSpc>
                          <a:spcPct val="115000"/>
                        </a:lnSpc>
                        <a:spcBef>
                          <a:spcPts val="0"/>
                        </a:spcBef>
                        <a:spcAft>
                          <a:spcPts val="0"/>
                        </a:spcAft>
                        <a:buNone/>
                      </a:pPr>
                      <a:r>
                        <a:rPr lang="es-419" sz="1050" u="none" cap="none" strike="noStrike">
                          <a:solidFill>
                            <a:schemeClr val="dk2"/>
                          </a:solidFill>
                        </a:rPr>
                        <a:t>SFO=1 (hay presencia)</a:t>
                      </a:r>
                      <a:endParaRPr sz="1050" u="none" cap="none" strike="noStrike">
                        <a:solidFill>
                          <a:schemeClr val="dk2"/>
                        </a:solidFill>
                        <a:latin typeface="Arial"/>
                        <a:ea typeface="Arial"/>
                        <a:cs typeface="Arial"/>
                        <a:sym typeface="Arial"/>
                      </a:endParaRPr>
                    </a:p>
                  </a:txBody>
                  <a:tcPr marT="15925" marB="15925" marR="15925" marL="15925">
                    <a:solidFill>
                      <a:schemeClr val="lt1"/>
                    </a:solidFill>
                  </a:tcPr>
                </a:tc>
              </a:tr>
              <a:tr h="92875">
                <a:tc>
                  <a:txBody>
                    <a:bodyPr/>
                    <a:lstStyle/>
                    <a:p>
                      <a:pPr indent="0" lvl="0" marL="0" marR="0" rtl="0" algn="ctr">
                        <a:lnSpc>
                          <a:spcPct val="115000"/>
                        </a:lnSpc>
                        <a:spcBef>
                          <a:spcPts val="0"/>
                        </a:spcBef>
                        <a:spcAft>
                          <a:spcPts val="0"/>
                        </a:spcAft>
                        <a:buNone/>
                      </a:pPr>
                      <a:r>
                        <a:rPr lang="es-419" sz="1050" u="none" cap="none" strike="noStrike">
                          <a:solidFill>
                            <a:schemeClr val="dk2"/>
                          </a:solidFill>
                        </a:rPr>
                        <a:t>Pulsador verde</a:t>
                      </a:r>
                      <a:endParaRPr sz="1050" u="none" cap="none" strike="noStrike">
                        <a:solidFill>
                          <a:schemeClr val="dk2"/>
                        </a:solidFill>
                        <a:latin typeface="Arial"/>
                        <a:ea typeface="Arial"/>
                        <a:cs typeface="Arial"/>
                        <a:sym typeface="Arial"/>
                      </a:endParaRPr>
                    </a:p>
                  </a:txBody>
                  <a:tcPr marT="15925" marB="15925" marR="15925" marL="15925">
                    <a:solidFill>
                      <a:schemeClr val="lt1"/>
                    </a:solidFill>
                  </a:tcPr>
                </a:tc>
                <a:tc>
                  <a:txBody>
                    <a:bodyPr/>
                    <a:lstStyle/>
                    <a:p>
                      <a:pPr indent="0" lvl="0" marL="0" marR="0" rtl="0" algn="ctr">
                        <a:lnSpc>
                          <a:spcPct val="115000"/>
                        </a:lnSpc>
                        <a:spcBef>
                          <a:spcPts val="0"/>
                        </a:spcBef>
                        <a:spcAft>
                          <a:spcPts val="0"/>
                        </a:spcAft>
                        <a:buNone/>
                      </a:pPr>
                      <a:r>
                        <a:rPr lang="es-419" sz="1050" u="none" cap="none" strike="noStrike">
                          <a:solidFill>
                            <a:schemeClr val="dk2"/>
                          </a:solidFill>
                        </a:rPr>
                        <a:t>SB1</a:t>
                      </a:r>
                      <a:endParaRPr sz="1050" u="none" cap="none" strike="noStrike">
                        <a:solidFill>
                          <a:schemeClr val="dk2"/>
                        </a:solidFill>
                        <a:latin typeface="Arial"/>
                        <a:ea typeface="Arial"/>
                        <a:cs typeface="Arial"/>
                        <a:sym typeface="Arial"/>
                      </a:endParaRPr>
                    </a:p>
                  </a:txBody>
                  <a:tcPr marT="15925" marB="15925" marR="15925" marL="15925">
                    <a:solidFill>
                      <a:schemeClr val="lt1"/>
                    </a:solidFill>
                  </a:tcPr>
                </a:tc>
                <a:tc>
                  <a:txBody>
                    <a:bodyPr/>
                    <a:lstStyle/>
                    <a:p>
                      <a:pPr indent="0" lvl="0" marL="0" marR="0" rtl="0" algn="ctr">
                        <a:lnSpc>
                          <a:spcPct val="115000"/>
                        </a:lnSpc>
                        <a:spcBef>
                          <a:spcPts val="0"/>
                        </a:spcBef>
                        <a:spcAft>
                          <a:spcPts val="0"/>
                        </a:spcAft>
                        <a:buNone/>
                      </a:pPr>
                      <a:r>
                        <a:rPr lang="es-419" sz="1050" u="none" cap="none" strike="noStrike">
                          <a:solidFill>
                            <a:schemeClr val="dk2"/>
                          </a:solidFill>
                        </a:rPr>
                        <a:t> </a:t>
                      </a:r>
                      <a:endParaRPr sz="1050" u="none" cap="none" strike="noStrike">
                        <a:solidFill>
                          <a:schemeClr val="dk2"/>
                        </a:solidFill>
                        <a:latin typeface="Arial"/>
                        <a:ea typeface="Arial"/>
                        <a:cs typeface="Arial"/>
                        <a:sym typeface="Arial"/>
                      </a:endParaRPr>
                    </a:p>
                  </a:txBody>
                  <a:tcPr marT="15925" marB="15925" marR="15925" marL="15925">
                    <a:solidFill>
                      <a:schemeClr val="lt1"/>
                    </a:solidFill>
                  </a:tcPr>
                </a:tc>
              </a:tr>
              <a:tr h="92875">
                <a:tc>
                  <a:txBody>
                    <a:bodyPr/>
                    <a:lstStyle/>
                    <a:p>
                      <a:pPr indent="0" lvl="0" marL="0" marR="0" rtl="0" algn="ctr">
                        <a:lnSpc>
                          <a:spcPct val="115000"/>
                        </a:lnSpc>
                        <a:spcBef>
                          <a:spcPts val="0"/>
                        </a:spcBef>
                        <a:spcAft>
                          <a:spcPts val="0"/>
                        </a:spcAft>
                        <a:buNone/>
                      </a:pPr>
                      <a:r>
                        <a:rPr lang="es-419" sz="1050" u="none" cap="none" strike="noStrike">
                          <a:solidFill>
                            <a:schemeClr val="dk2"/>
                          </a:solidFill>
                        </a:rPr>
                        <a:t>Pulsador rojo</a:t>
                      </a:r>
                      <a:endParaRPr sz="1050" u="none" cap="none" strike="noStrike">
                        <a:solidFill>
                          <a:schemeClr val="dk2"/>
                        </a:solidFill>
                        <a:latin typeface="Arial"/>
                        <a:ea typeface="Arial"/>
                        <a:cs typeface="Arial"/>
                        <a:sym typeface="Arial"/>
                      </a:endParaRPr>
                    </a:p>
                  </a:txBody>
                  <a:tcPr marT="15925" marB="15925" marR="15925" marL="15925">
                    <a:solidFill>
                      <a:schemeClr val="lt1"/>
                    </a:solidFill>
                  </a:tcPr>
                </a:tc>
                <a:tc>
                  <a:txBody>
                    <a:bodyPr/>
                    <a:lstStyle/>
                    <a:p>
                      <a:pPr indent="0" lvl="0" marL="0" marR="0" rtl="0" algn="ctr">
                        <a:lnSpc>
                          <a:spcPct val="115000"/>
                        </a:lnSpc>
                        <a:spcBef>
                          <a:spcPts val="0"/>
                        </a:spcBef>
                        <a:spcAft>
                          <a:spcPts val="0"/>
                        </a:spcAft>
                        <a:buNone/>
                      </a:pPr>
                      <a:r>
                        <a:rPr lang="es-419" sz="1050" u="none" cap="none" strike="noStrike">
                          <a:solidFill>
                            <a:schemeClr val="dk2"/>
                          </a:solidFill>
                        </a:rPr>
                        <a:t>SB2</a:t>
                      </a:r>
                      <a:endParaRPr sz="1050" u="none" cap="none" strike="noStrike">
                        <a:solidFill>
                          <a:schemeClr val="dk2"/>
                        </a:solidFill>
                        <a:latin typeface="Arial"/>
                        <a:ea typeface="Arial"/>
                        <a:cs typeface="Arial"/>
                        <a:sym typeface="Arial"/>
                      </a:endParaRPr>
                    </a:p>
                  </a:txBody>
                  <a:tcPr marT="15925" marB="15925" marR="15925" marL="15925">
                    <a:solidFill>
                      <a:schemeClr val="lt1"/>
                    </a:solidFill>
                  </a:tcPr>
                </a:tc>
                <a:tc>
                  <a:txBody>
                    <a:bodyPr/>
                    <a:lstStyle/>
                    <a:p>
                      <a:pPr indent="0" lvl="0" marL="0" marR="0" rtl="0" algn="ctr">
                        <a:lnSpc>
                          <a:spcPct val="115000"/>
                        </a:lnSpc>
                        <a:spcBef>
                          <a:spcPts val="0"/>
                        </a:spcBef>
                        <a:spcAft>
                          <a:spcPts val="0"/>
                        </a:spcAft>
                        <a:buNone/>
                      </a:pPr>
                      <a:r>
                        <a:rPr lang="es-419" sz="1050" u="none" cap="none" strike="noStrike">
                          <a:solidFill>
                            <a:schemeClr val="dk2"/>
                          </a:solidFill>
                        </a:rPr>
                        <a:t> </a:t>
                      </a:r>
                      <a:endParaRPr sz="1050" u="none" cap="none" strike="noStrike">
                        <a:solidFill>
                          <a:schemeClr val="dk2"/>
                        </a:solidFill>
                        <a:latin typeface="Arial"/>
                        <a:ea typeface="Arial"/>
                        <a:cs typeface="Arial"/>
                        <a:sym typeface="Arial"/>
                      </a:endParaRPr>
                    </a:p>
                  </a:txBody>
                  <a:tcPr marT="15925" marB="15925" marR="15925" marL="15925">
                    <a:solidFill>
                      <a:schemeClr val="lt1"/>
                    </a:solidFill>
                  </a:tcPr>
                </a:tc>
              </a:tr>
              <a:tr h="92875">
                <a:tc>
                  <a:txBody>
                    <a:bodyPr/>
                    <a:lstStyle/>
                    <a:p>
                      <a:pPr indent="0" lvl="0" marL="0" marR="0" rtl="0" algn="ctr">
                        <a:lnSpc>
                          <a:spcPct val="115000"/>
                        </a:lnSpc>
                        <a:spcBef>
                          <a:spcPts val="0"/>
                        </a:spcBef>
                        <a:spcAft>
                          <a:spcPts val="0"/>
                        </a:spcAft>
                        <a:buNone/>
                      </a:pPr>
                      <a:r>
                        <a:rPr lang="es-419" sz="1050" u="none" cap="none" strike="noStrike">
                          <a:solidFill>
                            <a:schemeClr val="dk2"/>
                          </a:solidFill>
                        </a:rPr>
                        <a:t>Selector</a:t>
                      </a:r>
                      <a:endParaRPr sz="1050" u="none" cap="none" strike="noStrike">
                        <a:solidFill>
                          <a:schemeClr val="dk2"/>
                        </a:solidFill>
                        <a:latin typeface="Arial"/>
                        <a:ea typeface="Arial"/>
                        <a:cs typeface="Arial"/>
                        <a:sym typeface="Arial"/>
                      </a:endParaRPr>
                    </a:p>
                  </a:txBody>
                  <a:tcPr marT="15925" marB="15925" marR="15925" marL="15925">
                    <a:solidFill>
                      <a:schemeClr val="lt1"/>
                    </a:solidFill>
                  </a:tcPr>
                </a:tc>
                <a:tc>
                  <a:txBody>
                    <a:bodyPr/>
                    <a:lstStyle/>
                    <a:p>
                      <a:pPr indent="0" lvl="0" marL="0" marR="0" rtl="0" algn="ctr">
                        <a:lnSpc>
                          <a:spcPct val="115000"/>
                        </a:lnSpc>
                        <a:spcBef>
                          <a:spcPts val="0"/>
                        </a:spcBef>
                        <a:spcAft>
                          <a:spcPts val="0"/>
                        </a:spcAft>
                        <a:buNone/>
                      </a:pPr>
                      <a:r>
                        <a:rPr lang="es-419" sz="1050" u="none" cap="none" strike="noStrike">
                          <a:solidFill>
                            <a:schemeClr val="dk2"/>
                          </a:solidFill>
                        </a:rPr>
                        <a:t>SA</a:t>
                      </a:r>
                      <a:endParaRPr sz="1050" u="none" cap="none" strike="noStrike">
                        <a:solidFill>
                          <a:schemeClr val="dk2"/>
                        </a:solidFill>
                        <a:latin typeface="Arial"/>
                        <a:ea typeface="Arial"/>
                        <a:cs typeface="Arial"/>
                        <a:sym typeface="Arial"/>
                      </a:endParaRPr>
                    </a:p>
                  </a:txBody>
                  <a:tcPr marT="15925" marB="15925" marR="15925" marL="15925">
                    <a:solidFill>
                      <a:schemeClr val="lt1"/>
                    </a:solidFill>
                  </a:tcPr>
                </a:tc>
                <a:tc>
                  <a:txBody>
                    <a:bodyPr/>
                    <a:lstStyle/>
                    <a:p>
                      <a:pPr indent="0" lvl="0" marL="0" marR="0" rtl="0" algn="ctr">
                        <a:lnSpc>
                          <a:spcPct val="115000"/>
                        </a:lnSpc>
                        <a:spcBef>
                          <a:spcPts val="0"/>
                        </a:spcBef>
                        <a:spcAft>
                          <a:spcPts val="0"/>
                        </a:spcAft>
                        <a:buNone/>
                      </a:pPr>
                      <a:r>
                        <a:rPr lang="es-419" sz="1050" u="none" cap="none" strike="noStrike">
                          <a:solidFill>
                            <a:schemeClr val="dk2"/>
                          </a:solidFill>
                        </a:rPr>
                        <a:t> </a:t>
                      </a:r>
                      <a:endParaRPr sz="1050" u="none" cap="none" strike="noStrike">
                        <a:solidFill>
                          <a:schemeClr val="dk2"/>
                        </a:solidFill>
                        <a:latin typeface="Arial"/>
                        <a:ea typeface="Arial"/>
                        <a:cs typeface="Arial"/>
                        <a:sym typeface="Arial"/>
                      </a:endParaRPr>
                    </a:p>
                  </a:txBody>
                  <a:tcPr marT="15925" marB="15925" marR="15925" marL="15925">
                    <a:solidFill>
                      <a:schemeClr val="lt1"/>
                    </a:solidFill>
                  </a:tcPr>
                </a:tc>
              </a:tr>
              <a:tr h="144650">
                <a:tc>
                  <a:txBody>
                    <a:bodyPr/>
                    <a:lstStyle/>
                    <a:p>
                      <a:pPr indent="0" lvl="0" marL="0" marR="0" rtl="0" algn="ctr">
                        <a:lnSpc>
                          <a:spcPct val="115000"/>
                        </a:lnSpc>
                        <a:spcBef>
                          <a:spcPts val="0"/>
                        </a:spcBef>
                        <a:spcAft>
                          <a:spcPts val="0"/>
                        </a:spcAft>
                        <a:buNone/>
                      </a:pPr>
                      <a:r>
                        <a:rPr lang="es-419" sz="1050" u="none" cap="none" strike="noStrike">
                          <a:solidFill>
                            <a:schemeClr val="dk2"/>
                          </a:solidFill>
                        </a:rPr>
                        <a:t>Pilotos de señalización</a:t>
                      </a:r>
                      <a:endParaRPr sz="1050" u="none" cap="none" strike="noStrike">
                        <a:solidFill>
                          <a:schemeClr val="dk2"/>
                        </a:solidFill>
                        <a:latin typeface="Arial"/>
                        <a:ea typeface="Arial"/>
                        <a:cs typeface="Arial"/>
                        <a:sym typeface="Arial"/>
                      </a:endParaRPr>
                    </a:p>
                  </a:txBody>
                  <a:tcPr marT="15925" marB="15925" marR="15925" marL="15925">
                    <a:solidFill>
                      <a:schemeClr val="lt1"/>
                    </a:solidFill>
                  </a:tcPr>
                </a:tc>
                <a:tc>
                  <a:txBody>
                    <a:bodyPr/>
                    <a:lstStyle/>
                    <a:p>
                      <a:pPr indent="0" lvl="0" marL="0" marR="0" rtl="0" algn="ctr">
                        <a:lnSpc>
                          <a:spcPct val="115000"/>
                        </a:lnSpc>
                        <a:spcBef>
                          <a:spcPts val="0"/>
                        </a:spcBef>
                        <a:spcAft>
                          <a:spcPts val="0"/>
                        </a:spcAft>
                        <a:buNone/>
                      </a:pPr>
                      <a:r>
                        <a:rPr lang="es-419" sz="1050" u="none" cap="none" strike="noStrike">
                          <a:solidFill>
                            <a:schemeClr val="dk2"/>
                          </a:solidFill>
                        </a:rPr>
                        <a:t>HL1, HL2, HL3</a:t>
                      </a:r>
                      <a:endParaRPr sz="1050" u="none" cap="none" strike="noStrike">
                        <a:solidFill>
                          <a:schemeClr val="dk2"/>
                        </a:solidFill>
                        <a:latin typeface="Arial"/>
                        <a:ea typeface="Arial"/>
                        <a:cs typeface="Arial"/>
                        <a:sym typeface="Arial"/>
                      </a:endParaRPr>
                    </a:p>
                  </a:txBody>
                  <a:tcPr marT="15925" marB="15925" marR="15925" marL="15925">
                    <a:solidFill>
                      <a:schemeClr val="lt1"/>
                    </a:solidFill>
                  </a:tcPr>
                </a:tc>
                <a:tc>
                  <a:txBody>
                    <a:bodyPr/>
                    <a:lstStyle/>
                    <a:p>
                      <a:pPr indent="0" lvl="0" marL="0" marR="0" rtl="0" algn="ctr">
                        <a:lnSpc>
                          <a:spcPct val="115000"/>
                        </a:lnSpc>
                        <a:spcBef>
                          <a:spcPts val="0"/>
                        </a:spcBef>
                        <a:spcAft>
                          <a:spcPts val="0"/>
                        </a:spcAft>
                        <a:buNone/>
                      </a:pPr>
                      <a:r>
                        <a:rPr lang="es-419" sz="1050" u="none" cap="none" strike="noStrike">
                          <a:solidFill>
                            <a:schemeClr val="dk2"/>
                          </a:solidFill>
                        </a:rPr>
                        <a:t>Lámparas amarilla, verde y roja.</a:t>
                      </a:r>
                      <a:endParaRPr sz="1050" u="none" cap="none" strike="noStrike">
                        <a:solidFill>
                          <a:schemeClr val="dk2"/>
                        </a:solidFill>
                        <a:latin typeface="Arial"/>
                        <a:ea typeface="Arial"/>
                        <a:cs typeface="Arial"/>
                        <a:sym typeface="Arial"/>
                      </a:endParaRPr>
                    </a:p>
                  </a:txBody>
                  <a:tcPr marT="15925" marB="15925" marR="15925" marL="15925">
                    <a:solidFill>
                      <a:schemeClr val="lt1"/>
                    </a:solidFill>
                  </a:tcPr>
                </a:tc>
              </a:tr>
              <a:tr h="144650">
                <a:tc>
                  <a:txBody>
                    <a:bodyPr/>
                    <a:lstStyle/>
                    <a:p>
                      <a:pPr indent="0" lvl="0" marL="0" marR="0" rtl="0" algn="ctr">
                        <a:lnSpc>
                          <a:spcPct val="115000"/>
                        </a:lnSpc>
                        <a:spcBef>
                          <a:spcPts val="0"/>
                        </a:spcBef>
                        <a:spcAft>
                          <a:spcPts val="0"/>
                        </a:spcAft>
                        <a:buNone/>
                      </a:pPr>
                      <a:r>
                        <a:rPr lang="es-419" sz="1050" u="none" cap="none" strike="noStrike">
                          <a:solidFill>
                            <a:schemeClr val="dk2"/>
                          </a:solidFill>
                        </a:rPr>
                        <a:t>Seta de emergencia</a:t>
                      </a:r>
                      <a:endParaRPr sz="1050" u="none" cap="none" strike="noStrike">
                        <a:solidFill>
                          <a:schemeClr val="dk2"/>
                        </a:solidFill>
                        <a:latin typeface="Arial"/>
                        <a:ea typeface="Arial"/>
                        <a:cs typeface="Arial"/>
                        <a:sym typeface="Arial"/>
                      </a:endParaRPr>
                    </a:p>
                  </a:txBody>
                  <a:tcPr marT="15925" marB="15925" marR="15925" marL="15925">
                    <a:solidFill>
                      <a:schemeClr val="lt1"/>
                    </a:solidFill>
                  </a:tcPr>
                </a:tc>
                <a:tc>
                  <a:txBody>
                    <a:bodyPr/>
                    <a:lstStyle/>
                    <a:p>
                      <a:pPr indent="0" lvl="0" marL="0" marR="0" rtl="0" algn="ctr">
                        <a:lnSpc>
                          <a:spcPct val="115000"/>
                        </a:lnSpc>
                        <a:spcBef>
                          <a:spcPts val="0"/>
                        </a:spcBef>
                        <a:spcAft>
                          <a:spcPts val="0"/>
                        </a:spcAft>
                        <a:buNone/>
                      </a:pPr>
                      <a:r>
                        <a:rPr lang="es-419" sz="1050" u="none" cap="none" strike="noStrike">
                          <a:solidFill>
                            <a:schemeClr val="dk2"/>
                          </a:solidFill>
                        </a:rPr>
                        <a:t>QS</a:t>
                      </a:r>
                      <a:endParaRPr sz="1050" u="none" cap="none" strike="noStrike">
                        <a:solidFill>
                          <a:schemeClr val="dk2"/>
                        </a:solidFill>
                        <a:latin typeface="Arial"/>
                        <a:ea typeface="Arial"/>
                        <a:cs typeface="Arial"/>
                        <a:sym typeface="Arial"/>
                      </a:endParaRPr>
                    </a:p>
                  </a:txBody>
                  <a:tcPr marT="15925" marB="15925" marR="15925" marL="15925">
                    <a:solidFill>
                      <a:schemeClr val="lt1"/>
                    </a:solidFill>
                  </a:tcPr>
                </a:tc>
                <a:tc>
                  <a:txBody>
                    <a:bodyPr/>
                    <a:lstStyle/>
                    <a:p>
                      <a:pPr indent="0" lvl="0" marL="0" marR="0" rtl="0" algn="ctr">
                        <a:lnSpc>
                          <a:spcPct val="115000"/>
                        </a:lnSpc>
                        <a:spcBef>
                          <a:spcPts val="0"/>
                        </a:spcBef>
                        <a:spcAft>
                          <a:spcPts val="0"/>
                        </a:spcAft>
                        <a:buNone/>
                      </a:pPr>
                      <a:r>
                        <a:rPr lang="es-419" sz="1050" u="none" cap="none" strike="noStrike">
                          <a:solidFill>
                            <a:schemeClr val="dk2"/>
                          </a:solidFill>
                        </a:rPr>
                        <a:t>Normalmente cerrado (si no se enclava esta en estado 1)</a:t>
                      </a:r>
                      <a:endParaRPr sz="1050" u="none" cap="none" strike="noStrike">
                        <a:solidFill>
                          <a:schemeClr val="dk2"/>
                        </a:solidFill>
                        <a:latin typeface="Arial"/>
                        <a:ea typeface="Arial"/>
                        <a:cs typeface="Arial"/>
                        <a:sym typeface="Arial"/>
                      </a:endParaRPr>
                    </a:p>
                  </a:txBody>
                  <a:tcPr marT="15925" marB="15925" marR="15925" marL="15925">
                    <a:solidFill>
                      <a:schemeClr val="lt1"/>
                    </a:solidFill>
                  </a:tcPr>
                </a:tc>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pic>
        <p:nvPicPr>
          <p:cNvPr id="346" name="Google Shape;346;p32"/>
          <p:cNvPicPr preferRelativeResize="0"/>
          <p:nvPr/>
        </p:nvPicPr>
        <p:blipFill rotWithShape="1">
          <a:blip r:embed="rId3">
            <a:alphaModFix/>
          </a:blip>
          <a:srcRect b="36005" l="0" r="0" t="5100"/>
          <a:stretch/>
        </p:blipFill>
        <p:spPr>
          <a:xfrm>
            <a:off x="624769" y="629634"/>
            <a:ext cx="5730875" cy="4043965"/>
          </a:xfrm>
          <a:prstGeom prst="rect">
            <a:avLst/>
          </a:prstGeom>
          <a:noFill/>
          <a:ln>
            <a:noFill/>
          </a:ln>
        </p:spPr>
      </p:pic>
      <p:pic>
        <p:nvPicPr>
          <p:cNvPr id="347" name="Google Shape;347;p32"/>
          <p:cNvPicPr preferRelativeResize="0"/>
          <p:nvPr/>
        </p:nvPicPr>
        <p:blipFill rotWithShape="1">
          <a:blip r:embed="rId3">
            <a:alphaModFix/>
          </a:blip>
          <a:srcRect b="0" l="0" r="49107" t="62844"/>
          <a:stretch/>
        </p:blipFill>
        <p:spPr>
          <a:xfrm>
            <a:off x="5694956" y="1761065"/>
            <a:ext cx="2916637" cy="2551289"/>
          </a:xfrm>
          <a:prstGeom prst="rect">
            <a:avLst/>
          </a:prstGeom>
          <a:noFill/>
          <a:ln>
            <a:noFill/>
          </a:ln>
        </p:spPr>
      </p:pic>
      <p:sp>
        <p:nvSpPr>
          <p:cNvPr id="348" name="Google Shape;348;p32"/>
          <p:cNvSpPr txBox="1"/>
          <p:nvPr/>
        </p:nvSpPr>
        <p:spPr>
          <a:xfrm>
            <a:off x="427612" y="-41032"/>
            <a:ext cx="5566788" cy="535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2"/>
              </a:buClr>
              <a:buSzPts val="2600"/>
              <a:buFont typeface="Raleway"/>
              <a:buNone/>
            </a:pPr>
            <a:r>
              <a:rPr b="1" i="0" lang="es-419" sz="2400" u="none" cap="none" strike="noStrike">
                <a:solidFill>
                  <a:srgbClr val="681800"/>
                </a:solidFill>
                <a:latin typeface="Raleway"/>
                <a:ea typeface="Raleway"/>
                <a:cs typeface="Raleway"/>
                <a:sym typeface="Raleway"/>
              </a:rPr>
              <a:t>GRAFCET: Unidad de Ensamblaje</a:t>
            </a:r>
            <a:endParaRPr/>
          </a:p>
        </p:txBody>
      </p:sp>
      <p:cxnSp>
        <p:nvCxnSpPr>
          <p:cNvPr id="349" name="Google Shape;349;p32"/>
          <p:cNvCxnSpPr/>
          <p:nvPr/>
        </p:nvCxnSpPr>
        <p:spPr>
          <a:xfrm flipH="1" rot="10800000">
            <a:off x="1490133" y="1761199"/>
            <a:ext cx="5091300" cy="2912400"/>
          </a:xfrm>
          <a:prstGeom prst="bentConnector3">
            <a:avLst>
              <a:gd fmla="val 81042" name="adj1"/>
            </a:avLst>
          </a:prstGeom>
          <a:noFill/>
          <a:ln cap="flat" cmpd="sng" w="9525">
            <a:solidFill>
              <a:srgbClr val="565656"/>
            </a:solidFill>
            <a:prstDash val="solid"/>
            <a:round/>
            <a:headEnd len="sm" w="sm" type="none"/>
            <a:tailEnd len="sm" w="sm" type="none"/>
          </a:ln>
        </p:spPr>
      </p:cxn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33"/>
          <p:cNvSpPr txBox="1"/>
          <p:nvPr/>
        </p:nvSpPr>
        <p:spPr>
          <a:xfrm>
            <a:off x="427612" y="-41032"/>
            <a:ext cx="5566788" cy="535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2"/>
              </a:buClr>
              <a:buSzPts val="2600"/>
              <a:buFont typeface="Raleway"/>
              <a:buNone/>
            </a:pPr>
            <a:r>
              <a:rPr b="1" i="0" lang="es-419" sz="2400" u="none" cap="none" strike="noStrike">
                <a:solidFill>
                  <a:srgbClr val="681800"/>
                </a:solidFill>
                <a:latin typeface="Raleway"/>
                <a:ea typeface="Raleway"/>
                <a:cs typeface="Raleway"/>
                <a:sym typeface="Raleway"/>
              </a:rPr>
              <a:t>GRAFCET: Unidad de Procesamiento</a:t>
            </a:r>
            <a:endParaRPr/>
          </a:p>
        </p:txBody>
      </p:sp>
      <p:cxnSp>
        <p:nvCxnSpPr>
          <p:cNvPr id="355" name="Google Shape;355;p33"/>
          <p:cNvCxnSpPr/>
          <p:nvPr/>
        </p:nvCxnSpPr>
        <p:spPr>
          <a:xfrm>
            <a:off x="4334933" y="4817464"/>
            <a:ext cx="1930401" cy="0"/>
          </a:xfrm>
          <a:prstGeom prst="straightConnector1">
            <a:avLst/>
          </a:prstGeom>
          <a:noFill/>
          <a:ln cap="flat" cmpd="sng" w="9525">
            <a:solidFill>
              <a:srgbClr val="565656"/>
            </a:solidFill>
            <a:prstDash val="solid"/>
            <a:round/>
            <a:headEnd len="sm" w="sm" type="none"/>
            <a:tailEnd len="sm" w="sm" type="none"/>
          </a:ln>
        </p:spPr>
      </p:cxnSp>
      <p:pic>
        <p:nvPicPr>
          <p:cNvPr id="356" name="Google Shape;356;p33"/>
          <p:cNvPicPr preferRelativeResize="0"/>
          <p:nvPr/>
        </p:nvPicPr>
        <p:blipFill rotWithShape="1">
          <a:blip r:embed="rId3">
            <a:alphaModFix/>
          </a:blip>
          <a:srcRect b="0" l="0" r="0" t="0"/>
          <a:stretch/>
        </p:blipFill>
        <p:spPr>
          <a:xfrm>
            <a:off x="672161" y="494168"/>
            <a:ext cx="5593173" cy="4649332"/>
          </a:xfrm>
          <a:prstGeom prst="rect">
            <a:avLst/>
          </a:prstGeom>
          <a:noFill/>
          <a:ln>
            <a:noFill/>
          </a:ln>
        </p:spPr>
      </p:pic>
      <p:pic>
        <p:nvPicPr>
          <p:cNvPr id="357" name="Google Shape;357;p33"/>
          <p:cNvPicPr preferRelativeResize="0"/>
          <p:nvPr/>
        </p:nvPicPr>
        <p:blipFill rotWithShape="1">
          <a:blip r:embed="rId4">
            <a:alphaModFix/>
          </a:blip>
          <a:srcRect b="0" l="0" r="0" t="0"/>
          <a:stretch/>
        </p:blipFill>
        <p:spPr>
          <a:xfrm>
            <a:off x="4637057" y="1633999"/>
            <a:ext cx="4113459" cy="2650924"/>
          </a:xfrm>
          <a:prstGeom prst="rect">
            <a:avLst/>
          </a:prstGeom>
          <a:noFill/>
          <a:ln cap="flat" cmpd="sng" w="28575">
            <a:solidFill>
              <a:srgbClr val="14285A"/>
            </a:solidFill>
            <a:prstDash val="solid"/>
            <a:round/>
            <a:headEnd len="sm" w="sm" type="none"/>
            <a:tailEnd len="sm" w="sm" type="none"/>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34"/>
          <p:cNvSpPr txBox="1"/>
          <p:nvPr/>
        </p:nvSpPr>
        <p:spPr>
          <a:xfrm>
            <a:off x="427611" y="-41032"/>
            <a:ext cx="7734255" cy="535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2"/>
              </a:buClr>
              <a:buSzPts val="2600"/>
              <a:buFont typeface="Raleway"/>
              <a:buNone/>
            </a:pPr>
            <a:r>
              <a:rPr b="1" i="0" lang="es-419" sz="2400" u="none" cap="none" strike="noStrike">
                <a:solidFill>
                  <a:srgbClr val="681800"/>
                </a:solidFill>
                <a:latin typeface="Raleway"/>
                <a:ea typeface="Raleway"/>
                <a:cs typeface="Raleway"/>
                <a:sym typeface="Raleway"/>
              </a:rPr>
              <a:t>Nombres de referencia: Unidad de Procesamiento</a:t>
            </a:r>
            <a:endParaRPr/>
          </a:p>
        </p:txBody>
      </p:sp>
      <p:graphicFrame>
        <p:nvGraphicFramePr>
          <p:cNvPr id="363" name="Google Shape;363;p34"/>
          <p:cNvGraphicFramePr/>
          <p:nvPr/>
        </p:nvGraphicFramePr>
        <p:xfrm>
          <a:off x="819862" y="621758"/>
          <a:ext cx="3000000" cy="3000000"/>
        </p:xfrm>
        <a:graphic>
          <a:graphicData uri="http://schemas.openxmlformats.org/drawingml/2006/table">
            <a:tbl>
              <a:tblPr>
                <a:noFill/>
                <a:tableStyleId>{3FF80745-7821-485C-8F53-118708D8D5D8}</a:tableStyleId>
              </a:tblPr>
              <a:tblGrid>
                <a:gridCol w="3007850"/>
                <a:gridCol w="839975"/>
                <a:gridCol w="3656450"/>
              </a:tblGrid>
              <a:tr h="257150">
                <a:tc>
                  <a:txBody>
                    <a:bodyPr/>
                    <a:lstStyle/>
                    <a:p>
                      <a:pPr indent="0" lvl="0" marL="0" marR="0" rtl="0" algn="ctr">
                        <a:lnSpc>
                          <a:spcPct val="115000"/>
                        </a:lnSpc>
                        <a:spcBef>
                          <a:spcPts val="0"/>
                        </a:spcBef>
                        <a:spcAft>
                          <a:spcPts val="0"/>
                        </a:spcAft>
                        <a:buNone/>
                      </a:pPr>
                      <a:r>
                        <a:rPr b="1" lang="es-419" sz="1100" u="none" cap="none" strike="noStrike">
                          <a:solidFill>
                            <a:schemeClr val="lt1"/>
                          </a:solidFill>
                          <a:latin typeface="Arial"/>
                          <a:ea typeface="Arial"/>
                          <a:cs typeface="Arial"/>
                          <a:sym typeface="Arial"/>
                        </a:rPr>
                        <a:t>Sensor/actuador</a:t>
                      </a:r>
                      <a:endParaRPr sz="1100" u="none" cap="none" strike="noStrike">
                        <a:solidFill>
                          <a:schemeClr val="lt1"/>
                        </a:solidFill>
                        <a:latin typeface="Arial"/>
                        <a:ea typeface="Arial"/>
                        <a:cs typeface="Arial"/>
                        <a:sym typeface="Arial"/>
                      </a:endParaRPr>
                    </a:p>
                  </a:txBody>
                  <a:tcPr marT="63500" marB="63500" marR="63500" marL="63500">
                    <a:solidFill>
                      <a:srgbClr val="14285A"/>
                    </a:solidFill>
                  </a:tcPr>
                </a:tc>
                <a:tc>
                  <a:txBody>
                    <a:bodyPr/>
                    <a:lstStyle/>
                    <a:p>
                      <a:pPr indent="0" lvl="0" marL="0" marR="0" rtl="0" algn="ctr">
                        <a:lnSpc>
                          <a:spcPct val="115000"/>
                        </a:lnSpc>
                        <a:spcBef>
                          <a:spcPts val="0"/>
                        </a:spcBef>
                        <a:spcAft>
                          <a:spcPts val="0"/>
                        </a:spcAft>
                        <a:buNone/>
                      </a:pPr>
                      <a:r>
                        <a:rPr b="1" lang="es-419" sz="1100" u="none" cap="none" strike="noStrike">
                          <a:solidFill>
                            <a:schemeClr val="lt1"/>
                          </a:solidFill>
                          <a:latin typeface="Arial"/>
                          <a:ea typeface="Arial"/>
                          <a:cs typeface="Arial"/>
                          <a:sym typeface="Arial"/>
                        </a:rPr>
                        <a:t>Nombre </a:t>
                      </a:r>
                      <a:endParaRPr sz="1100" u="none" cap="none" strike="noStrike">
                        <a:solidFill>
                          <a:schemeClr val="lt1"/>
                        </a:solidFill>
                        <a:latin typeface="Arial"/>
                        <a:ea typeface="Arial"/>
                        <a:cs typeface="Arial"/>
                        <a:sym typeface="Arial"/>
                      </a:endParaRPr>
                    </a:p>
                  </a:txBody>
                  <a:tcPr marT="63500" marB="63500" marR="63500" marL="63500">
                    <a:solidFill>
                      <a:srgbClr val="14285A"/>
                    </a:solidFill>
                  </a:tcPr>
                </a:tc>
                <a:tc>
                  <a:txBody>
                    <a:bodyPr/>
                    <a:lstStyle/>
                    <a:p>
                      <a:pPr indent="0" lvl="0" marL="0" marR="0" rtl="0" algn="ctr">
                        <a:lnSpc>
                          <a:spcPct val="115000"/>
                        </a:lnSpc>
                        <a:spcBef>
                          <a:spcPts val="0"/>
                        </a:spcBef>
                        <a:spcAft>
                          <a:spcPts val="0"/>
                        </a:spcAft>
                        <a:buNone/>
                      </a:pPr>
                      <a:r>
                        <a:rPr b="1" lang="es-419" sz="1100" u="none" cap="none" strike="noStrike">
                          <a:solidFill>
                            <a:schemeClr val="lt1"/>
                          </a:solidFill>
                          <a:latin typeface="Arial"/>
                          <a:ea typeface="Arial"/>
                          <a:cs typeface="Arial"/>
                          <a:sym typeface="Arial"/>
                        </a:rPr>
                        <a:t>Comentario</a:t>
                      </a:r>
                      <a:endParaRPr sz="1100" u="none" cap="none" strike="noStrike">
                        <a:solidFill>
                          <a:schemeClr val="lt1"/>
                        </a:solidFill>
                        <a:latin typeface="Arial"/>
                        <a:ea typeface="Arial"/>
                        <a:cs typeface="Arial"/>
                        <a:sym typeface="Arial"/>
                      </a:endParaRPr>
                    </a:p>
                  </a:txBody>
                  <a:tcPr marT="63500" marB="63500" marR="63500" marL="63500">
                    <a:solidFill>
                      <a:srgbClr val="14285A"/>
                    </a:solidFill>
                  </a:tcPr>
                </a:tc>
              </a:tr>
              <a:tr h="257150">
                <a:tc>
                  <a:txBody>
                    <a:bodyPr/>
                    <a:lstStyle/>
                    <a:p>
                      <a:pPr indent="0" lvl="0" marL="0" marR="0" rtl="0" algn="ctr">
                        <a:lnSpc>
                          <a:spcPct val="115000"/>
                        </a:lnSpc>
                        <a:spcBef>
                          <a:spcPts val="0"/>
                        </a:spcBef>
                        <a:spcAft>
                          <a:spcPts val="0"/>
                        </a:spcAft>
                        <a:buNone/>
                      </a:pPr>
                      <a:r>
                        <a:rPr lang="es-419" sz="1100" u="none" cap="none" strike="noStrike">
                          <a:solidFill>
                            <a:schemeClr val="dk2"/>
                          </a:solidFill>
                          <a:latin typeface="Arial"/>
                          <a:ea typeface="Arial"/>
                          <a:cs typeface="Arial"/>
                          <a:sym typeface="Arial"/>
                        </a:rPr>
                        <a:t>Sensor Magnético del cilindro largo retraído</a:t>
                      </a:r>
                      <a:endParaRPr sz="1100" u="none" cap="none" strike="noStrike">
                        <a:solidFill>
                          <a:schemeClr val="dk2"/>
                        </a:solidFill>
                        <a:latin typeface="Arial"/>
                        <a:ea typeface="Arial"/>
                        <a:cs typeface="Arial"/>
                        <a:sym typeface="Arial"/>
                      </a:endParaRPr>
                    </a:p>
                  </a:txBody>
                  <a:tcPr marT="63500" marB="63500" marR="63500" marL="63500">
                    <a:solidFill>
                      <a:schemeClr val="lt1"/>
                    </a:solidFill>
                  </a:tcPr>
                </a:tc>
                <a:tc>
                  <a:txBody>
                    <a:bodyPr/>
                    <a:lstStyle/>
                    <a:p>
                      <a:pPr indent="0" lvl="0" marL="0" marR="0" rtl="0" algn="ctr">
                        <a:lnSpc>
                          <a:spcPct val="115000"/>
                        </a:lnSpc>
                        <a:spcBef>
                          <a:spcPts val="0"/>
                        </a:spcBef>
                        <a:spcAft>
                          <a:spcPts val="0"/>
                        </a:spcAft>
                        <a:buNone/>
                      </a:pPr>
                      <a:r>
                        <a:rPr lang="es-419" sz="1100" u="none" cap="none" strike="noStrike">
                          <a:solidFill>
                            <a:schemeClr val="dk2"/>
                          </a:solidFill>
                          <a:latin typeface="Arial"/>
                          <a:ea typeface="Arial"/>
                          <a:cs typeface="Arial"/>
                          <a:sym typeface="Arial"/>
                        </a:rPr>
                        <a:t>SM1</a:t>
                      </a:r>
                      <a:endParaRPr sz="1100" u="none" cap="none" strike="noStrike">
                        <a:solidFill>
                          <a:schemeClr val="dk2"/>
                        </a:solidFill>
                        <a:latin typeface="Arial"/>
                        <a:ea typeface="Arial"/>
                        <a:cs typeface="Arial"/>
                        <a:sym typeface="Arial"/>
                      </a:endParaRPr>
                    </a:p>
                  </a:txBody>
                  <a:tcPr marT="63500" marB="63500" marR="63500" marL="63500">
                    <a:solidFill>
                      <a:schemeClr val="lt1"/>
                    </a:solidFill>
                  </a:tcPr>
                </a:tc>
                <a:tc>
                  <a:txBody>
                    <a:bodyPr/>
                    <a:lstStyle/>
                    <a:p>
                      <a:pPr indent="0" lvl="0" marL="0" marR="0" rtl="0" algn="ctr">
                        <a:lnSpc>
                          <a:spcPct val="115000"/>
                        </a:lnSpc>
                        <a:spcBef>
                          <a:spcPts val="0"/>
                        </a:spcBef>
                        <a:spcAft>
                          <a:spcPts val="0"/>
                        </a:spcAft>
                        <a:buNone/>
                      </a:pPr>
                      <a:r>
                        <a:rPr lang="es-419" sz="1100" u="none" cap="none" strike="noStrike">
                          <a:solidFill>
                            <a:schemeClr val="dk2"/>
                          </a:solidFill>
                          <a:latin typeface="Arial"/>
                          <a:ea typeface="Arial"/>
                          <a:cs typeface="Arial"/>
                          <a:sym typeface="Arial"/>
                        </a:rPr>
                        <a:t>Sensor indicador de retorno del cilindro largo</a:t>
                      </a:r>
                      <a:endParaRPr sz="1100" u="none" cap="none" strike="noStrike">
                        <a:solidFill>
                          <a:schemeClr val="dk2"/>
                        </a:solidFill>
                        <a:latin typeface="Arial"/>
                        <a:ea typeface="Arial"/>
                        <a:cs typeface="Arial"/>
                        <a:sym typeface="Arial"/>
                      </a:endParaRPr>
                    </a:p>
                  </a:txBody>
                  <a:tcPr marT="63500" marB="63500" marR="63500" marL="63500">
                    <a:solidFill>
                      <a:schemeClr val="lt1"/>
                    </a:solidFill>
                  </a:tcPr>
                </a:tc>
              </a:tr>
              <a:tr h="257150">
                <a:tc>
                  <a:txBody>
                    <a:bodyPr/>
                    <a:lstStyle/>
                    <a:p>
                      <a:pPr indent="0" lvl="0" marL="0" marR="0" rtl="0" algn="ctr">
                        <a:lnSpc>
                          <a:spcPct val="115000"/>
                        </a:lnSpc>
                        <a:spcBef>
                          <a:spcPts val="0"/>
                        </a:spcBef>
                        <a:spcAft>
                          <a:spcPts val="0"/>
                        </a:spcAft>
                        <a:buNone/>
                      </a:pPr>
                      <a:r>
                        <a:rPr lang="es-419" sz="1100" u="none" cap="none" strike="noStrike">
                          <a:solidFill>
                            <a:schemeClr val="dk2"/>
                          </a:solidFill>
                          <a:latin typeface="Arial"/>
                          <a:ea typeface="Arial"/>
                          <a:cs typeface="Arial"/>
                          <a:sym typeface="Arial"/>
                        </a:rPr>
                        <a:t>Sensor Magnético del cilindro largo extendido</a:t>
                      </a:r>
                      <a:endParaRPr sz="1100" u="none" cap="none" strike="noStrike">
                        <a:solidFill>
                          <a:schemeClr val="dk2"/>
                        </a:solidFill>
                        <a:latin typeface="Arial"/>
                        <a:ea typeface="Arial"/>
                        <a:cs typeface="Arial"/>
                        <a:sym typeface="Arial"/>
                      </a:endParaRPr>
                    </a:p>
                  </a:txBody>
                  <a:tcPr marT="63500" marB="63500" marR="63500" marL="63500">
                    <a:solidFill>
                      <a:schemeClr val="lt1"/>
                    </a:solidFill>
                  </a:tcPr>
                </a:tc>
                <a:tc>
                  <a:txBody>
                    <a:bodyPr/>
                    <a:lstStyle/>
                    <a:p>
                      <a:pPr indent="0" lvl="0" marL="0" marR="0" rtl="0" algn="ctr">
                        <a:lnSpc>
                          <a:spcPct val="115000"/>
                        </a:lnSpc>
                        <a:spcBef>
                          <a:spcPts val="0"/>
                        </a:spcBef>
                        <a:spcAft>
                          <a:spcPts val="0"/>
                        </a:spcAft>
                        <a:buNone/>
                      </a:pPr>
                      <a:r>
                        <a:rPr lang="es-419" sz="1100" u="none" cap="none" strike="noStrike">
                          <a:solidFill>
                            <a:schemeClr val="dk2"/>
                          </a:solidFill>
                          <a:latin typeface="Arial"/>
                          <a:ea typeface="Arial"/>
                          <a:cs typeface="Arial"/>
                          <a:sym typeface="Arial"/>
                        </a:rPr>
                        <a:t>SM2</a:t>
                      </a:r>
                      <a:endParaRPr sz="1100" u="none" cap="none" strike="noStrike">
                        <a:solidFill>
                          <a:schemeClr val="dk2"/>
                        </a:solidFill>
                        <a:latin typeface="Arial"/>
                        <a:ea typeface="Arial"/>
                        <a:cs typeface="Arial"/>
                        <a:sym typeface="Arial"/>
                      </a:endParaRPr>
                    </a:p>
                  </a:txBody>
                  <a:tcPr marT="63500" marB="63500" marR="63500" marL="63500">
                    <a:solidFill>
                      <a:schemeClr val="lt1"/>
                    </a:solidFill>
                  </a:tcPr>
                </a:tc>
                <a:tc>
                  <a:txBody>
                    <a:bodyPr/>
                    <a:lstStyle/>
                    <a:p>
                      <a:pPr indent="0" lvl="0" marL="0" marR="0" rtl="0" algn="ctr">
                        <a:lnSpc>
                          <a:spcPct val="115000"/>
                        </a:lnSpc>
                        <a:spcBef>
                          <a:spcPts val="0"/>
                        </a:spcBef>
                        <a:spcAft>
                          <a:spcPts val="0"/>
                        </a:spcAft>
                        <a:buNone/>
                      </a:pPr>
                      <a:r>
                        <a:rPr lang="es-419" sz="1100" u="none" cap="none" strike="noStrike">
                          <a:solidFill>
                            <a:schemeClr val="dk2"/>
                          </a:solidFill>
                          <a:latin typeface="Arial"/>
                          <a:ea typeface="Arial"/>
                          <a:cs typeface="Arial"/>
                          <a:sym typeface="Arial"/>
                        </a:rPr>
                        <a:t>Sensor indicador de extensión del cilindro largo</a:t>
                      </a:r>
                      <a:endParaRPr sz="1100" u="none" cap="none" strike="noStrike">
                        <a:solidFill>
                          <a:schemeClr val="dk2"/>
                        </a:solidFill>
                        <a:latin typeface="Arial"/>
                        <a:ea typeface="Arial"/>
                        <a:cs typeface="Arial"/>
                        <a:sym typeface="Arial"/>
                      </a:endParaRPr>
                    </a:p>
                  </a:txBody>
                  <a:tcPr marT="63500" marB="63500" marR="63500" marL="63500">
                    <a:solidFill>
                      <a:schemeClr val="lt1"/>
                    </a:solidFill>
                  </a:tcPr>
                </a:tc>
              </a:tr>
              <a:tr h="257150">
                <a:tc>
                  <a:txBody>
                    <a:bodyPr/>
                    <a:lstStyle/>
                    <a:p>
                      <a:pPr indent="0" lvl="0" marL="0" marR="0" rtl="0" algn="ctr">
                        <a:lnSpc>
                          <a:spcPct val="115000"/>
                        </a:lnSpc>
                        <a:spcBef>
                          <a:spcPts val="0"/>
                        </a:spcBef>
                        <a:spcAft>
                          <a:spcPts val="0"/>
                        </a:spcAft>
                        <a:buNone/>
                      </a:pPr>
                      <a:r>
                        <a:rPr lang="es-419" sz="1100" u="none" cap="none" strike="noStrike">
                          <a:solidFill>
                            <a:schemeClr val="dk2"/>
                          </a:solidFill>
                          <a:latin typeface="Arial"/>
                          <a:ea typeface="Arial"/>
                          <a:cs typeface="Arial"/>
                          <a:sym typeface="Arial"/>
                        </a:rPr>
                        <a:t>Sensor Magnético de la pinza neumática</a:t>
                      </a:r>
                      <a:endParaRPr sz="1100" u="none" cap="none" strike="noStrike">
                        <a:solidFill>
                          <a:schemeClr val="dk2"/>
                        </a:solidFill>
                        <a:latin typeface="Arial"/>
                        <a:ea typeface="Arial"/>
                        <a:cs typeface="Arial"/>
                        <a:sym typeface="Arial"/>
                      </a:endParaRPr>
                    </a:p>
                  </a:txBody>
                  <a:tcPr marT="63500" marB="63500" marR="63500" marL="63500">
                    <a:solidFill>
                      <a:schemeClr val="lt1"/>
                    </a:solidFill>
                  </a:tcPr>
                </a:tc>
                <a:tc>
                  <a:txBody>
                    <a:bodyPr/>
                    <a:lstStyle/>
                    <a:p>
                      <a:pPr indent="0" lvl="0" marL="0" marR="0" rtl="0" algn="ctr">
                        <a:lnSpc>
                          <a:spcPct val="115000"/>
                        </a:lnSpc>
                        <a:spcBef>
                          <a:spcPts val="0"/>
                        </a:spcBef>
                        <a:spcAft>
                          <a:spcPts val="0"/>
                        </a:spcAft>
                        <a:buNone/>
                      </a:pPr>
                      <a:r>
                        <a:rPr lang="es-419" sz="1100" u="none" cap="none" strike="noStrike">
                          <a:solidFill>
                            <a:schemeClr val="dk2"/>
                          </a:solidFill>
                          <a:latin typeface="Arial"/>
                          <a:ea typeface="Arial"/>
                          <a:cs typeface="Arial"/>
                          <a:sym typeface="Arial"/>
                        </a:rPr>
                        <a:t>SM3</a:t>
                      </a:r>
                      <a:endParaRPr sz="1100" u="none" cap="none" strike="noStrike">
                        <a:solidFill>
                          <a:schemeClr val="dk2"/>
                        </a:solidFill>
                        <a:latin typeface="Arial"/>
                        <a:ea typeface="Arial"/>
                        <a:cs typeface="Arial"/>
                        <a:sym typeface="Arial"/>
                      </a:endParaRPr>
                    </a:p>
                  </a:txBody>
                  <a:tcPr marT="63500" marB="63500" marR="63500" marL="63500">
                    <a:solidFill>
                      <a:schemeClr val="lt1"/>
                    </a:solidFill>
                  </a:tcPr>
                </a:tc>
                <a:tc>
                  <a:txBody>
                    <a:bodyPr/>
                    <a:lstStyle/>
                    <a:p>
                      <a:pPr indent="0" lvl="0" marL="0" marR="0" rtl="0" algn="ctr">
                        <a:lnSpc>
                          <a:spcPct val="115000"/>
                        </a:lnSpc>
                        <a:spcBef>
                          <a:spcPts val="0"/>
                        </a:spcBef>
                        <a:spcAft>
                          <a:spcPts val="0"/>
                        </a:spcAft>
                        <a:buNone/>
                      </a:pPr>
                      <a:r>
                        <a:rPr lang="es-419" sz="1100" u="none" cap="none" strike="noStrike">
                          <a:solidFill>
                            <a:schemeClr val="dk2"/>
                          </a:solidFill>
                          <a:latin typeface="Arial"/>
                          <a:ea typeface="Arial"/>
                          <a:cs typeface="Arial"/>
                          <a:sym typeface="Arial"/>
                        </a:rPr>
                        <a:t>Sensor indicador del cierre de la pinza neumática </a:t>
                      </a:r>
                      <a:endParaRPr sz="1100" u="none" cap="none" strike="noStrike">
                        <a:solidFill>
                          <a:schemeClr val="dk2"/>
                        </a:solidFill>
                        <a:latin typeface="Arial"/>
                        <a:ea typeface="Arial"/>
                        <a:cs typeface="Arial"/>
                        <a:sym typeface="Arial"/>
                      </a:endParaRPr>
                    </a:p>
                  </a:txBody>
                  <a:tcPr marT="63500" marB="63500" marR="63500" marL="63500">
                    <a:solidFill>
                      <a:schemeClr val="lt1"/>
                    </a:solidFill>
                  </a:tcPr>
                </a:tc>
              </a:tr>
              <a:tr h="257150">
                <a:tc>
                  <a:txBody>
                    <a:bodyPr/>
                    <a:lstStyle/>
                    <a:p>
                      <a:pPr indent="0" lvl="0" marL="0" marR="0" rtl="0" algn="ctr">
                        <a:lnSpc>
                          <a:spcPct val="115000"/>
                        </a:lnSpc>
                        <a:spcBef>
                          <a:spcPts val="0"/>
                        </a:spcBef>
                        <a:spcAft>
                          <a:spcPts val="0"/>
                        </a:spcAft>
                        <a:buNone/>
                      </a:pPr>
                      <a:r>
                        <a:rPr lang="es-419" sz="1100" u="none" cap="none" strike="noStrike">
                          <a:solidFill>
                            <a:schemeClr val="dk2"/>
                          </a:solidFill>
                          <a:latin typeface="Arial"/>
                          <a:ea typeface="Arial"/>
                          <a:cs typeface="Arial"/>
                          <a:sym typeface="Arial"/>
                        </a:rPr>
                        <a:t>Sensor Magnético del cilindro corto retraído</a:t>
                      </a:r>
                      <a:endParaRPr sz="1100" u="none" cap="none" strike="noStrike">
                        <a:solidFill>
                          <a:schemeClr val="dk2"/>
                        </a:solidFill>
                        <a:latin typeface="Arial"/>
                        <a:ea typeface="Arial"/>
                        <a:cs typeface="Arial"/>
                        <a:sym typeface="Arial"/>
                      </a:endParaRPr>
                    </a:p>
                  </a:txBody>
                  <a:tcPr marT="63500" marB="63500" marR="63500" marL="63500">
                    <a:solidFill>
                      <a:schemeClr val="lt1"/>
                    </a:solidFill>
                  </a:tcPr>
                </a:tc>
                <a:tc>
                  <a:txBody>
                    <a:bodyPr/>
                    <a:lstStyle/>
                    <a:p>
                      <a:pPr indent="0" lvl="0" marL="0" marR="0" rtl="0" algn="ctr">
                        <a:lnSpc>
                          <a:spcPct val="115000"/>
                        </a:lnSpc>
                        <a:spcBef>
                          <a:spcPts val="0"/>
                        </a:spcBef>
                        <a:spcAft>
                          <a:spcPts val="0"/>
                        </a:spcAft>
                        <a:buNone/>
                      </a:pPr>
                      <a:r>
                        <a:rPr lang="es-419" sz="1100" u="none" cap="none" strike="noStrike">
                          <a:solidFill>
                            <a:schemeClr val="dk2"/>
                          </a:solidFill>
                          <a:latin typeface="Arial"/>
                          <a:ea typeface="Arial"/>
                          <a:cs typeface="Arial"/>
                          <a:sym typeface="Arial"/>
                        </a:rPr>
                        <a:t>SM4</a:t>
                      </a:r>
                      <a:endParaRPr sz="1100" u="none" cap="none" strike="noStrike">
                        <a:solidFill>
                          <a:schemeClr val="dk2"/>
                        </a:solidFill>
                        <a:latin typeface="Arial"/>
                        <a:ea typeface="Arial"/>
                        <a:cs typeface="Arial"/>
                        <a:sym typeface="Arial"/>
                      </a:endParaRPr>
                    </a:p>
                  </a:txBody>
                  <a:tcPr marT="63500" marB="63500" marR="63500" marL="63500">
                    <a:solidFill>
                      <a:schemeClr val="lt1"/>
                    </a:solidFill>
                  </a:tcPr>
                </a:tc>
                <a:tc>
                  <a:txBody>
                    <a:bodyPr/>
                    <a:lstStyle/>
                    <a:p>
                      <a:pPr indent="0" lvl="0" marL="0" marR="0" rtl="0" algn="ctr">
                        <a:lnSpc>
                          <a:spcPct val="115000"/>
                        </a:lnSpc>
                        <a:spcBef>
                          <a:spcPts val="0"/>
                        </a:spcBef>
                        <a:spcAft>
                          <a:spcPts val="0"/>
                        </a:spcAft>
                        <a:buNone/>
                      </a:pPr>
                      <a:r>
                        <a:rPr lang="es-419" sz="1100" u="none" cap="none" strike="noStrike">
                          <a:solidFill>
                            <a:schemeClr val="dk2"/>
                          </a:solidFill>
                          <a:latin typeface="Arial"/>
                          <a:ea typeface="Arial"/>
                          <a:cs typeface="Arial"/>
                          <a:sym typeface="Arial"/>
                        </a:rPr>
                        <a:t>Sensor indicador de retorno del cilindro corto</a:t>
                      </a:r>
                      <a:endParaRPr sz="1100" u="none" cap="none" strike="noStrike">
                        <a:solidFill>
                          <a:schemeClr val="dk2"/>
                        </a:solidFill>
                        <a:latin typeface="Arial"/>
                        <a:ea typeface="Arial"/>
                        <a:cs typeface="Arial"/>
                        <a:sym typeface="Arial"/>
                      </a:endParaRPr>
                    </a:p>
                  </a:txBody>
                  <a:tcPr marT="63500" marB="63500" marR="63500" marL="63500">
                    <a:solidFill>
                      <a:schemeClr val="lt1"/>
                    </a:solidFill>
                  </a:tcPr>
                </a:tc>
              </a:tr>
              <a:tr h="257150">
                <a:tc>
                  <a:txBody>
                    <a:bodyPr/>
                    <a:lstStyle/>
                    <a:p>
                      <a:pPr indent="0" lvl="0" marL="0" marR="0" rtl="0" algn="ctr">
                        <a:lnSpc>
                          <a:spcPct val="115000"/>
                        </a:lnSpc>
                        <a:spcBef>
                          <a:spcPts val="0"/>
                        </a:spcBef>
                        <a:spcAft>
                          <a:spcPts val="0"/>
                        </a:spcAft>
                        <a:buNone/>
                      </a:pPr>
                      <a:r>
                        <a:rPr lang="es-419" sz="1100" u="none" cap="none" strike="noStrike">
                          <a:solidFill>
                            <a:schemeClr val="dk2"/>
                          </a:solidFill>
                          <a:latin typeface="Arial"/>
                          <a:ea typeface="Arial"/>
                          <a:cs typeface="Arial"/>
                          <a:sym typeface="Arial"/>
                        </a:rPr>
                        <a:t>Sensor Magnético del cilindro corto extendido</a:t>
                      </a:r>
                      <a:endParaRPr sz="1100" u="none" cap="none" strike="noStrike">
                        <a:solidFill>
                          <a:schemeClr val="dk2"/>
                        </a:solidFill>
                        <a:latin typeface="Arial"/>
                        <a:ea typeface="Arial"/>
                        <a:cs typeface="Arial"/>
                        <a:sym typeface="Arial"/>
                      </a:endParaRPr>
                    </a:p>
                  </a:txBody>
                  <a:tcPr marT="63500" marB="63500" marR="63500" marL="63500">
                    <a:solidFill>
                      <a:schemeClr val="lt1"/>
                    </a:solidFill>
                  </a:tcPr>
                </a:tc>
                <a:tc>
                  <a:txBody>
                    <a:bodyPr/>
                    <a:lstStyle/>
                    <a:p>
                      <a:pPr indent="0" lvl="0" marL="0" marR="0" rtl="0" algn="ctr">
                        <a:lnSpc>
                          <a:spcPct val="115000"/>
                        </a:lnSpc>
                        <a:spcBef>
                          <a:spcPts val="0"/>
                        </a:spcBef>
                        <a:spcAft>
                          <a:spcPts val="0"/>
                        </a:spcAft>
                        <a:buNone/>
                      </a:pPr>
                      <a:r>
                        <a:rPr lang="es-419" sz="1100" u="none" cap="none" strike="noStrike">
                          <a:solidFill>
                            <a:schemeClr val="dk2"/>
                          </a:solidFill>
                          <a:latin typeface="Arial"/>
                          <a:ea typeface="Arial"/>
                          <a:cs typeface="Arial"/>
                          <a:sym typeface="Arial"/>
                        </a:rPr>
                        <a:t>SM5</a:t>
                      </a:r>
                      <a:endParaRPr sz="1100" u="none" cap="none" strike="noStrike">
                        <a:solidFill>
                          <a:schemeClr val="dk2"/>
                        </a:solidFill>
                        <a:latin typeface="Arial"/>
                        <a:ea typeface="Arial"/>
                        <a:cs typeface="Arial"/>
                        <a:sym typeface="Arial"/>
                      </a:endParaRPr>
                    </a:p>
                  </a:txBody>
                  <a:tcPr marT="63500" marB="63500" marR="63500" marL="63500">
                    <a:solidFill>
                      <a:schemeClr val="lt1"/>
                    </a:solidFill>
                  </a:tcPr>
                </a:tc>
                <a:tc>
                  <a:txBody>
                    <a:bodyPr/>
                    <a:lstStyle/>
                    <a:p>
                      <a:pPr indent="0" lvl="0" marL="0" marR="0" rtl="0" algn="ctr">
                        <a:lnSpc>
                          <a:spcPct val="115000"/>
                        </a:lnSpc>
                        <a:spcBef>
                          <a:spcPts val="0"/>
                        </a:spcBef>
                        <a:spcAft>
                          <a:spcPts val="0"/>
                        </a:spcAft>
                        <a:buNone/>
                      </a:pPr>
                      <a:r>
                        <a:rPr lang="es-419" sz="1100" u="none" cap="none" strike="noStrike">
                          <a:solidFill>
                            <a:schemeClr val="dk2"/>
                          </a:solidFill>
                          <a:latin typeface="Arial"/>
                          <a:ea typeface="Arial"/>
                          <a:cs typeface="Arial"/>
                          <a:sym typeface="Arial"/>
                        </a:rPr>
                        <a:t>Sensor indicador de extensión del cilindro corto</a:t>
                      </a:r>
                      <a:endParaRPr sz="1100" u="none" cap="none" strike="noStrike">
                        <a:solidFill>
                          <a:schemeClr val="dk2"/>
                        </a:solidFill>
                        <a:latin typeface="Arial"/>
                        <a:ea typeface="Arial"/>
                        <a:cs typeface="Arial"/>
                        <a:sym typeface="Arial"/>
                      </a:endParaRPr>
                    </a:p>
                  </a:txBody>
                  <a:tcPr marT="63500" marB="63500" marR="63500" marL="63500">
                    <a:solidFill>
                      <a:schemeClr val="lt1"/>
                    </a:solidFill>
                  </a:tcPr>
                </a:tc>
              </a:tr>
              <a:tr h="257150">
                <a:tc>
                  <a:txBody>
                    <a:bodyPr/>
                    <a:lstStyle/>
                    <a:p>
                      <a:pPr indent="0" lvl="0" marL="0" marR="0" rtl="0" algn="ctr">
                        <a:lnSpc>
                          <a:spcPct val="115000"/>
                        </a:lnSpc>
                        <a:spcBef>
                          <a:spcPts val="0"/>
                        </a:spcBef>
                        <a:spcAft>
                          <a:spcPts val="0"/>
                        </a:spcAft>
                        <a:buNone/>
                      </a:pPr>
                      <a:r>
                        <a:rPr lang="es-419" sz="1100" u="none" cap="none" strike="noStrike">
                          <a:solidFill>
                            <a:schemeClr val="dk2"/>
                          </a:solidFill>
                          <a:latin typeface="Arial"/>
                          <a:ea typeface="Arial"/>
                          <a:cs typeface="Arial"/>
                          <a:sym typeface="Arial"/>
                        </a:rPr>
                        <a:t>Sensor Fotoeléctrico para las piezas</a:t>
                      </a:r>
                      <a:endParaRPr sz="1100" u="none" cap="none" strike="noStrike">
                        <a:solidFill>
                          <a:schemeClr val="dk2"/>
                        </a:solidFill>
                        <a:latin typeface="Arial"/>
                        <a:ea typeface="Arial"/>
                        <a:cs typeface="Arial"/>
                        <a:sym typeface="Arial"/>
                      </a:endParaRPr>
                    </a:p>
                  </a:txBody>
                  <a:tcPr marT="63500" marB="63500" marR="63500" marL="63500">
                    <a:solidFill>
                      <a:schemeClr val="lt1"/>
                    </a:solidFill>
                  </a:tcPr>
                </a:tc>
                <a:tc>
                  <a:txBody>
                    <a:bodyPr/>
                    <a:lstStyle/>
                    <a:p>
                      <a:pPr indent="0" lvl="0" marL="0" marR="0" rtl="0" algn="ctr">
                        <a:lnSpc>
                          <a:spcPct val="115000"/>
                        </a:lnSpc>
                        <a:spcBef>
                          <a:spcPts val="0"/>
                        </a:spcBef>
                        <a:spcAft>
                          <a:spcPts val="0"/>
                        </a:spcAft>
                        <a:buNone/>
                      </a:pPr>
                      <a:r>
                        <a:rPr lang="es-419" sz="1100" u="none" cap="none" strike="noStrike">
                          <a:solidFill>
                            <a:schemeClr val="dk2"/>
                          </a:solidFill>
                          <a:latin typeface="Arial"/>
                          <a:ea typeface="Arial"/>
                          <a:cs typeface="Arial"/>
                          <a:sym typeface="Arial"/>
                        </a:rPr>
                        <a:t>SF1</a:t>
                      </a:r>
                      <a:endParaRPr sz="1100" u="none" cap="none" strike="noStrike">
                        <a:solidFill>
                          <a:schemeClr val="dk2"/>
                        </a:solidFill>
                        <a:latin typeface="Arial"/>
                        <a:ea typeface="Arial"/>
                        <a:cs typeface="Arial"/>
                        <a:sym typeface="Arial"/>
                      </a:endParaRPr>
                    </a:p>
                  </a:txBody>
                  <a:tcPr marT="63500" marB="63500" marR="63500" marL="63500">
                    <a:solidFill>
                      <a:schemeClr val="lt1"/>
                    </a:solidFill>
                  </a:tcPr>
                </a:tc>
                <a:tc>
                  <a:txBody>
                    <a:bodyPr/>
                    <a:lstStyle/>
                    <a:p>
                      <a:pPr indent="0" lvl="0" marL="0" marR="0" rtl="0" algn="ctr">
                        <a:lnSpc>
                          <a:spcPct val="115000"/>
                        </a:lnSpc>
                        <a:spcBef>
                          <a:spcPts val="0"/>
                        </a:spcBef>
                        <a:spcAft>
                          <a:spcPts val="0"/>
                        </a:spcAft>
                        <a:buNone/>
                      </a:pPr>
                      <a:r>
                        <a:rPr lang="es-419" sz="1100" u="none" cap="none" strike="noStrike">
                          <a:solidFill>
                            <a:schemeClr val="dk2"/>
                          </a:solidFill>
                          <a:latin typeface="Arial"/>
                          <a:ea typeface="Arial"/>
                          <a:cs typeface="Arial"/>
                          <a:sym typeface="Arial"/>
                        </a:rPr>
                        <a:t>Sensor indicador de la presencia de pieza</a:t>
                      </a:r>
                      <a:endParaRPr sz="1100" u="none" cap="none" strike="noStrike">
                        <a:solidFill>
                          <a:schemeClr val="dk2"/>
                        </a:solidFill>
                        <a:latin typeface="Arial"/>
                        <a:ea typeface="Arial"/>
                        <a:cs typeface="Arial"/>
                        <a:sym typeface="Arial"/>
                      </a:endParaRPr>
                    </a:p>
                  </a:txBody>
                  <a:tcPr marT="63500" marB="63500" marR="63500" marL="63500">
                    <a:solidFill>
                      <a:schemeClr val="lt1"/>
                    </a:solidFill>
                  </a:tcPr>
                </a:tc>
              </a:tr>
              <a:tr h="257150">
                <a:tc>
                  <a:txBody>
                    <a:bodyPr/>
                    <a:lstStyle/>
                    <a:p>
                      <a:pPr indent="0" lvl="0" marL="0" marR="0" rtl="0" algn="ctr">
                        <a:lnSpc>
                          <a:spcPct val="115000"/>
                        </a:lnSpc>
                        <a:spcBef>
                          <a:spcPts val="0"/>
                        </a:spcBef>
                        <a:spcAft>
                          <a:spcPts val="0"/>
                        </a:spcAft>
                        <a:buNone/>
                      </a:pPr>
                      <a:r>
                        <a:rPr lang="es-419" sz="1100" u="none" cap="none" strike="noStrike">
                          <a:solidFill>
                            <a:schemeClr val="dk2"/>
                          </a:solidFill>
                          <a:latin typeface="Arial"/>
                          <a:ea typeface="Arial"/>
                          <a:cs typeface="Arial"/>
                          <a:sym typeface="Arial"/>
                        </a:rPr>
                        <a:t>Selector de modo</a:t>
                      </a:r>
                      <a:endParaRPr sz="1100" u="none" cap="none" strike="noStrike">
                        <a:solidFill>
                          <a:schemeClr val="dk2"/>
                        </a:solidFill>
                        <a:latin typeface="Arial"/>
                        <a:ea typeface="Arial"/>
                        <a:cs typeface="Arial"/>
                        <a:sym typeface="Arial"/>
                      </a:endParaRPr>
                    </a:p>
                  </a:txBody>
                  <a:tcPr marT="63500" marB="63500" marR="63500" marL="63500">
                    <a:solidFill>
                      <a:schemeClr val="lt1"/>
                    </a:solidFill>
                  </a:tcPr>
                </a:tc>
                <a:tc>
                  <a:txBody>
                    <a:bodyPr/>
                    <a:lstStyle/>
                    <a:p>
                      <a:pPr indent="0" lvl="0" marL="0" marR="0" rtl="0" algn="ctr">
                        <a:lnSpc>
                          <a:spcPct val="115000"/>
                        </a:lnSpc>
                        <a:spcBef>
                          <a:spcPts val="0"/>
                        </a:spcBef>
                        <a:spcAft>
                          <a:spcPts val="0"/>
                        </a:spcAft>
                        <a:buNone/>
                      </a:pPr>
                      <a:r>
                        <a:rPr lang="es-419" sz="1100" u="none" cap="none" strike="noStrike">
                          <a:solidFill>
                            <a:schemeClr val="dk2"/>
                          </a:solidFill>
                          <a:latin typeface="Arial"/>
                          <a:ea typeface="Arial"/>
                          <a:cs typeface="Arial"/>
                          <a:sym typeface="Arial"/>
                        </a:rPr>
                        <a:t>SA</a:t>
                      </a:r>
                      <a:endParaRPr sz="1100" u="none" cap="none" strike="noStrike">
                        <a:solidFill>
                          <a:schemeClr val="dk2"/>
                        </a:solidFill>
                        <a:latin typeface="Arial"/>
                        <a:ea typeface="Arial"/>
                        <a:cs typeface="Arial"/>
                        <a:sym typeface="Arial"/>
                      </a:endParaRPr>
                    </a:p>
                  </a:txBody>
                  <a:tcPr marT="63500" marB="63500" marR="63500" marL="63500">
                    <a:solidFill>
                      <a:schemeClr val="lt1"/>
                    </a:solidFill>
                  </a:tcPr>
                </a:tc>
                <a:tc>
                  <a:txBody>
                    <a:bodyPr/>
                    <a:lstStyle/>
                    <a:p>
                      <a:pPr indent="0" lvl="0" marL="0" marR="0" rtl="0" algn="ctr">
                        <a:lnSpc>
                          <a:spcPct val="115000"/>
                        </a:lnSpc>
                        <a:spcBef>
                          <a:spcPts val="0"/>
                        </a:spcBef>
                        <a:spcAft>
                          <a:spcPts val="0"/>
                        </a:spcAft>
                        <a:buNone/>
                      </a:pPr>
                      <a:r>
                        <a:rPr lang="es-419" sz="1100" u="none" cap="none" strike="noStrike">
                          <a:solidFill>
                            <a:schemeClr val="dk2"/>
                          </a:solidFill>
                          <a:latin typeface="Arial"/>
                          <a:ea typeface="Arial"/>
                          <a:cs typeface="Arial"/>
                          <a:sym typeface="Arial"/>
                        </a:rPr>
                        <a:t>Selecciona modo manual o modo automático</a:t>
                      </a:r>
                      <a:endParaRPr sz="1100" u="none" cap="none" strike="noStrike">
                        <a:solidFill>
                          <a:schemeClr val="dk2"/>
                        </a:solidFill>
                        <a:latin typeface="Arial"/>
                        <a:ea typeface="Arial"/>
                        <a:cs typeface="Arial"/>
                        <a:sym typeface="Arial"/>
                      </a:endParaRPr>
                    </a:p>
                  </a:txBody>
                  <a:tcPr marT="63500" marB="63500" marR="63500" marL="63500">
                    <a:solidFill>
                      <a:schemeClr val="lt1"/>
                    </a:solidFill>
                  </a:tcPr>
                </a:tc>
              </a:tr>
              <a:tr h="257150">
                <a:tc>
                  <a:txBody>
                    <a:bodyPr/>
                    <a:lstStyle/>
                    <a:p>
                      <a:pPr indent="0" lvl="0" marL="0" marR="0" rtl="0" algn="ctr">
                        <a:lnSpc>
                          <a:spcPct val="115000"/>
                        </a:lnSpc>
                        <a:spcBef>
                          <a:spcPts val="0"/>
                        </a:spcBef>
                        <a:spcAft>
                          <a:spcPts val="0"/>
                        </a:spcAft>
                        <a:buNone/>
                      </a:pPr>
                      <a:r>
                        <a:rPr lang="es-419" sz="1100" u="none" cap="none" strike="noStrike">
                          <a:solidFill>
                            <a:schemeClr val="dk2"/>
                          </a:solidFill>
                          <a:latin typeface="Arial"/>
                          <a:ea typeface="Arial"/>
                          <a:cs typeface="Arial"/>
                          <a:sym typeface="Arial"/>
                        </a:rPr>
                        <a:t>Parada de Emergencia</a:t>
                      </a:r>
                      <a:endParaRPr sz="1100" u="none" cap="none" strike="noStrike">
                        <a:solidFill>
                          <a:schemeClr val="dk2"/>
                        </a:solidFill>
                        <a:latin typeface="Arial"/>
                        <a:ea typeface="Arial"/>
                        <a:cs typeface="Arial"/>
                        <a:sym typeface="Arial"/>
                      </a:endParaRPr>
                    </a:p>
                  </a:txBody>
                  <a:tcPr marT="63500" marB="63500" marR="63500" marL="63500">
                    <a:solidFill>
                      <a:schemeClr val="lt1"/>
                    </a:solidFill>
                  </a:tcPr>
                </a:tc>
                <a:tc>
                  <a:txBody>
                    <a:bodyPr/>
                    <a:lstStyle/>
                    <a:p>
                      <a:pPr indent="0" lvl="0" marL="0" marR="0" rtl="0" algn="ctr">
                        <a:lnSpc>
                          <a:spcPct val="115000"/>
                        </a:lnSpc>
                        <a:spcBef>
                          <a:spcPts val="0"/>
                        </a:spcBef>
                        <a:spcAft>
                          <a:spcPts val="0"/>
                        </a:spcAft>
                        <a:buNone/>
                      </a:pPr>
                      <a:r>
                        <a:rPr lang="es-419" sz="1100" u="none" cap="none" strike="noStrike">
                          <a:solidFill>
                            <a:schemeClr val="dk2"/>
                          </a:solidFill>
                          <a:latin typeface="Arial"/>
                          <a:ea typeface="Arial"/>
                          <a:cs typeface="Arial"/>
                          <a:sym typeface="Arial"/>
                        </a:rPr>
                        <a:t>QS</a:t>
                      </a:r>
                      <a:endParaRPr sz="1100" u="none" cap="none" strike="noStrike">
                        <a:solidFill>
                          <a:schemeClr val="dk2"/>
                        </a:solidFill>
                        <a:latin typeface="Arial"/>
                        <a:ea typeface="Arial"/>
                        <a:cs typeface="Arial"/>
                        <a:sym typeface="Arial"/>
                      </a:endParaRPr>
                    </a:p>
                  </a:txBody>
                  <a:tcPr marT="63500" marB="63500" marR="63500" marL="63500">
                    <a:solidFill>
                      <a:schemeClr val="lt1"/>
                    </a:solidFill>
                  </a:tcPr>
                </a:tc>
                <a:tc>
                  <a:txBody>
                    <a:bodyPr/>
                    <a:lstStyle/>
                    <a:p>
                      <a:pPr indent="0" lvl="0" marL="0" marR="0" rtl="0" algn="ctr">
                        <a:lnSpc>
                          <a:spcPct val="115000"/>
                        </a:lnSpc>
                        <a:spcBef>
                          <a:spcPts val="0"/>
                        </a:spcBef>
                        <a:spcAft>
                          <a:spcPts val="0"/>
                        </a:spcAft>
                        <a:buNone/>
                      </a:pPr>
                      <a:r>
                        <a:rPr lang="es-419" sz="1100" u="none" cap="none" strike="noStrike">
                          <a:solidFill>
                            <a:schemeClr val="dk2"/>
                          </a:solidFill>
                          <a:latin typeface="Arial"/>
                          <a:ea typeface="Arial"/>
                          <a:cs typeface="Arial"/>
                          <a:sym typeface="Arial"/>
                        </a:rPr>
                        <a:t>Detiene el proceso completamente</a:t>
                      </a:r>
                      <a:endParaRPr sz="1100" u="none" cap="none" strike="noStrike">
                        <a:solidFill>
                          <a:schemeClr val="dk2"/>
                        </a:solidFill>
                        <a:latin typeface="Arial"/>
                        <a:ea typeface="Arial"/>
                        <a:cs typeface="Arial"/>
                        <a:sym typeface="Arial"/>
                      </a:endParaRPr>
                    </a:p>
                  </a:txBody>
                  <a:tcPr marT="63500" marB="63500" marR="63500" marL="63500">
                    <a:solidFill>
                      <a:schemeClr val="lt1"/>
                    </a:solidFill>
                  </a:tcPr>
                </a:tc>
              </a:tr>
              <a:tr h="257150">
                <a:tc>
                  <a:txBody>
                    <a:bodyPr/>
                    <a:lstStyle/>
                    <a:p>
                      <a:pPr indent="0" lvl="0" marL="0" marR="0" rtl="0" algn="ctr">
                        <a:lnSpc>
                          <a:spcPct val="115000"/>
                        </a:lnSpc>
                        <a:spcBef>
                          <a:spcPts val="0"/>
                        </a:spcBef>
                        <a:spcAft>
                          <a:spcPts val="0"/>
                        </a:spcAft>
                        <a:buNone/>
                      </a:pPr>
                      <a:r>
                        <a:rPr lang="es-419" sz="1100" u="none" cap="none" strike="noStrike">
                          <a:solidFill>
                            <a:schemeClr val="dk2"/>
                          </a:solidFill>
                          <a:latin typeface="Arial"/>
                          <a:ea typeface="Arial"/>
                          <a:cs typeface="Arial"/>
                          <a:sym typeface="Arial"/>
                        </a:rPr>
                        <a:t>Pulsador de Marcha</a:t>
                      </a:r>
                      <a:endParaRPr sz="1100" u="none" cap="none" strike="noStrike">
                        <a:solidFill>
                          <a:schemeClr val="dk2"/>
                        </a:solidFill>
                        <a:latin typeface="Arial"/>
                        <a:ea typeface="Arial"/>
                        <a:cs typeface="Arial"/>
                        <a:sym typeface="Arial"/>
                      </a:endParaRPr>
                    </a:p>
                  </a:txBody>
                  <a:tcPr marT="63500" marB="63500" marR="63500" marL="63500">
                    <a:solidFill>
                      <a:schemeClr val="lt1"/>
                    </a:solidFill>
                  </a:tcPr>
                </a:tc>
                <a:tc>
                  <a:txBody>
                    <a:bodyPr/>
                    <a:lstStyle/>
                    <a:p>
                      <a:pPr indent="0" lvl="0" marL="0" marR="0" rtl="0" algn="ctr">
                        <a:lnSpc>
                          <a:spcPct val="115000"/>
                        </a:lnSpc>
                        <a:spcBef>
                          <a:spcPts val="0"/>
                        </a:spcBef>
                        <a:spcAft>
                          <a:spcPts val="0"/>
                        </a:spcAft>
                        <a:buNone/>
                      </a:pPr>
                      <a:r>
                        <a:rPr lang="es-419" sz="1100" u="none" cap="none" strike="noStrike">
                          <a:solidFill>
                            <a:schemeClr val="dk2"/>
                          </a:solidFill>
                          <a:latin typeface="Arial"/>
                          <a:ea typeface="Arial"/>
                          <a:cs typeface="Arial"/>
                          <a:sym typeface="Arial"/>
                        </a:rPr>
                        <a:t>SB1</a:t>
                      </a:r>
                      <a:endParaRPr sz="1100" u="none" cap="none" strike="noStrike">
                        <a:solidFill>
                          <a:schemeClr val="dk2"/>
                        </a:solidFill>
                        <a:latin typeface="Arial"/>
                        <a:ea typeface="Arial"/>
                        <a:cs typeface="Arial"/>
                        <a:sym typeface="Arial"/>
                      </a:endParaRPr>
                    </a:p>
                  </a:txBody>
                  <a:tcPr marT="63500" marB="63500" marR="63500" marL="63500">
                    <a:solidFill>
                      <a:schemeClr val="lt1"/>
                    </a:solidFill>
                  </a:tcPr>
                </a:tc>
                <a:tc>
                  <a:txBody>
                    <a:bodyPr/>
                    <a:lstStyle/>
                    <a:p>
                      <a:pPr indent="0" lvl="0" marL="0" marR="0" rtl="0" algn="ctr">
                        <a:lnSpc>
                          <a:spcPct val="115000"/>
                        </a:lnSpc>
                        <a:spcBef>
                          <a:spcPts val="0"/>
                        </a:spcBef>
                        <a:spcAft>
                          <a:spcPts val="0"/>
                        </a:spcAft>
                        <a:buNone/>
                      </a:pPr>
                      <a:r>
                        <a:rPr lang="es-419" sz="1100" u="none" cap="none" strike="noStrike">
                          <a:solidFill>
                            <a:schemeClr val="dk2"/>
                          </a:solidFill>
                          <a:latin typeface="Arial"/>
                          <a:ea typeface="Arial"/>
                          <a:cs typeface="Arial"/>
                          <a:sym typeface="Arial"/>
                        </a:rPr>
                        <a:t>Da inicio al proceso</a:t>
                      </a:r>
                      <a:endParaRPr sz="1100" u="none" cap="none" strike="noStrike">
                        <a:solidFill>
                          <a:schemeClr val="dk2"/>
                        </a:solidFill>
                        <a:latin typeface="Arial"/>
                        <a:ea typeface="Arial"/>
                        <a:cs typeface="Arial"/>
                        <a:sym typeface="Arial"/>
                      </a:endParaRPr>
                    </a:p>
                  </a:txBody>
                  <a:tcPr marT="63500" marB="63500" marR="63500" marL="63500">
                    <a:solidFill>
                      <a:schemeClr val="lt1"/>
                    </a:solidFill>
                  </a:tcPr>
                </a:tc>
              </a:tr>
              <a:tr h="257150">
                <a:tc>
                  <a:txBody>
                    <a:bodyPr/>
                    <a:lstStyle/>
                    <a:p>
                      <a:pPr indent="0" lvl="0" marL="0" marR="0" rtl="0" algn="ctr">
                        <a:lnSpc>
                          <a:spcPct val="115000"/>
                        </a:lnSpc>
                        <a:spcBef>
                          <a:spcPts val="0"/>
                        </a:spcBef>
                        <a:spcAft>
                          <a:spcPts val="0"/>
                        </a:spcAft>
                        <a:buNone/>
                      </a:pPr>
                      <a:r>
                        <a:rPr lang="es-419" sz="1100" u="none" cap="none" strike="noStrike">
                          <a:solidFill>
                            <a:schemeClr val="dk2"/>
                          </a:solidFill>
                          <a:latin typeface="Arial"/>
                          <a:ea typeface="Arial"/>
                          <a:cs typeface="Arial"/>
                          <a:sym typeface="Arial"/>
                        </a:rPr>
                        <a:t>Pulsador de Paro</a:t>
                      </a:r>
                      <a:endParaRPr sz="1100" u="none" cap="none" strike="noStrike">
                        <a:solidFill>
                          <a:schemeClr val="dk2"/>
                        </a:solidFill>
                        <a:latin typeface="Arial"/>
                        <a:ea typeface="Arial"/>
                        <a:cs typeface="Arial"/>
                        <a:sym typeface="Arial"/>
                      </a:endParaRPr>
                    </a:p>
                  </a:txBody>
                  <a:tcPr marT="63500" marB="63500" marR="63500" marL="63500">
                    <a:solidFill>
                      <a:schemeClr val="lt1"/>
                    </a:solidFill>
                  </a:tcPr>
                </a:tc>
                <a:tc>
                  <a:txBody>
                    <a:bodyPr/>
                    <a:lstStyle/>
                    <a:p>
                      <a:pPr indent="0" lvl="0" marL="0" marR="0" rtl="0" algn="ctr">
                        <a:lnSpc>
                          <a:spcPct val="115000"/>
                        </a:lnSpc>
                        <a:spcBef>
                          <a:spcPts val="0"/>
                        </a:spcBef>
                        <a:spcAft>
                          <a:spcPts val="0"/>
                        </a:spcAft>
                        <a:buNone/>
                      </a:pPr>
                      <a:r>
                        <a:rPr lang="es-419" sz="1100" u="none" cap="none" strike="noStrike">
                          <a:solidFill>
                            <a:schemeClr val="dk2"/>
                          </a:solidFill>
                          <a:latin typeface="Arial"/>
                          <a:ea typeface="Arial"/>
                          <a:cs typeface="Arial"/>
                          <a:sym typeface="Arial"/>
                        </a:rPr>
                        <a:t>SB2</a:t>
                      </a:r>
                      <a:endParaRPr sz="1100" u="none" cap="none" strike="noStrike">
                        <a:solidFill>
                          <a:schemeClr val="dk2"/>
                        </a:solidFill>
                        <a:latin typeface="Arial"/>
                        <a:ea typeface="Arial"/>
                        <a:cs typeface="Arial"/>
                        <a:sym typeface="Arial"/>
                      </a:endParaRPr>
                    </a:p>
                  </a:txBody>
                  <a:tcPr marT="63500" marB="63500" marR="63500" marL="63500">
                    <a:solidFill>
                      <a:schemeClr val="lt1"/>
                    </a:solidFill>
                  </a:tcPr>
                </a:tc>
                <a:tc>
                  <a:txBody>
                    <a:bodyPr/>
                    <a:lstStyle/>
                    <a:p>
                      <a:pPr indent="0" lvl="0" marL="0" marR="0" rtl="0" algn="ctr">
                        <a:lnSpc>
                          <a:spcPct val="115000"/>
                        </a:lnSpc>
                        <a:spcBef>
                          <a:spcPts val="0"/>
                        </a:spcBef>
                        <a:spcAft>
                          <a:spcPts val="0"/>
                        </a:spcAft>
                        <a:buNone/>
                      </a:pPr>
                      <a:r>
                        <a:rPr lang="es-419" sz="1100" u="none" cap="none" strike="noStrike">
                          <a:solidFill>
                            <a:schemeClr val="dk2"/>
                          </a:solidFill>
                          <a:latin typeface="Arial"/>
                          <a:ea typeface="Arial"/>
                          <a:cs typeface="Arial"/>
                          <a:sym typeface="Arial"/>
                        </a:rPr>
                        <a:t>Detiene el proceso momentáneamente</a:t>
                      </a:r>
                      <a:endParaRPr sz="1100" u="none" cap="none" strike="noStrike">
                        <a:solidFill>
                          <a:schemeClr val="dk2"/>
                        </a:solidFill>
                        <a:latin typeface="Arial"/>
                        <a:ea typeface="Arial"/>
                        <a:cs typeface="Arial"/>
                        <a:sym typeface="Arial"/>
                      </a:endParaRPr>
                    </a:p>
                  </a:txBody>
                  <a:tcPr marT="63500" marB="63500" marR="63500" marL="63500">
                    <a:solidFill>
                      <a:schemeClr val="lt1"/>
                    </a:solidFill>
                  </a:tcPr>
                </a:tc>
              </a:tr>
              <a:tr h="257150">
                <a:tc>
                  <a:txBody>
                    <a:bodyPr/>
                    <a:lstStyle/>
                    <a:p>
                      <a:pPr indent="0" lvl="0" marL="0" marR="0" rtl="0" algn="ctr">
                        <a:lnSpc>
                          <a:spcPct val="115000"/>
                        </a:lnSpc>
                        <a:spcBef>
                          <a:spcPts val="0"/>
                        </a:spcBef>
                        <a:spcAft>
                          <a:spcPts val="0"/>
                        </a:spcAft>
                        <a:buNone/>
                      </a:pPr>
                      <a:r>
                        <a:rPr lang="es-419" sz="1100" u="none" cap="none" strike="noStrike">
                          <a:solidFill>
                            <a:schemeClr val="dk2"/>
                          </a:solidFill>
                          <a:latin typeface="Arial"/>
                          <a:ea typeface="Arial"/>
                          <a:cs typeface="Arial"/>
                          <a:sym typeface="Arial"/>
                        </a:rPr>
                        <a:t>Lampara de señalizacion amarilla</a:t>
                      </a:r>
                      <a:endParaRPr sz="1100" u="none" cap="none" strike="noStrike">
                        <a:solidFill>
                          <a:schemeClr val="dk2"/>
                        </a:solidFill>
                        <a:latin typeface="Arial"/>
                        <a:ea typeface="Arial"/>
                        <a:cs typeface="Arial"/>
                        <a:sym typeface="Arial"/>
                      </a:endParaRPr>
                    </a:p>
                  </a:txBody>
                  <a:tcPr marT="63500" marB="63500" marR="63500" marL="63500">
                    <a:solidFill>
                      <a:schemeClr val="lt1"/>
                    </a:solidFill>
                  </a:tcPr>
                </a:tc>
                <a:tc>
                  <a:txBody>
                    <a:bodyPr/>
                    <a:lstStyle/>
                    <a:p>
                      <a:pPr indent="0" lvl="0" marL="0" marR="0" rtl="0" algn="ctr">
                        <a:lnSpc>
                          <a:spcPct val="115000"/>
                        </a:lnSpc>
                        <a:spcBef>
                          <a:spcPts val="0"/>
                        </a:spcBef>
                        <a:spcAft>
                          <a:spcPts val="0"/>
                        </a:spcAft>
                        <a:buNone/>
                      </a:pPr>
                      <a:r>
                        <a:rPr lang="es-419" sz="1100" u="none" cap="none" strike="noStrike">
                          <a:solidFill>
                            <a:schemeClr val="dk2"/>
                          </a:solidFill>
                          <a:latin typeface="Arial"/>
                          <a:ea typeface="Arial"/>
                          <a:cs typeface="Arial"/>
                          <a:sym typeface="Arial"/>
                        </a:rPr>
                        <a:t>HL1</a:t>
                      </a:r>
                      <a:endParaRPr sz="1100" u="none" cap="none" strike="noStrike">
                        <a:solidFill>
                          <a:schemeClr val="dk2"/>
                        </a:solidFill>
                        <a:latin typeface="Arial"/>
                        <a:ea typeface="Arial"/>
                        <a:cs typeface="Arial"/>
                        <a:sym typeface="Arial"/>
                      </a:endParaRPr>
                    </a:p>
                  </a:txBody>
                  <a:tcPr marT="63500" marB="63500" marR="63500" marL="63500">
                    <a:solidFill>
                      <a:schemeClr val="lt1"/>
                    </a:solidFill>
                  </a:tcPr>
                </a:tc>
                <a:tc>
                  <a:txBody>
                    <a:bodyPr/>
                    <a:lstStyle/>
                    <a:p>
                      <a:pPr indent="0" lvl="0" marL="0" marR="0" rtl="0" algn="ctr">
                        <a:lnSpc>
                          <a:spcPct val="115000"/>
                        </a:lnSpc>
                        <a:spcBef>
                          <a:spcPts val="0"/>
                        </a:spcBef>
                        <a:spcAft>
                          <a:spcPts val="0"/>
                        </a:spcAft>
                        <a:buNone/>
                      </a:pPr>
                      <a:r>
                        <a:rPr lang="es-419" sz="1100" u="none" cap="none" strike="noStrike">
                          <a:solidFill>
                            <a:schemeClr val="dk2"/>
                          </a:solidFill>
                          <a:latin typeface="Arial"/>
                          <a:ea typeface="Arial"/>
                          <a:cs typeface="Arial"/>
                          <a:sym typeface="Arial"/>
                        </a:rPr>
                        <a:t>Indica paro momentáneo o estado inicial</a:t>
                      </a:r>
                      <a:endParaRPr sz="1100" u="none" cap="none" strike="noStrike">
                        <a:solidFill>
                          <a:schemeClr val="dk2"/>
                        </a:solidFill>
                        <a:latin typeface="Arial"/>
                        <a:ea typeface="Arial"/>
                        <a:cs typeface="Arial"/>
                        <a:sym typeface="Arial"/>
                      </a:endParaRPr>
                    </a:p>
                  </a:txBody>
                  <a:tcPr marT="63500" marB="63500" marR="63500" marL="63500">
                    <a:solidFill>
                      <a:schemeClr val="lt1"/>
                    </a:solidFill>
                  </a:tcPr>
                </a:tc>
              </a:tr>
              <a:tr h="257150">
                <a:tc>
                  <a:txBody>
                    <a:bodyPr/>
                    <a:lstStyle/>
                    <a:p>
                      <a:pPr indent="0" lvl="0" marL="0" marR="0" rtl="0" algn="ctr">
                        <a:lnSpc>
                          <a:spcPct val="115000"/>
                        </a:lnSpc>
                        <a:spcBef>
                          <a:spcPts val="0"/>
                        </a:spcBef>
                        <a:spcAft>
                          <a:spcPts val="0"/>
                        </a:spcAft>
                        <a:buNone/>
                      </a:pPr>
                      <a:r>
                        <a:rPr lang="es-419" sz="1100" u="none" cap="none" strike="noStrike">
                          <a:solidFill>
                            <a:schemeClr val="dk2"/>
                          </a:solidFill>
                          <a:latin typeface="Arial"/>
                          <a:ea typeface="Arial"/>
                          <a:cs typeface="Arial"/>
                          <a:sym typeface="Arial"/>
                        </a:rPr>
                        <a:t>Lampara de señalización verde</a:t>
                      </a:r>
                      <a:endParaRPr sz="1100" u="none" cap="none" strike="noStrike">
                        <a:solidFill>
                          <a:schemeClr val="dk2"/>
                        </a:solidFill>
                        <a:latin typeface="Arial"/>
                        <a:ea typeface="Arial"/>
                        <a:cs typeface="Arial"/>
                        <a:sym typeface="Arial"/>
                      </a:endParaRPr>
                    </a:p>
                  </a:txBody>
                  <a:tcPr marT="63500" marB="63500" marR="63500" marL="63500">
                    <a:solidFill>
                      <a:schemeClr val="lt1"/>
                    </a:solidFill>
                  </a:tcPr>
                </a:tc>
                <a:tc>
                  <a:txBody>
                    <a:bodyPr/>
                    <a:lstStyle/>
                    <a:p>
                      <a:pPr indent="0" lvl="0" marL="0" marR="0" rtl="0" algn="ctr">
                        <a:lnSpc>
                          <a:spcPct val="115000"/>
                        </a:lnSpc>
                        <a:spcBef>
                          <a:spcPts val="0"/>
                        </a:spcBef>
                        <a:spcAft>
                          <a:spcPts val="0"/>
                        </a:spcAft>
                        <a:buNone/>
                      </a:pPr>
                      <a:r>
                        <a:rPr lang="es-419" sz="1100" u="none" cap="none" strike="noStrike">
                          <a:solidFill>
                            <a:schemeClr val="dk2"/>
                          </a:solidFill>
                          <a:latin typeface="Arial"/>
                          <a:ea typeface="Arial"/>
                          <a:cs typeface="Arial"/>
                          <a:sym typeface="Arial"/>
                        </a:rPr>
                        <a:t>HL2</a:t>
                      </a:r>
                      <a:endParaRPr sz="1100" u="none" cap="none" strike="noStrike">
                        <a:solidFill>
                          <a:schemeClr val="dk2"/>
                        </a:solidFill>
                        <a:latin typeface="Arial"/>
                        <a:ea typeface="Arial"/>
                        <a:cs typeface="Arial"/>
                        <a:sym typeface="Arial"/>
                      </a:endParaRPr>
                    </a:p>
                  </a:txBody>
                  <a:tcPr marT="63500" marB="63500" marR="63500" marL="63500">
                    <a:solidFill>
                      <a:schemeClr val="lt1"/>
                    </a:solidFill>
                  </a:tcPr>
                </a:tc>
                <a:tc>
                  <a:txBody>
                    <a:bodyPr/>
                    <a:lstStyle/>
                    <a:p>
                      <a:pPr indent="0" lvl="0" marL="0" marR="0" rtl="0" algn="ctr">
                        <a:lnSpc>
                          <a:spcPct val="115000"/>
                        </a:lnSpc>
                        <a:spcBef>
                          <a:spcPts val="0"/>
                        </a:spcBef>
                        <a:spcAft>
                          <a:spcPts val="0"/>
                        </a:spcAft>
                        <a:buNone/>
                      </a:pPr>
                      <a:r>
                        <a:rPr lang="es-419" sz="1100" u="none" cap="none" strike="noStrike">
                          <a:solidFill>
                            <a:schemeClr val="dk2"/>
                          </a:solidFill>
                          <a:latin typeface="Arial"/>
                          <a:ea typeface="Arial"/>
                          <a:cs typeface="Arial"/>
                          <a:sym typeface="Arial"/>
                        </a:rPr>
                        <a:t>Indica que la unidad está en ejecución</a:t>
                      </a:r>
                      <a:endParaRPr sz="1100" u="none" cap="none" strike="noStrike">
                        <a:solidFill>
                          <a:schemeClr val="dk2"/>
                        </a:solidFill>
                        <a:latin typeface="Arial"/>
                        <a:ea typeface="Arial"/>
                        <a:cs typeface="Arial"/>
                        <a:sym typeface="Arial"/>
                      </a:endParaRPr>
                    </a:p>
                  </a:txBody>
                  <a:tcPr marT="63500" marB="63500" marR="63500" marL="63500">
                    <a:solidFill>
                      <a:schemeClr val="lt1"/>
                    </a:solidFill>
                  </a:tcPr>
                </a:tc>
              </a:tr>
              <a:tr h="257150">
                <a:tc>
                  <a:txBody>
                    <a:bodyPr/>
                    <a:lstStyle/>
                    <a:p>
                      <a:pPr indent="0" lvl="0" marL="0" marR="0" rtl="0" algn="ctr">
                        <a:lnSpc>
                          <a:spcPct val="115000"/>
                        </a:lnSpc>
                        <a:spcBef>
                          <a:spcPts val="0"/>
                        </a:spcBef>
                        <a:spcAft>
                          <a:spcPts val="0"/>
                        </a:spcAft>
                        <a:buNone/>
                      </a:pPr>
                      <a:r>
                        <a:rPr lang="es-419" sz="1100" u="none" cap="none" strike="noStrike">
                          <a:solidFill>
                            <a:schemeClr val="dk2"/>
                          </a:solidFill>
                          <a:latin typeface="Arial"/>
                          <a:ea typeface="Arial"/>
                          <a:cs typeface="Arial"/>
                          <a:sym typeface="Arial"/>
                        </a:rPr>
                        <a:t>Lampara de señalización roja</a:t>
                      </a:r>
                      <a:endParaRPr sz="1100" u="none" cap="none" strike="noStrike">
                        <a:solidFill>
                          <a:schemeClr val="dk2"/>
                        </a:solidFill>
                        <a:latin typeface="Arial"/>
                        <a:ea typeface="Arial"/>
                        <a:cs typeface="Arial"/>
                        <a:sym typeface="Arial"/>
                      </a:endParaRPr>
                    </a:p>
                  </a:txBody>
                  <a:tcPr marT="63500" marB="63500" marR="63500" marL="63500">
                    <a:solidFill>
                      <a:schemeClr val="lt1"/>
                    </a:solidFill>
                  </a:tcPr>
                </a:tc>
                <a:tc>
                  <a:txBody>
                    <a:bodyPr/>
                    <a:lstStyle/>
                    <a:p>
                      <a:pPr indent="0" lvl="0" marL="0" marR="0" rtl="0" algn="ctr">
                        <a:lnSpc>
                          <a:spcPct val="115000"/>
                        </a:lnSpc>
                        <a:spcBef>
                          <a:spcPts val="0"/>
                        </a:spcBef>
                        <a:spcAft>
                          <a:spcPts val="0"/>
                        </a:spcAft>
                        <a:buNone/>
                      </a:pPr>
                      <a:r>
                        <a:rPr lang="es-419" sz="1100" u="none" cap="none" strike="noStrike">
                          <a:solidFill>
                            <a:schemeClr val="dk2"/>
                          </a:solidFill>
                          <a:latin typeface="Arial"/>
                          <a:ea typeface="Arial"/>
                          <a:cs typeface="Arial"/>
                          <a:sym typeface="Arial"/>
                        </a:rPr>
                        <a:t>HL3</a:t>
                      </a:r>
                      <a:endParaRPr sz="1100" u="none" cap="none" strike="noStrike">
                        <a:solidFill>
                          <a:schemeClr val="dk2"/>
                        </a:solidFill>
                        <a:latin typeface="Arial"/>
                        <a:ea typeface="Arial"/>
                        <a:cs typeface="Arial"/>
                        <a:sym typeface="Arial"/>
                      </a:endParaRPr>
                    </a:p>
                  </a:txBody>
                  <a:tcPr marT="63500" marB="63500" marR="63500" marL="63500">
                    <a:solidFill>
                      <a:schemeClr val="lt1"/>
                    </a:solidFill>
                  </a:tcPr>
                </a:tc>
                <a:tc>
                  <a:txBody>
                    <a:bodyPr/>
                    <a:lstStyle/>
                    <a:p>
                      <a:pPr indent="0" lvl="0" marL="0" marR="0" rtl="0" algn="ctr">
                        <a:lnSpc>
                          <a:spcPct val="115000"/>
                        </a:lnSpc>
                        <a:spcBef>
                          <a:spcPts val="0"/>
                        </a:spcBef>
                        <a:spcAft>
                          <a:spcPts val="0"/>
                        </a:spcAft>
                        <a:buNone/>
                      </a:pPr>
                      <a:r>
                        <a:rPr lang="es-419" sz="1100" u="none" cap="none" strike="noStrike">
                          <a:solidFill>
                            <a:schemeClr val="dk2"/>
                          </a:solidFill>
                          <a:latin typeface="Arial"/>
                          <a:ea typeface="Arial"/>
                          <a:cs typeface="Arial"/>
                          <a:sym typeface="Arial"/>
                        </a:rPr>
                        <a:t>Indica que el proceso ha sido detenido</a:t>
                      </a:r>
                      <a:endParaRPr sz="1100" u="none" cap="none" strike="noStrike">
                        <a:solidFill>
                          <a:schemeClr val="dk2"/>
                        </a:solidFill>
                        <a:latin typeface="Arial"/>
                        <a:ea typeface="Arial"/>
                        <a:cs typeface="Arial"/>
                        <a:sym typeface="Arial"/>
                      </a:endParaRPr>
                    </a:p>
                  </a:txBody>
                  <a:tcPr marT="63500" marB="63500" marR="63500" marL="63500">
                    <a:solidFill>
                      <a:schemeClr val="lt1"/>
                    </a:solidFill>
                  </a:tcPr>
                </a:tc>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35"/>
          <p:cNvSpPr txBox="1"/>
          <p:nvPr/>
        </p:nvSpPr>
        <p:spPr>
          <a:xfrm>
            <a:off x="427612" y="-41032"/>
            <a:ext cx="5566788" cy="535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2"/>
              </a:buClr>
              <a:buSzPts val="2600"/>
              <a:buFont typeface="Raleway"/>
              <a:buNone/>
            </a:pPr>
            <a:r>
              <a:rPr b="1" i="0" lang="es-419" sz="2400" u="none" cap="none" strike="noStrike">
                <a:solidFill>
                  <a:srgbClr val="681800"/>
                </a:solidFill>
                <a:latin typeface="Raleway"/>
                <a:ea typeface="Raleway"/>
                <a:cs typeface="Raleway"/>
                <a:sym typeface="Raleway"/>
              </a:rPr>
              <a:t>GRAFCET: Unidad de Selección</a:t>
            </a:r>
            <a:endParaRPr/>
          </a:p>
        </p:txBody>
      </p:sp>
      <p:pic>
        <p:nvPicPr>
          <p:cNvPr id="369" name="Google Shape;369;p35"/>
          <p:cNvPicPr preferRelativeResize="0"/>
          <p:nvPr/>
        </p:nvPicPr>
        <p:blipFill rotWithShape="1">
          <a:blip r:embed="rId3">
            <a:alphaModFix/>
          </a:blip>
          <a:srcRect b="0" l="0" r="0" t="5542"/>
          <a:stretch/>
        </p:blipFill>
        <p:spPr>
          <a:xfrm>
            <a:off x="713233" y="494168"/>
            <a:ext cx="4995545" cy="4545665"/>
          </a:xfrm>
          <a:prstGeom prst="rect">
            <a:avLst/>
          </a:prstGeom>
          <a:noFill/>
          <a:ln>
            <a:noFill/>
          </a:ln>
        </p:spPr>
      </p:pic>
      <p:pic>
        <p:nvPicPr>
          <p:cNvPr id="370" name="Google Shape;370;p35"/>
          <p:cNvPicPr preferRelativeResize="0"/>
          <p:nvPr/>
        </p:nvPicPr>
        <p:blipFill rotWithShape="1">
          <a:blip r:embed="rId4">
            <a:alphaModFix/>
          </a:blip>
          <a:srcRect b="0" l="0" r="0" t="0"/>
          <a:stretch/>
        </p:blipFill>
        <p:spPr>
          <a:xfrm>
            <a:off x="5718505" y="494169"/>
            <a:ext cx="2840704" cy="2077582"/>
          </a:xfrm>
          <a:prstGeom prst="rect">
            <a:avLst/>
          </a:prstGeom>
          <a:noFill/>
          <a:ln>
            <a:noFill/>
          </a:ln>
        </p:spPr>
      </p:pic>
      <p:pic>
        <p:nvPicPr>
          <p:cNvPr id="371" name="Google Shape;371;p35"/>
          <p:cNvPicPr preferRelativeResize="0"/>
          <p:nvPr/>
        </p:nvPicPr>
        <p:blipFill rotWithShape="1">
          <a:blip r:embed="rId5">
            <a:alphaModFix/>
          </a:blip>
          <a:srcRect b="0" l="0" r="0" t="0"/>
          <a:stretch/>
        </p:blipFill>
        <p:spPr>
          <a:xfrm>
            <a:off x="6424339" y="2699223"/>
            <a:ext cx="2134870" cy="234061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36"/>
          <p:cNvSpPr txBox="1"/>
          <p:nvPr/>
        </p:nvSpPr>
        <p:spPr>
          <a:xfrm>
            <a:off x="427611" y="-41032"/>
            <a:ext cx="7734255" cy="535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2"/>
              </a:buClr>
              <a:buSzPts val="2600"/>
              <a:buFont typeface="Raleway"/>
              <a:buNone/>
            </a:pPr>
            <a:r>
              <a:rPr b="1" i="0" lang="es-419" sz="2400" u="none" cap="none" strike="noStrike">
                <a:solidFill>
                  <a:srgbClr val="681800"/>
                </a:solidFill>
                <a:latin typeface="Raleway"/>
                <a:ea typeface="Raleway"/>
                <a:cs typeface="Raleway"/>
                <a:sym typeface="Raleway"/>
              </a:rPr>
              <a:t>Nombres de referencia: Unidad de Selección</a:t>
            </a:r>
            <a:endParaRPr/>
          </a:p>
        </p:txBody>
      </p:sp>
      <p:graphicFrame>
        <p:nvGraphicFramePr>
          <p:cNvPr id="377" name="Google Shape;377;p36"/>
          <p:cNvGraphicFramePr/>
          <p:nvPr/>
        </p:nvGraphicFramePr>
        <p:xfrm>
          <a:off x="1068355" y="494168"/>
          <a:ext cx="3000000" cy="3000000"/>
        </p:xfrm>
        <a:graphic>
          <a:graphicData uri="http://schemas.openxmlformats.org/drawingml/2006/table">
            <a:tbl>
              <a:tblPr>
                <a:noFill/>
                <a:tableStyleId>{3FF80745-7821-485C-8F53-118708D8D5D8}</a:tableStyleId>
              </a:tblPr>
              <a:tblGrid>
                <a:gridCol w="2252900"/>
                <a:gridCol w="786800"/>
                <a:gridCol w="3413050"/>
              </a:tblGrid>
              <a:tr h="132600">
                <a:tc>
                  <a:txBody>
                    <a:bodyPr/>
                    <a:lstStyle/>
                    <a:p>
                      <a:pPr indent="0" lvl="0" marL="0" marR="0" rtl="0" algn="ctr">
                        <a:lnSpc>
                          <a:spcPct val="115000"/>
                        </a:lnSpc>
                        <a:spcBef>
                          <a:spcPts val="0"/>
                        </a:spcBef>
                        <a:spcAft>
                          <a:spcPts val="0"/>
                        </a:spcAft>
                        <a:buNone/>
                      </a:pPr>
                      <a:r>
                        <a:rPr b="1" lang="es-419" sz="1100" u="none" cap="none" strike="noStrike">
                          <a:solidFill>
                            <a:schemeClr val="lt1"/>
                          </a:solidFill>
                        </a:rPr>
                        <a:t>Sensor/actuador</a:t>
                      </a:r>
                      <a:endParaRPr b="1" sz="1100" u="none" cap="none" strike="noStrike">
                        <a:solidFill>
                          <a:schemeClr val="lt1"/>
                        </a:solidFill>
                        <a:latin typeface="Arial"/>
                        <a:ea typeface="Arial"/>
                        <a:cs typeface="Arial"/>
                        <a:sym typeface="Arial"/>
                      </a:endParaRPr>
                    </a:p>
                  </a:txBody>
                  <a:tcPr marT="26575" marB="26575" marR="26575" marL="26575">
                    <a:solidFill>
                      <a:srgbClr val="14285A"/>
                    </a:solidFill>
                  </a:tcPr>
                </a:tc>
                <a:tc>
                  <a:txBody>
                    <a:bodyPr/>
                    <a:lstStyle/>
                    <a:p>
                      <a:pPr indent="0" lvl="0" marL="0" marR="0" rtl="0" algn="ctr">
                        <a:lnSpc>
                          <a:spcPct val="115000"/>
                        </a:lnSpc>
                        <a:spcBef>
                          <a:spcPts val="0"/>
                        </a:spcBef>
                        <a:spcAft>
                          <a:spcPts val="0"/>
                        </a:spcAft>
                        <a:buNone/>
                      </a:pPr>
                      <a:r>
                        <a:rPr b="1" lang="es-419" sz="1100" u="none" cap="none" strike="noStrike">
                          <a:solidFill>
                            <a:schemeClr val="lt1"/>
                          </a:solidFill>
                        </a:rPr>
                        <a:t>Nombre </a:t>
                      </a:r>
                      <a:endParaRPr b="1" sz="1100" u="none" cap="none" strike="noStrike">
                        <a:solidFill>
                          <a:schemeClr val="lt1"/>
                        </a:solidFill>
                        <a:latin typeface="Arial"/>
                        <a:ea typeface="Arial"/>
                        <a:cs typeface="Arial"/>
                        <a:sym typeface="Arial"/>
                      </a:endParaRPr>
                    </a:p>
                  </a:txBody>
                  <a:tcPr marT="26575" marB="26575" marR="26575" marL="26575">
                    <a:solidFill>
                      <a:srgbClr val="14285A"/>
                    </a:solidFill>
                  </a:tcPr>
                </a:tc>
                <a:tc>
                  <a:txBody>
                    <a:bodyPr/>
                    <a:lstStyle/>
                    <a:p>
                      <a:pPr indent="0" lvl="0" marL="0" marR="0" rtl="0" algn="ctr">
                        <a:lnSpc>
                          <a:spcPct val="115000"/>
                        </a:lnSpc>
                        <a:spcBef>
                          <a:spcPts val="0"/>
                        </a:spcBef>
                        <a:spcAft>
                          <a:spcPts val="0"/>
                        </a:spcAft>
                        <a:buNone/>
                      </a:pPr>
                      <a:r>
                        <a:rPr b="1" lang="es-419" sz="1100" u="none" cap="none" strike="noStrike">
                          <a:solidFill>
                            <a:schemeClr val="lt1"/>
                          </a:solidFill>
                          <a:latin typeface="Arial"/>
                          <a:ea typeface="Arial"/>
                          <a:cs typeface="Arial"/>
                          <a:sym typeface="Arial"/>
                        </a:rPr>
                        <a:t>Descripción</a:t>
                      </a:r>
                      <a:endParaRPr b="1" sz="1100" u="none" cap="none" strike="noStrike">
                        <a:solidFill>
                          <a:schemeClr val="lt1"/>
                        </a:solidFill>
                        <a:latin typeface="Arial"/>
                        <a:ea typeface="Arial"/>
                        <a:cs typeface="Arial"/>
                        <a:sym typeface="Arial"/>
                      </a:endParaRPr>
                    </a:p>
                  </a:txBody>
                  <a:tcPr marT="26575" marB="26575" marR="26575" marL="26575">
                    <a:solidFill>
                      <a:srgbClr val="14285A"/>
                    </a:solidFill>
                  </a:tcPr>
                </a:tc>
              </a:tr>
              <a:tr h="286800">
                <a:tc>
                  <a:txBody>
                    <a:bodyPr/>
                    <a:lstStyle/>
                    <a:p>
                      <a:pPr indent="0" lvl="0" marL="0" marR="0" rtl="0" algn="ctr">
                        <a:lnSpc>
                          <a:spcPct val="115000"/>
                        </a:lnSpc>
                        <a:spcBef>
                          <a:spcPts val="0"/>
                        </a:spcBef>
                        <a:spcAft>
                          <a:spcPts val="0"/>
                        </a:spcAft>
                        <a:buNone/>
                      </a:pPr>
                      <a:r>
                        <a:rPr lang="es-419" sz="1100" u="none" cap="none" strike="noStrike">
                          <a:solidFill>
                            <a:schemeClr val="dk2"/>
                          </a:solidFill>
                        </a:rPr>
                        <a:t> Sensor de Objetos</a:t>
                      </a:r>
                      <a:endParaRPr sz="1100" u="none" cap="none" strike="noStrike">
                        <a:solidFill>
                          <a:schemeClr val="dk2"/>
                        </a:solidFill>
                        <a:latin typeface="Arial"/>
                        <a:ea typeface="Arial"/>
                        <a:cs typeface="Arial"/>
                        <a:sym typeface="Arial"/>
                      </a:endParaRPr>
                    </a:p>
                  </a:txBody>
                  <a:tcPr marT="26575" marB="26575" marR="26575" marL="26575"/>
                </a:tc>
                <a:tc>
                  <a:txBody>
                    <a:bodyPr/>
                    <a:lstStyle/>
                    <a:p>
                      <a:pPr indent="0" lvl="0" marL="0" marR="0" rtl="0" algn="ctr">
                        <a:lnSpc>
                          <a:spcPct val="115000"/>
                        </a:lnSpc>
                        <a:spcBef>
                          <a:spcPts val="0"/>
                        </a:spcBef>
                        <a:spcAft>
                          <a:spcPts val="0"/>
                        </a:spcAft>
                        <a:buNone/>
                      </a:pPr>
                      <a:r>
                        <a:rPr lang="es-419" sz="1100" u="none" cap="none" strike="noStrike">
                          <a:solidFill>
                            <a:schemeClr val="dk2"/>
                          </a:solidFill>
                        </a:rPr>
                        <a:t> SO</a:t>
                      </a:r>
                      <a:endParaRPr sz="1100" u="none" cap="none" strike="noStrike">
                        <a:solidFill>
                          <a:schemeClr val="dk2"/>
                        </a:solidFill>
                        <a:latin typeface="Arial"/>
                        <a:ea typeface="Arial"/>
                        <a:cs typeface="Arial"/>
                        <a:sym typeface="Arial"/>
                      </a:endParaRPr>
                    </a:p>
                  </a:txBody>
                  <a:tcPr marT="26575" marB="26575" marR="26575" marL="26575"/>
                </a:tc>
                <a:tc>
                  <a:txBody>
                    <a:bodyPr/>
                    <a:lstStyle/>
                    <a:p>
                      <a:pPr indent="0" lvl="0" marL="0" marR="0" rtl="0" algn="ctr">
                        <a:lnSpc>
                          <a:spcPct val="115000"/>
                        </a:lnSpc>
                        <a:spcBef>
                          <a:spcPts val="0"/>
                        </a:spcBef>
                        <a:spcAft>
                          <a:spcPts val="0"/>
                        </a:spcAft>
                        <a:buNone/>
                      </a:pPr>
                      <a:r>
                        <a:rPr lang="es-419" sz="1100" u="none" cap="none" strike="noStrike">
                          <a:solidFill>
                            <a:schemeClr val="dk2"/>
                          </a:solidFill>
                        </a:rPr>
                        <a:t>Detecta la presencia de materiales en la unidad</a:t>
                      </a:r>
                      <a:endParaRPr sz="1100" u="none" cap="none" strike="noStrike">
                        <a:solidFill>
                          <a:schemeClr val="dk2"/>
                        </a:solidFill>
                        <a:latin typeface="Arial"/>
                        <a:ea typeface="Arial"/>
                        <a:cs typeface="Arial"/>
                        <a:sym typeface="Arial"/>
                      </a:endParaRPr>
                    </a:p>
                  </a:txBody>
                  <a:tcPr marT="26575" marB="26575" marR="26575" marL="26575"/>
                </a:tc>
              </a:tr>
              <a:tr h="206550">
                <a:tc>
                  <a:txBody>
                    <a:bodyPr/>
                    <a:lstStyle/>
                    <a:p>
                      <a:pPr indent="0" lvl="0" marL="0" marR="0" rtl="0" algn="ctr">
                        <a:lnSpc>
                          <a:spcPct val="115000"/>
                        </a:lnSpc>
                        <a:spcBef>
                          <a:spcPts val="0"/>
                        </a:spcBef>
                        <a:spcAft>
                          <a:spcPts val="0"/>
                        </a:spcAft>
                        <a:buNone/>
                      </a:pPr>
                      <a:r>
                        <a:rPr lang="es-419" sz="1100" u="none" cap="none" strike="noStrike">
                          <a:solidFill>
                            <a:schemeClr val="dk2"/>
                          </a:solidFill>
                        </a:rPr>
                        <a:t>Sensor Fotoeléctrico </a:t>
                      </a:r>
                      <a:endParaRPr sz="1100" u="none" cap="none" strike="noStrike">
                        <a:solidFill>
                          <a:schemeClr val="dk2"/>
                        </a:solidFill>
                        <a:latin typeface="Arial"/>
                        <a:ea typeface="Arial"/>
                        <a:cs typeface="Arial"/>
                        <a:sym typeface="Arial"/>
                      </a:endParaRPr>
                    </a:p>
                  </a:txBody>
                  <a:tcPr marT="26575" marB="26575" marR="26575" marL="26575"/>
                </a:tc>
                <a:tc>
                  <a:txBody>
                    <a:bodyPr/>
                    <a:lstStyle/>
                    <a:p>
                      <a:pPr indent="0" lvl="0" marL="0" marR="0" rtl="0" algn="ctr">
                        <a:lnSpc>
                          <a:spcPct val="115000"/>
                        </a:lnSpc>
                        <a:spcBef>
                          <a:spcPts val="0"/>
                        </a:spcBef>
                        <a:spcAft>
                          <a:spcPts val="0"/>
                        </a:spcAft>
                        <a:buNone/>
                      </a:pPr>
                      <a:r>
                        <a:rPr lang="es-419" sz="1100" u="none" cap="none" strike="noStrike">
                          <a:solidFill>
                            <a:schemeClr val="dk2"/>
                          </a:solidFill>
                        </a:rPr>
                        <a:t>SI</a:t>
                      </a:r>
                      <a:endParaRPr sz="1100" u="none" cap="none" strike="noStrike">
                        <a:solidFill>
                          <a:schemeClr val="dk2"/>
                        </a:solidFill>
                        <a:latin typeface="Arial"/>
                        <a:ea typeface="Arial"/>
                        <a:cs typeface="Arial"/>
                        <a:sym typeface="Arial"/>
                      </a:endParaRPr>
                    </a:p>
                  </a:txBody>
                  <a:tcPr marT="26575" marB="26575" marR="26575" marL="26575"/>
                </a:tc>
                <a:tc>
                  <a:txBody>
                    <a:bodyPr/>
                    <a:lstStyle/>
                    <a:p>
                      <a:pPr indent="0" lvl="0" marL="0" marR="0" rtl="0" algn="ctr">
                        <a:lnSpc>
                          <a:spcPct val="115000"/>
                        </a:lnSpc>
                        <a:spcBef>
                          <a:spcPts val="0"/>
                        </a:spcBef>
                        <a:spcAft>
                          <a:spcPts val="0"/>
                        </a:spcAft>
                        <a:buNone/>
                      </a:pPr>
                      <a:r>
                        <a:rPr lang="es-419" sz="1100" u="none" cap="none" strike="noStrike">
                          <a:solidFill>
                            <a:schemeClr val="dk2"/>
                          </a:solidFill>
                        </a:rPr>
                        <a:t>Ayuda en la selección del tipo de material </a:t>
                      </a:r>
                      <a:endParaRPr sz="1100" u="none" cap="none" strike="noStrike">
                        <a:solidFill>
                          <a:schemeClr val="dk2"/>
                        </a:solidFill>
                        <a:latin typeface="Arial"/>
                        <a:ea typeface="Arial"/>
                        <a:cs typeface="Arial"/>
                        <a:sym typeface="Arial"/>
                      </a:endParaRPr>
                    </a:p>
                  </a:txBody>
                  <a:tcPr marT="26575" marB="26575" marR="26575" marL="26575"/>
                </a:tc>
              </a:tr>
              <a:tr h="206550">
                <a:tc>
                  <a:txBody>
                    <a:bodyPr/>
                    <a:lstStyle/>
                    <a:p>
                      <a:pPr indent="0" lvl="0" marL="0" marR="0" rtl="0" algn="ctr">
                        <a:lnSpc>
                          <a:spcPct val="115000"/>
                        </a:lnSpc>
                        <a:spcBef>
                          <a:spcPts val="0"/>
                        </a:spcBef>
                        <a:spcAft>
                          <a:spcPts val="0"/>
                        </a:spcAft>
                        <a:buNone/>
                      </a:pPr>
                      <a:r>
                        <a:rPr lang="es-419" sz="1100" u="none" cap="none" strike="noStrike">
                          <a:solidFill>
                            <a:schemeClr val="dk2"/>
                          </a:solidFill>
                        </a:rPr>
                        <a:t>Sensor Magnético</a:t>
                      </a:r>
                      <a:endParaRPr sz="1100" u="none" cap="none" strike="noStrike">
                        <a:solidFill>
                          <a:schemeClr val="dk2"/>
                        </a:solidFill>
                        <a:latin typeface="Arial"/>
                        <a:ea typeface="Arial"/>
                        <a:cs typeface="Arial"/>
                        <a:sym typeface="Arial"/>
                      </a:endParaRPr>
                    </a:p>
                  </a:txBody>
                  <a:tcPr marT="26575" marB="26575" marR="26575" marL="26575"/>
                </a:tc>
                <a:tc>
                  <a:txBody>
                    <a:bodyPr/>
                    <a:lstStyle/>
                    <a:p>
                      <a:pPr indent="0" lvl="0" marL="0" marR="0" rtl="0" algn="ctr">
                        <a:lnSpc>
                          <a:spcPct val="115000"/>
                        </a:lnSpc>
                        <a:spcBef>
                          <a:spcPts val="0"/>
                        </a:spcBef>
                        <a:spcAft>
                          <a:spcPts val="0"/>
                        </a:spcAft>
                        <a:buNone/>
                      </a:pPr>
                      <a:r>
                        <a:rPr lang="es-419" sz="1100" u="none" cap="none" strike="noStrike">
                          <a:solidFill>
                            <a:schemeClr val="dk2"/>
                          </a:solidFill>
                        </a:rPr>
                        <a:t>SM</a:t>
                      </a:r>
                      <a:endParaRPr sz="1100" u="none" cap="none" strike="noStrike">
                        <a:solidFill>
                          <a:schemeClr val="dk2"/>
                        </a:solidFill>
                        <a:latin typeface="Arial"/>
                        <a:ea typeface="Arial"/>
                        <a:cs typeface="Arial"/>
                        <a:sym typeface="Arial"/>
                      </a:endParaRPr>
                    </a:p>
                  </a:txBody>
                  <a:tcPr marT="26575" marB="26575" marR="26575" marL="26575"/>
                </a:tc>
                <a:tc>
                  <a:txBody>
                    <a:bodyPr/>
                    <a:lstStyle/>
                    <a:p>
                      <a:pPr indent="0" lvl="0" marL="0" marR="0" rtl="0" algn="ctr">
                        <a:lnSpc>
                          <a:spcPct val="115000"/>
                        </a:lnSpc>
                        <a:spcBef>
                          <a:spcPts val="0"/>
                        </a:spcBef>
                        <a:spcAft>
                          <a:spcPts val="0"/>
                        </a:spcAft>
                        <a:buNone/>
                      </a:pPr>
                      <a:r>
                        <a:rPr lang="es-419" sz="1100" u="none" cap="none" strike="noStrike">
                          <a:solidFill>
                            <a:schemeClr val="dk2"/>
                          </a:solidFill>
                        </a:rPr>
                        <a:t>Ayuda en la selección del tipo de material </a:t>
                      </a:r>
                      <a:endParaRPr sz="1100" u="none" cap="none" strike="noStrike">
                        <a:solidFill>
                          <a:schemeClr val="dk2"/>
                        </a:solidFill>
                        <a:latin typeface="Arial"/>
                        <a:ea typeface="Arial"/>
                        <a:cs typeface="Arial"/>
                        <a:sym typeface="Arial"/>
                      </a:endParaRPr>
                    </a:p>
                  </a:txBody>
                  <a:tcPr marT="26575" marB="26575" marR="26575" marL="26575"/>
                </a:tc>
              </a:tr>
              <a:tr h="206550">
                <a:tc>
                  <a:txBody>
                    <a:bodyPr/>
                    <a:lstStyle/>
                    <a:p>
                      <a:pPr indent="0" lvl="0" marL="0" marR="0" rtl="0" algn="ctr">
                        <a:lnSpc>
                          <a:spcPct val="115000"/>
                        </a:lnSpc>
                        <a:spcBef>
                          <a:spcPts val="0"/>
                        </a:spcBef>
                        <a:spcAft>
                          <a:spcPts val="0"/>
                        </a:spcAft>
                        <a:buNone/>
                      </a:pPr>
                      <a:r>
                        <a:rPr lang="es-419" sz="1100" u="none" cap="none" strike="noStrike">
                          <a:solidFill>
                            <a:schemeClr val="dk2"/>
                          </a:solidFill>
                        </a:rPr>
                        <a:t>Sensor Magnético del cilindro 1</a:t>
                      </a:r>
                      <a:endParaRPr sz="1100" u="none" cap="none" strike="noStrike">
                        <a:solidFill>
                          <a:schemeClr val="dk2"/>
                        </a:solidFill>
                        <a:latin typeface="Arial"/>
                        <a:ea typeface="Arial"/>
                        <a:cs typeface="Arial"/>
                        <a:sym typeface="Arial"/>
                      </a:endParaRPr>
                    </a:p>
                  </a:txBody>
                  <a:tcPr marT="26575" marB="26575" marR="26575" marL="26575"/>
                </a:tc>
                <a:tc>
                  <a:txBody>
                    <a:bodyPr/>
                    <a:lstStyle/>
                    <a:p>
                      <a:pPr indent="0" lvl="0" marL="0" marR="0" rtl="0" algn="ctr">
                        <a:lnSpc>
                          <a:spcPct val="115000"/>
                        </a:lnSpc>
                        <a:spcBef>
                          <a:spcPts val="0"/>
                        </a:spcBef>
                        <a:spcAft>
                          <a:spcPts val="0"/>
                        </a:spcAft>
                        <a:buNone/>
                      </a:pPr>
                      <a:r>
                        <a:rPr lang="es-419" sz="1100" u="none" cap="none" strike="noStrike">
                          <a:solidFill>
                            <a:schemeClr val="dk2"/>
                          </a:solidFill>
                        </a:rPr>
                        <a:t>S1</a:t>
                      </a:r>
                      <a:endParaRPr sz="1100" u="none" cap="none" strike="noStrike">
                        <a:solidFill>
                          <a:schemeClr val="dk2"/>
                        </a:solidFill>
                        <a:latin typeface="Arial"/>
                        <a:ea typeface="Arial"/>
                        <a:cs typeface="Arial"/>
                        <a:sym typeface="Arial"/>
                      </a:endParaRPr>
                    </a:p>
                  </a:txBody>
                  <a:tcPr marT="26575" marB="26575" marR="26575" marL="26575"/>
                </a:tc>
                <a:tc>
                  <a:txBody>
                    <a:bodyPr/>
                    <a:lstStyle/>
                    <a:p>
                      <a:pPr indent="0" lvl="0" marL="0" marR="0" rtl="0" algn="ctr">
                        <a:lnSpc>
                          <a:spcPct val="115000"/>
                        </a:lnSpc>
                        <a:spcBef>
                          <a:spcPts val="0"/>
                        </a:spcBef>
                        <a:spcAft>
                          <a:spcPts val="0"/>
                        </a:spcAft>
                        <a:buNone/>
                      </a:pPr>
                      <a:r>
                        <a:rPr lang="es-419" sz="1100" u="none" cap="none" strike="noStrike">
                          <a:solidFill>
                            <a:schemeClr val="dk2"/>
                          </a:solidFill>
                        </a:rPr>
                        <a:t>Sensor indicador de retorno del cilindro</a:t>
                      </a:r>
                      <a:endParaRPr sz="1100" u="none" cap="none" strike="noStrike">
                        <a:solidFill>
                          <a:schemeClr val="dk2"/>
                        </a:solidFill>
                        <a:latin typeface="Arial"/>
                        <a:ea typeface="Arial"/>
                        <a:cs typeface="Arial"/>
                        <a:sym typeface="Arial"/>
                      </a:endParaRPr>
                    </a:p>
                  </a:txBody>
                  <a:tcPr marT="26575" marB="26575" marR="26575" marL="26575"/>
                </a:tc>
              </a:tr>
              <a:tr h="206550">
                <a:tc>
                  <a:txBody>
                    <a:bodyPr/>
                    <a:lstStyle/>
                    <a:p>
                      <a:pPr indent="0" lvl="0" marL="0" marR="0" rtl="0" algn="ctr">
                        <a:lnSpc>
                          <a:spcPct val="115000"/>
                        </a:lnSpc>
                        <a:spcBef>
                          <a:spcPts val="0"/>
                        </a:spcBef>
                        <a:spcAft>
                          <a:spcPts val="0"/>
                        </a:spcAft>
                        <a:buNone/>
                      </a:pPr>
                      <a:r>
                        <a:rPr lang="es-419" sz="1100" u="none" cap="none" strike="noStrike">
                          <a:solidFill>
                            <a:schemeClr val="dk2"/>
                          </a:solidFill>
                        </a:rPr>
                        <a:t>Sensor Magnético del cilindro 2</a:t>
                      </a:r>
                      <a:endParaRPr sz="1100" u="none" cap="none" strike="noStrike">
                        <a:solidFill>
                          <a:schemeClr val="dk2"/>
                        </a:solidFill>
                        <a:latin typeface="Arial"/>
                        <a:ea typeface="Arial"/>
                        <a:cs typeface="Arial"/>
                        <a:sym typeface="Arial"/>
                      </a:endParaRPr>
                    </a:p>
                  </a:txBody>
                  <a:tcPr marT="26575" marB="26575" marR="26575" marL="26575"/>
                </a:tc>
                <a:tc>
                  <a:txBody>
                    <a:bodyPr/>
                    <a:lstStyle/>
                    <a:p>
                      <a:pPr indent="0" lvl="0" marL="0" marR="0" rtl="0" algn="ctr">
                        <a:lnSpc>
                          <a:spcPct val="115000"/>
                        </a:lnSpc>
                        <a:spcBef>
                          <a:spcPts val="0"/>
                        </a:spcBef>
                        <a:spcAft>
                          <a:spcPts val="0"/>
                        </a:spcAft>
                        <a:buNone/>
                      </a:pPr>
                      <a:r>
                        <a:rPr lang="es-419" sz="1100" u="none" cap="none" strike="noStrike">
                          <a:solidFill>
                            <a:schemeClr val="dk2"/>
                          </a:solidFill>
                        </a:rPr>
                        <a:t>S2</a:t>
                      </a:r>
                      <a:endParaRPr sz="1100" u="none" cap="none" strike="noStrike">
                        <a:solidFill>
                          <a:schemeClr val="dk2"/>
                        </a:solidFill>
                        <a:latin typeface="Arial"/>
                        <a:ea typeface="Arial"/>
                        <a:cs typeface="Arial"/>
                        <a:sym typeface="Arial"/>
                      </a:endParaRPr>
                    </a:p>
                  </a:txBody>
                  <a:tcPr marT="26575" marB="26575" marR="26575" marL="26575"/>
                </a:tc>
                <a:tc>
                  <a:txBody>
                    <a:bodyPr/>
                    <a:lstStyle/>
                    <a:p>
                      <a:pPr indent="0" lvl="0" marL="0" marR="0" rtl="0" algn="ctr">
                        <a:lnSpc>
                          <a:spcPct val="115000"/>
                        </a:lnSpc>
                        <a:spcBef>
                          <a:spcPts val="0"/>
                        </a:spcBef>
                        <a:spcAft>
                          <a:spcPts val="0"/>
                        </a:spcAft>
                        <a:buNone/>
                      </a:pPr>
                      <a:r>
                        <a:rPr lang="es-419" sz="1100" u="none" cap="none" strike="noStrike">
                          <a:solidFill>
                            <a:schemeClr val="dk2"/>
                          </a:solidFill>
                        </a:rPr>
                        <a:t>Sensor indicador de retorno del cilindro</a:t>
                      </a:r>
                      <a:endParaRPr sz="1100" u="none" cap="none" strike="noStrike">
                        <a:solidFill>
                          <a:schemeClr val="dk2"/>
                        </a:solidFill>
                        <a:latin typeface="Arial"/>
                        <a:ea typeface="Arial"/>
                        <a:cs typeface="Arial"/>
                        <a:sym typeface="Arial"/>
                      </a:endParaRPr>
                    </a:p>
                  </a:txBody>
                  <a:tcPr marT="26575" marB="26575" marR="26575" marL="26575"/>
                </a:tc>
              </a:tr>
              <a:tr h="206550">
                <a:tc>
                  <a:txBody>
                    <a:bodyPr/>
                    <a:lstStyle/>
                    <a:p>
                      <a:pPr indent="0" lvl="0" marL="0" marR="0" rtl="0" algn="ctr">
                        <a:lnSpc>
                          <a:spcPct val="115000"/>
                        </a:lnSpc>
                        <a:spcBef>
                          <a:spcPts val="0"/>
                        </a:spcBef>
                        <a:spcAft>
                          <a:spcPts val="0"/>
                        </a:spcAft>
                        <a:buNone/>
                      </a:pPr>
                      <a:r>
                        <a:rPr lang="es-419" sz="1100" u="none" cap="none" strike="noStrike">
                          <a:solidFill>
                            <a:schemeClr val="dk2"/>
                          </a:solidFill>
                        </a:rPr>
                        <a:t>Sensor Magnético del cilindro 3</a:t>
                      </a:r>
                      <a:endParaRPr sz="1100" u="none" cap="none" strike="noStrike">
                        <a:solidFill>
                          <a:schemeClr val="dk2"/>
                        </a:solidFill>
                        <a:latin typeface="Arial"/>
                        <a:ea typeface="Arial"/>
                        <a:cs typeface="Arial"/>
                        <a:sym typeface="Arial"/>
                      </a:endParaRPr>
                    </a:p>
                  </a:txBody>
                  <a:tcPr marT="26575" marB="26575" marR="26575" marL="26575"/>
                </a:tc>
                <a:tc>
                  <a:txBody>
                    <a:bodyPr/>
                    <a:lstStyle/>
                    <a:p>
                      <a:pPr indent="0" lvl="0" marL="0" marR="0" rtl="0" algn="ctr">
                        <a:lnSpc>
                          <a:spcPct val="115000"/>
                        </a:lnSpc>
                        <a:spcBef>
                          <a:spcPts val="0"/>
                        </a:spcBef>
                        <a:spcAft>
                          <a:spcPts val="0"/>
                        </a:spcAft>
                        <a:buNone/>
                      </a:pPr>
                      <a:r>
                        <a:rPr lang="es-419" sz="1100" u="none" cap="none" strike="noStrike">
                          <a:solidFill>
                            <a:schemeClr val="dk2"/>
                          </a:solidFill>
                        </a:rPr>
                        <a:t>S3</a:t>
                      </a:r>
                      <a:endParaRPr sz="1100" u="none" cap="none" strike="noStrike">
                        <a:solidFill>
                          <a:schemeClr val="dk2"/>
                        </a:solidFill>
                        <a:latin typeface="Arial"/>
                        <a:ea typeface="Arial"/>
                        <a:cs typeface="Arial"/>
                        <a:sym typeface="Arial"/>
                      </a:endParaRPr>
                    </a:p>
                  </a:txBody>
                  <a:tcPr marT="26575" marB="26575" marR="26575" marL="26575"/>
                </a:tc>
                <a:tc>
                  <a:txBody>
                    <a:bodyPr/>
                    <a:lstStyle/>
                    <a:p>
                      <a:pPr indent="0" lvl="0" marL="0" marR="0" rtl="0" algn="ctr">
                        <a:lnSpc>
                          <a:spcPct val="115000"/>
                        </a:lnSpc>
                        <a:spcBef>
                          <a:spcPts val="0"/>
                        </a:spcBef>
                        <a:spcAft>
                          <a:spcPts val="0"/>
                        </a:spcAft>
                        <a:buNone/>
                      </a:pPr>
                      <a:r>
                        <a:rPr lang="es-419" sz="1100" u="none" cap="none" strike="noStrike">
                          <a:solidFill>
                            <a:schemeClr val="dk2"/>
                          </a:solidFill>
                        </a:rPr>
                        <a:t>Sensor indicador de retorno del cilindro</a:t>
                      </a:r>
                      <a:endParaRPr sz="1100" u="none" cap="none" strike="noStrike">
                        <a:solidFill>
                          <a:schemeClr val="dk2"/>
                        </a:solidFill>
                        <a:latin typeface="Arial"/>
                        <a:ea typeface="Arial"/>
                        <a:cs typeface="Arial"/>
                        <a:sym typeface="Arial"/>
                      </a:endParaRPr>
                    </a:p>
                  </a:txBody>
                  <a:tcPr marT="26575" marB="26575" marR="26575" marL="26575"/>
                </a:tc>
              </a:tr>
              <a:tr h="206550">
                <a:tc>
                  <a:txBody>
                    <a:bodyPr/>
                    <a:lstStyle/>
                    <a:p>
                      <a:pPr indent="0" lvl="0" marL="0" marR="0" rtl="0" algn="ctr">
                        <a:lnSpc>
                          <a:spcPct val="115000"/>
                        </a:lnSpc>
                        <a:spcBef>
                          <a:spcPts val="0"/>
                        </a:spcBef>
                        <a:spcAft>
                          <a:spcPts val="0"/>
                        </a:spcAft>
                        <a:buNone/>
                      </a:pPr>
                      <a:r>
                        <a:rPr lang="es-419" sz="1100" u="none" cap="none" strike="noStrike">
                          <a:solidFill>
                            <a:schemeClr val="dk2"/>
                          </a:solidFill>
                        </a:rPr>
                        <a:t>Selector </a:t>
                      </a:r>
                      <a:endParaRPr sz="1100" u="none" cap="none" strike="noStrike">
                        <a:solidFill>
                          <a:schemeClr val="dk2"/>
                        </a:solidFill>
                        <a:latin typeface="Arial"/>
                        <a:ea typeface="Arial"/>
                        <a:cs typeface="Arial"/>
                        <a:sym typeface="Arial"/>
                      </a:endParaRPr>
                    </a:p>
                  </a:txBody>
                  <a:tcPr marT="26575" marB="26575" marR="26575" marL="26575"/>
                </a:tc>
                <a:tc>
                  <a:txBody>
                    <a:bodyPr/>
                    <a:lstStyle/>
                    <a:p>
                      <a:pPr indent="0" lvl="0" marL="0" marR="0" rtl="0" algn="ctr">
                        <a:lnSpc>
                          <a:spcPct val="115000"/>
                        </a:lnSpc>
                        <a:spcBef>
                          <a:spcPts val="0"/>
                        </a:spcBef>
                        <a:spcAft>
                          <a:spcPts val="0"/>
                        </a:spcAft>
                        <a:buNone/>
                      </a:pPr>
                      <a:r>
                        <a:rPr lang="es-419" sz="1100" u="none" cap="none" strike="noStrike">
                          <a:solidFill>
                            <a:schemeClr val="dk2"/>
                          </a:solidFill>
                        </a:rPr>
                        <a:t>SA</a:t>
                      </a:r>
                      <a:endParaRPr sz="1100" u="none" cap="none" strike="noStrike">
                        <a:solidFill>
                          <a:schemeClr val="dk2"/>
                        </a:solidFill>
                        <a:latin typeface="Arial"/>
                        <a:ea typeface="Arial"/>
                        <a:cs typeface="Arial"/>
                        <a:sym typeface="Arial"/>
                      </a:endParaRPr>
                    </a:p>
                  </a:txBody>
                  <a:tcPr marT="26575" marB="26575" marR="26575" marL="26575"/>
                </a:tc>
                <a:tc>
                  <a:txBody>
                    <a:bodyPr/>
                    <a:lstStyle/>
                    <a:p>
                      <a:pPr indent="0" lvl="0" marL="0" marR="0" rtl="0" algn="ctr">
                        <a:lnSpc>
                          <a:spcPct val="115000"/>
                        </a:lnSpc>
                        <a:spcBef>
                          <a:spcPts val="0"/>
                        </a:spcBef>
                        <a:spcAft>
                          <a:spcPts val="0"/>
                        </a:spcAft>
                        <a:buNone/>
                      </a:pPr>
                      <a:r>
                        <a:rPr lang="es-419" sz="1100" u="none" cap="none" strike="noStrike">
                          <a:solidFill>
                            <a:schemeClr val="dk2"/>
                          </a:solidFill>
                        </a:rPr>
                        <a:t>Selecciona modo manual o modo automático</a:t>
                      </a:r>
                      <a:endParaRPr sz="1100" u="none" cap="none" strike="noStrike">
                        <a:solidFill>
                          <a:schemeClr val="dk2"/>
                        </a:solidFill>
                        <a:latin typeface="Arial"/>
                        <a:ea typeface="Arial"/>
                        <a:cs typeface="Arial"/>
                        <a:sym typeface="Arial"/>
                      </a:endParaRPr>
                    </a:p>
                  </a:txBody>
                  <a:tcPr marT="26575" marB="26575" marR="26575" marL="26575"/>
                </a:tc>
              </a:tr>
              <a:tr h="206550">
                <a:tc>
                  <a:txBody>
                    <a:bodyPr/>
                    <a:lstStyle/>
                    <a:p>
                      <a:pPr indent="0" lvl="0" marL="0" marR="0" rtl="0" algn="ctr">
                        <a:lnSpc>
                          <a:spcPct val="115000"/>
                        </a:lnSpc>
                        <a:spcBef>
                          <a:spcPts val="0"/>
                        </a:spcBef>
                        <a:spcAft>
                          <a:spcPts val="0"/>
                        </a:spcAft>
                        <a:buNone/>
                      </a:pPr>
                      <a:r>
                        <a:rPr lang="es-419" sz="1100" u="none" cap="none" strike="noStrike">
                          <a:solidFill>
                            <a:schemeClr val="dk2"/>
                          </a:solidFill>
                        </a:rPr>
                        <a:t>Parada de Emergencia</a:t>
                      </a:r>
                      <a:endParaRPr sz="1100" u="none" cap="none" strike="noStrike">
                        <a:solidFill>
                          <a:schemeClr val="dk2"/>
                        </a:solidFill>
                        <a:latin typeface="Arial"/>
                        <a:ea typeface="Arial"/>
                        <a:cs typeface="Arial"/>
                        <a:sym typeface="Arial"/>
                      </a:endParaRPr>
                    </a:p>
                  </a:txBody>
                  <a:tcPr marT="26575" marB="26575" marR="26575" marL="26575"/>
                </a:tc>
                <a:tc>
                  <a:txBody>
                    <a:bodyPr/>
                    <a:lstStyle/>
                    <a:p>
                      <a:pPr indent="0" lvl="0" marL="0" marR="0" rtl="0" algn="ctr">
                        <a:lnSpc>
                          <a:spcPct val="115000"/>
                        </a:lnSpc>
                        <a:spcBef>
                          <a:spcPts val="0"/>
                        </a:spcBef>
                        <a:spcAft>
                          <a:spcPts val="0"/>
                        </a:spcAft>
                        <a:buNone/>
                      </a:pPr>
                      <a:r>
                        <a:rPr lang="es-419" sz="1100" u="none" cap="none" strike="noStrike">
                          <a:solidFill>
                            <a:schemeClr val="dk2"/>
                          </a:solidFill>
                        </a:rPr>
                        <a:t>QS</a:t>
                      </a:r>
                      <a:endParaRPr sz="1100" u="none" cap="none" strike="noStrike">
                        <a:solidFill>
                          <a:schemeClr val="dk2"/>
                        </a:solidFill>
                        <a:latin typeface="Arial"/>
                        <a:ea typeface="Arial"/>
                        <a:cs typeface="Arial"/>
                        <a:sym typeface="Arial"/>
                      </a:endParaRPr>
                    </a:p>
                  </a:txBody>
                  <a:tcPr marT="26575" marB="26575" marR="26575" marL="26575"/>
                </a:tc>
                <a:tc>
                  <a:txBody>
                    <a:bodyPr/>
                    <a:lstStyle/>
                    <a:p>
                      <a:pPr indent="0" lvl="0" marL="0" marR="0" rtl="0" algn="ctr">
                        <a:lnSpc>
                          <a:spcPct val="115000"/>
                        </a:lnSpc>
                        <a:spcBef>
                          <a:spcPts val="0"/>
                        </a:spcBef>
                        <a:spcAft>
                          <a:spcPts val="0"/>
                        </a:spcAft>
                        <a:buNone/>
                      </a:pPr>
                      <a:r>
                        <a:rPr lang="es-419" sz="1100" u="none" cap="none" strike="noStrike">
                          <a:solidFill>
                            <a:schemeClr val="dk2"/>
                          </a:solidFill>
                        </a:rPr>
                        <a:t>Detiene el proceso completamente</a:t>
                      </a:r>
                      <a:endParaRPr sz="1100" u="none" cap="none" strike="noStrike">
                        <a:solidFill>
                          <a:schemeClr val="dk2"/>
                        </a:solidFill>
                        <a:latin typeface="Arial"/>
                        <a:ea typeface="Arial"/>
                        <a:cs typeface="Arial"/>
                        <a:sym typeface="Arial"/>
                      </a:endParaRPr>
                    </a:p>
                  </a:txBody>
                  <a:tcPr marT="26575" marB="26575" marR="26575" marL="26575"/>
                </a:tc>
              </a:tr>
              <a:tr h="132600">
                <a:tc>
                  <a:txBody>
                    <a:bodyPr/>
                    <a:lstStyle/>
                    <a:p>
                      <a:pPr indent="0" lvl="0" marL="0" marR="0" rtl="0" algn="ctr">
                        <a:lnSpc>
                          <a:spcPct val="115000"/>
                        </a:lnSpc>
                        <a:spcBef>
                          <a:spcPts val="0"/>
                        </a:spcBef>
                        <a:spcAft>
                          <a:spcPts val="0"/>
                        </a:spcAft>
                        <a:buNone/>
                      </a:pPr>
                      <a:r>
                        <a:rPr lang="es-419" sz="1100" u="none" cap="none" strike="noStrike">
                          <a:solidFill>
                            <a:schemeClr val="dk2"/>
                          </a:solidFill>
                        </a:rPr>
                        <a:t>Pulsador de Marcha</a:t>
                      </a:r>
                      <a:endParaRPr sz="1100" u="none" cap="none" strike="noStrike">
                        <a:solidFill>
                          <a:schemeClr val="dk2"/>
                        </a:solidFill>
                        <a:latin typeface="Arial"/>
                        <a:ea typeface="Arial"/>
                        <a:cs typeface="Arial"/>
                        <a:sym typeface="Arial"/>
                      </a:endParaRPr>
                    </a:p>
                  </a:txBody>
                  <a:tcPr marT="26575" marB="26575" marR="26575" marL="26575"/>
                </a:tc>
                <a:tc>
                  <a:txBody>
                    <a:bodyPr/>
                    <a:lstStyle/>
                    <a:p>
                      <a:pPr indent="0" lvl="0" marL="0" marR="0" rtl="0" algn="ctr">
                        <a:lnSpc>
                          <a:spcPct val="115000"/>
                        </a:lnSpc>
                        <a:spcBef>
                          <a:spcPts val="0"/>
                        </a:spcBef>
                        <a:spcAft>
                          <a:spcPts val="0"/>
                        </a:spcAft>
                        <a:buNone/>
                      </a:pPr>
                      <a:r>
                        <a:rPr lang="es-419" sz="1100" u="none" cap="none" strike="noStrike">
                          <a:solidFill>
                            <a:schemeClr val="dk2"/>
                          </a:solidFill>
                        </a:rPr>
                        <a:t>SBB1</a:t>
                      </a:r>
                      <a:endParaRPr sz="1100" u="none" cap="none" strike="noStrike">
                        <a:solidFill>
                          <a:schemeClr val="dk2"/>
                        </a:solidFill>
                        <a:latin typeface="Arial"/>
                        <a:ea typeface="Arial"/>
                        <a:cs typeface="Arial"/>
                        <a:sym typeface="Arial"/>
                      </a:endParaRPr>
                    </a:p>
                  </a:txBody>
                  <a:tcPr marT="26575" marB="26575" marR="26575" marL="26575"/>
                </a:tc>
                <a:tc>
                  <a:txBody>
                    <a:bodyPr/>
                    <a:lstStyle/>
                    <a:p>
                      <a:pPr indent="0" lvl="0" marL="0" marR="0" rtl="0" algn="ctr">
                        <a:lnSpc>
                          <a:spcPct val="115000"/>
                        </a:lnSpc>
                        <a:spcBef>
                          <a:spcPts val="0"/>
                        </a:spcBef>
                        <a:spcAft>
                          <a:spcPts val="0"/>
                        </a:spcAft>
                        <a:buNone/>
                      </a:pPr>
                      <a:r>
                        <a:rPr lang="es-419" sz="1100" u="none" cap="none" strike="noStrike">
                          <a:solidFill>
                            <a:schemeClr val="dk2"/>
                          </a:solidFill>
                        </a:rPr>
                        <a:t>Da inicio al proceso</a:t>
                      </a:r>
                      <a:endParaRPr sz="1100" u="none" cap="none" strike="noStrike">
                        <a:solidFill>
                          <a:schemeClr val="dk2"/>
                        </a:solidFill>
                        <a:latin typeface="Arial"/>
                        <a:ea typeface="Arial"/>
                        <a:cs typeface="Arial"/>
                        <a:sym typeface="Arial"/>
                      </a:endParaRPr>
                    </a:p>
                  </a:txBody>
                  <a:tcPr marT="26575" marB="26575" marR="26575" marL="26575"/>
                </a:tc>
              </a:tr>
              <a:tr h="206550">
                <a:tc>
                  <a:txBody>
                    <a:bodyPr/>
                    <a:lstStyle/>
                    <a:p>
                      <a:pPr indent="0" lvl="0" marL="0" marR="0" rtl="0" algn="ctr">
                        <a:lnSpc>
                          <a:spcPct val="115000"/>
                        </a:lnSpc>
                        <a:spcBef>
                          <a:spcPts val="0"/>
                        </a:spcBef>
                        <a:spcAft>
                          <a:spcPts val="0"/>
                        </a:spcAft>
                        <a:buNone/>
                      </a:pPr>
                      <a:r>
                        <a:rPr lang="es-419" sz="1100" u="none" cap="none" strike="noStrike">
                          <a:solidFill>
                            <a:schemeClr val="dk2"/>
                          </a:solidFill>
                        </a:rPr>
                        <a:t>Pulsador de Paro</a:t>
                      </a:r>
                      <a:endParaRPr sz="1100" u="none" cap="none" strike="noStrike">
                        <a:solidFill>
                          <a:schemeClr val="dk2"/>
                        </a:solidFill>
                        <a:latin typeface="Arial"/>
                        <a:ea typeface="Arial"/>
                        <a:cs typeface="Arial"/>
                        <a:sym typeface="Arial"/>
                      </a:endParaRPr>
                    </a:p>
                  </a:txBody>
                  <a:tcPr marT="26575" marB="26575" marR="26575" marL="26575"/>
                </a:tc>
                <a:tc>
                  <a:txBody>
                    <a:bodyPr/>
                    <a:lstStyle/>
                    <a:p>
                      <a:pPr indent="0" lvl="0" marL="0" marR="0" rtl="0" algn="ctr">
                        <a:lnSpc>
                          <a:spcPct val="115000"/>
                        </a:lnSpc>
                        <a:spcBef>
                          <a:spcPts val="0"/>
                        </a:spcBef>
                        <a:spcAft>
                          <a:spcPts val="0"/>
                        </a:spcAft>
                        <a:buNone/>
                      </a:pPr>
                      <a:r>
                        <a:rPr lang="es-419" sz="1100" u="none" cap="none" strike="noStrike">
                          <a:solidFill>
                            <a:schemeClr val="dk2"/>
                          </a:solidFill>
                        </a:rPr>
                        <a:t>SBB2</a:t>
                      </a:r>
                      <a:endParaRPr sz="1100" u="none" cap="none" strike="noStrike">
                        <a:solidFill>
                          <a:schemeClr val="dk2"/>
                        </a:solidFill>
                        <a:latin typeface="Arial"/>
                        <a:ea typeface="Arial"/>
                        <a:cs typeface="Arial"/>
                        <a:sym typeface="Arial"/>
                      </a:endParaRPr>
                    </a:p>
                  </a:txBody>
                  <a:tcPr marT="26575" marB="26575" marR="26575" marL="26575"/>
                </a:tc>
                <a:tc>
                  <a:txBody>
                    <a:bodyPr/>
                    <a:lstStyle/>
                    <a:p>
                      <a:pPr indent="0" lvl="0" marL="0" marR="0" rtl="0" algn="ctr">
                        <a:lnSpc>
                          <a:spcPct val="115000"/>
                        </a:lnSpc>
                        <a:spcBef>
                          <a:spcPts val="0"/>
                        </a:spcBef>
                        <a:spcAft>
                          <a:spcPts val="0"/>
                        </a:spcAft>
                        <a:buNone/>
                      </a:pPr>
                      <a:r>
                        <a:rPr lang="es-419" sz="1100" u="none" cap="none" strike="noStrike">
                          <a:solidFill>
                            <a:schemeClr val="dk2"/>
                          </a:solidFill>
                        </a:rPr>
                        <a:t>Detiene el proceso momentáneamente</a:t>
                      </a:r>
                      <a:endParaRPr sz="1100" u="none" cap="none" strike="noStrike">
                        <a:solidFill>
                          <a:schemeClr val="dk2"/>
                        </a:solidFill>
                        <a:latin typeface="Arial"/>
                        <a:ea typeface="Arial"/>
                        <a:cs typeface="Arial"/>
                        <a:sym typeface="Arial"/>
                      </a:endParaRPr>
                    </a:p>
                  </a:txBody>
                  <a:tcPr marT="26575" marB="26575" marR="26575" marL="26575"/>
                </a:tc>
              </a:tr>
              <a:tr h="286800">
                <a:tc>
                  <a:txBody>
                    <a:bodyPr/>
                    <a:lstStyle/>
                    <a:p>
                      <a:pPr indent="0" lvl="0" marL="0" marR="0" rtl="0" algn="ctr">
                        <a:lnSpc>
                          <a:spcPct val="115000"/>
                        </a:lnSpc>
                        <a:spcBef>
                          <a:spcPts val="0"/>
                        </a:spcBef>
                        <a:spcAft>
                          <a:spcPts val="0"/>
                        </a:spcAft>
                        <a:buNone/>
                      </a:pPr>
                      <a:r>
                        <a:rPr lang="es-419" sz="1100" u="none" cap="none" strike="noStrike">
                          <a:solidFill>
                            <a:schemeClr val="dk2"/>
                          </a:solidFill>
                        </a:rPr>
                        <a:t>Lampara de señalizacion amarilla</a:t>
                      </a:r>
                      <a:endParaRPr sz="1100" u="none" cap="none" strike="noStrike">
                        <a:solidFill>
                          <a:schemeClr val="dk2"/>
                        </a:solidFill>
                        <a:latin typeface="Arial"/>
                        <a:ea typeface="Arial"/>
                        <a:cs typeface="Arial"/>
                        <a:sym typeface="Arial"/>
                      </a:endParaRPr>
                    </a:p>
                  </a:txBody>
                  <a:tcPr marT="26575" marB="26575" marR="26575" marL="26575"/>
                </a:tc>
                <a:tc>
                  <a:txBody>
                    <a:bodyPr/>
                    <a:lstStyle/>
                    <a:p>
                      <a:pPr indent="0" lvl="0" marL="0" marR="0" rtl="0" algn="ctr">
                        <a:lnSpc>
                          <a:spcPct val="115000"/>
                        </a:lnSpc>
                        <a:spcBef>
                          <a:spcPts val="0"/>
                        </a:spcBef>
                        <a:spcAft>
                          <a:spcPts val="0"/>
                        </a:spcAft>
                        <a:buNone/>
                      </a:pPr>
                      <a:r>
                        <a:rPr lang="es-419" sz="1100" u="none" cap="none" strike="noStrike">
                          <a:solidFill>
                            <a:schemeClr val="dk2"/>
                          </a:solidFill>
                        </a:rPr>
                        <a:t>HL1</a:t>
                      </a:r>
                      <a:endParaRPr sz="1100" u="none" cap="none" strike="noStrike">
                        <a:solidFill>
                          <a:schemeClr val="dk2"/>
                        </a:solidFill>
                        <a:latin typeface="Arial"/>
                        <a:ea typeface="Arial"/>
                        <a:cs typeface="Arial"/>
                        <a:sym typeface="Arial"/>
                      </a:endParaRPr>
                    </a:p>
                  </a:txBody>
                  <a:tcPr marT="26575" marB="26575" marR="26575" marL="26575"/>
                </a:tc>
                <a:tc>
                  <a:txBody>
                    <a:bodyPr/>
                    <a:lstStyle/>
                    <a:p>
                      <a:pPr indent="0" lvl="0" marL="0" marR="0" rtl="0" algn="ctr">
                        <a:lnSpc>
                          <a:spcPct val="115000"/>
                        </a:lnSpc>
                        <a:spcBef>
                          <a:spcPts val="0"/>
                        </a:spcBef>
                        <a:spcAft>
                          <a:spcPts val="0"/>
                        </a:spcAft>
                        <a:buNone/>
                      </a:pPr>
                      <a:r>
                        <a:rPr lang="es-419" sz="1100" u="none" cap="none" strike="noStrike">
                          <a:solidFill>
                            <a:schemeClr val="dk2"/>
                          </a:solidFill>
                        </a:rPr>
                        <a:t>Indica paro momentáneo o estado inicial</a:t>
                      </a:r>
                      <a:endParaRPr sz="1100" u="none" cap="none" strike="noStrike">
                        <a:solidFill>
                          <a:schemeClr val="dk2"/>
                        </a:solidFill>
                        <a:latin typeface="Arial"/>
                        <a:ea typeface="Arial"/>
                        <a:cs typeface="Arial"/>
                        <a:sym typeface="Arial"/>
                      </a:endParaRPr>
                    </a:p>
                  </a:txBody>
                  <a:tcPr marT="26575" marB="26575" marR="26575" marL="26575"/>
                </a:tc>
              </a:tr>
              <a:tr h="219750">
                <a:tc>
                  <a:txBody>
                    <a:bodyPr/>
                    <a:lstStyle/>
                    <a:p>
                      <a:pPr indent="0" lvl="0" marL="0" marR="0" rtl="0" algn="ctr">
                        <a:lnSpc>
                          <a:spcPct val="115000"/>
                        </a:lnSpc>
                        <a:spcBef>
                          <a:spcPts val="0"/>
                        </a:spcBef>
                        <a:spcAft>
                          <a:spcPts val="0"/>
                        </a:spcAft>
                        <a:buNone/>
                      </a:pPr>
                      <a:r>
                        <a:rPr lang="es-419" sz="1100" u="none" cap="none" strike="noStrike">
                          <a:solidFill>
                            <a:schemeClr val="dk2"/>
                          </a:solidFill>
                        </a:rPr>
                        <a:t>Lampara de señalización verde</a:t>
                      </a:r>
                      <a:endParaRPr sz="1100" u="none" cap="none" strike="noStrike">
                        <a:solidFill>
                          <a:schemeClr val="dk2"/>
                        </a:solidFill>
                        <a:latin typeface="Arial"/>
                        <a:ea typeface="Arial"/>
                        <a:cs typeface="Arial"/>
                        <a:sym typeface="Arial"/>
                      </a:endParaRPr>
                    </a:p>
                  </a:txBody>
                  <a:tcPr marT="26575" marB="26575" marR="26575" marL="26575"/>
                </a:tc>
                <a:tc>
                  <a:txBody>
                    <a:bodyPr/>
                    <a:lstStyle/>
                    <a:p>
                      <a:pPr indent="0" lvl="0" marL="0" marR="0" rtl="0" algn="ctr">
                        <a:lnSpc>
                          <a:spcPct val="115000"/>
                        </a:lnSpc>
                        <a:spcBef>
                          <a:spcPts val="0"/>
                        </a:spcBef>
                        <a:spcAft>
                          <a:spcPts val="0"/>
                        </a:spcAft>
                        <a:buNone/>
                      </a:pPr>
                      <a:r>
                        <a:rPr lang="es-419" sz="1100" u="none" cap="none" strike="noStrike">
                          <a:solidFill>
                            <a:schemeClr val="dk2"/>
                          </a:solidFill>
                        </a:rPr>
                        <a:t>HL2</a:t>
                      </a:r>
                      <a:endParaRPr sz="1100" u="none" cap="none" strike="noStrike">
                        <a:solidFill>
                          <a:schemeClr val="dk2"/>
                        </a:solidFill>
                        <a:latin typeface="Arial"/>
                        <a:ea typeface="Arial"/>
                        <a:cs typeface="Arial"/>
                        <a:sym typeface="Arial"/>
                      </a:endParaRPr>
                    </a:p>
                  </a:txBody>
                  <a:tcPr marT="26575" marB="26575" marR="26575" marL="26575"/>
                </a:tc>
                <a:tc>
                  <a:txBody>
                    <a:bodyPr/>
                    <a:lstStyle/>
                    <a:p>
                      <a:pPr indent="0" lvl="0" marL="0" marR="0" rtl="0" algn="ctr">
                        <a:lnSpc>
                          <a:spcPct val="115000"/>
                        </a:lnSpc>
                        <a:spcBef>
                          <a:spcPts val="0"/>
                        </a:spcBef>
                        <a:spcAft>
                          <a:spcPts val="0"/>
                        </a:spcAft>
                        <a:buNone/>
                      </a:pPr>
                      <a:r>
                        <a:rPr lang="es-419" sz="1100" u="none" cap="none" strike="noStrike">
                          <a:solidFill>
                            <a:schemeClr val="dk2"/>
                          </a:solidFill>
                        </a:rPr>
                        <a:t>Indica que la unidad está en ejecución</a:t>
                      </a:r>
                      <a:endParaRPr sz="1100" u="none" cap="none" strike="noStrike">
                        <a:solidFill>
                          <a:schemeClr val="dk2"/>
                        </a:solidFill>
                        <a:latin typeface="Arial"/>
                        <a:ea typeface="Arial"/>
                        <a:cs typeface="Arial"/>
                        <a:sym typeface="Arial"/>
                      </a:endParaRPr>
                    </a:p>
                  </a:txBody>
                  <a:tcPr marT="26575" marB="26575" marR="26575" marL="26575"/>
                </a:tc>
              </a:tr>
              <a:tr h="219750">
                <a:tc>
                  <a:txBody>
                    <a:bodyPr/>
                    <a:lstStyle/>
                    <a:p>
                      <a:pPr indent="0" lvl="0" marL="0" marR="0" rtl="0" algn="ctr">
                        <a:lnSpc>
                          <a:spcPct val="115000"/>
                        </a:lnSpc>
                        <a:spcBef>
                          <a:spcPts val="0"/>
                        </a:spcBef>
                        <a:spcAft>
                          <a:spcPts val="0"/>
                        </a:spcAft>
                        <a:buNone/>
                      </a:pPr>
                      <a:r>
                        <a:rPr lang="es-419" sz="1100" u="none" cap="none" strike="noStrike">
                          <a:solidFill>
                            <a:schemeClr val="dk2"/>
                          </a:solidFill>
                        </a:rPr>
                        <a:t>Lampara de señalización roja</a:t>
                      </a:r>
                      <a:endParaRPr sz="1100" u="none" cap="none" strike="noStrike">
                        <a:solidFill>
                          <a:schemeClr val="dk2"/>
                        </a:solidFill>
                        <a:latin typeface="Arial"/>
                        <a:ea typeface="Arial"/>
                        <a:cs typeface="Arial"/>
                        <a:sym typeface="Arial"/>
                      </a:endParaRPr>
                    </a:p>
                  </a:txBody>
                  <a:tcPr marT="26575" marB="26575" marR="26575" marL="26575"/>
                </a:tc>
                <a:tc>
                  <a:txBody>
                    <a:bodyPr/>
                    <a:lstStyle/>
                    <a:p>
                      <a:pPr indent="0" lvl="0" marL="0" marR="0" rtl="0" algn="ctr">
                        <a:lnSpc>
                          <a:spcPct val="115000"/>
                        </a:lnSpc>
                        <a:spcBef>
                          <a:spcPts val="0"/>
                        </a:spcBef>
                        <a:spcAft>
                          <a:spcPts val="0"/>
                        </a:spcAft>
                        <a:buNone/>
                      </a:pPr>
                      <a:r>
                        <a:rPr lang="es-419" sz="1100" u="none" cap="none" strike="noStrike">
                          <a:solidFill>
                            <a:schemeClr val="dk2"/>
                          </a:solidFill>
                        </a:rPr>
                        <a:t>HL3</a:t>
                      </a:r>
                      <a:endParaRPr sz="1100" u="none" cap="none" strike="noStrike">
                        <a:solidFill>
                          <a:schemeClr val="dk2"/>
                        </a:solidFill>
                        <a:latin typeface="Arial"/>
                        <a:ea typeface="Arial"/>
                        <a:cs typeface="Arial"/>
                        <a:sym typeface="Arial"/>
                      </a:endParaRPr>
                    </a:p>
                  </a:txBody>
                  <a:tcPr marT="26575" marB="26575" marR="26575" marL="26575"/>
                </a:tc>
                <a:tc>
                  <a:txBody>
                    <a:bodyPr/>
                    <a:lstStyle/>
                    <a:p>
                      <a:pPr indent="0" lvl="0" marL="0" marR="0" rtl="0" algn="ctr">
                        <a:lnSpc>
                          <a:spcPct val="115000"/>
                        </a:lnSpc>
                        <a:spcBef>
                          <a:spcPts val="0"/>
                        </a:spcBef>
                        <a:spcAft>
                          <a:spcPts val="0"/>
                        </a:spcAft>
                        <a:buNone/>
                      </a:pPr>
                      <a:r>
                        <a:rPr lang="es-419" sz="1100" u="none" cap="none" strike="noStrike">
                          <a:solidFill>
                            <a:schemeClr val="dk2"/>
                          </a:solidFill>
                        </a:rPr>
                        <a:t>Indica que el proceso ha sido detenido</a:t>
                      </a:r>
                      <a:endParaRPr sz="1100" u="none" cap="none" strike="noStrike">
                        <a:solidFill>
                          <a:schemeClr val="dk2"/>
                        </a:solidFill>
                        <a:latin typeface="Arial"/>
                        <a:ea typeface="Arial"/>
                        <a:cs typeface="Arial"/>
                        <a:sym typeface="Arial"/>
                      </a:endParaRPr>
                    </a:p>
                  </a:txBody>
                  <a:tcPr marT="26575" marB="26575" marR="26575" marL="26575"/>
                </a:tc>
              </a:tr>
              <a:tr h="132600">
                <a:tc>
                  <a:txBody>
                    <a:bodyPr/>
                    <a:lstStyle/>
                    <a:p>
                      <a:pPr indent="0" lvl="0" marL="0" marR="0" rtl="0" algn="ctr">
                        <a:lnSpc>
                          <a:spcPct val="115000"/>
                        </a:lnSpc>
                        <a:spcBef>
                          <a:spcPts val="0"/>
                        </a:spcBef>
                        <a:spcAft>
                          <a:spcPts val="0"/>
                        </a:spcAft>
                        <a:buNone/>
                      </a:pPr>
                      <a:r>
                        <a:rPr lang="es-419" sz="1100" u="none" cap="none" strike="noStrike">
                          <a:solidFill>
                            <a:schemeClr val="dk2"/>
                          </a:solidFill>
                        </a:rPr>
                        <a:t>Motor</a:t>
                      </a:r>
                      <a:endParaRPr sz="1100" u="none" cap="none" strike="noStrike">
                        <a:solidFill>
                          <a:schemeClr val="dk2"/>
                        </a:solidFill>
                        <a:latin typeface="Arial"/>
                        <a:ea typeface="Arial"/>
                        <a:cs typeface="Arial"/>
                        <a:sym typeface="Arial"/>
                      </a:endParaRPr>
                    </a:p>
                  </a:txBody>
                  <a:tcPr marT="26575" marB="26575" marR="26575" marL="26575"/>
                </a:tc>
                <a:tc>
                  <a:txBody>
                    <a:bodyPr/>
                    <a:lstStyle/>
                    <a:p>
                      <a:pPr indent="0" lvl="0" marL="0" marR="0" rtl="0" algn="ctr">
                        <a:lnSpc>
                          <a:spcPct val="115000"/>
                        </a:lnSpc>
                        <a:spcBef>
                          <a:spcPts val="0"/>
                        </a:spcBef>
                        <a:spcAft>
                          <a:spcPts val="0"/>
                        </a:spcAft>
                        <a:buNone/>
                      </a:pPr>
                      <a:r>
                        <a:rPr lang="es-419" sz="1100" u="none" cap="none" strike="noStrike">
                          <a:solidFill>
                            <a:schemeClr val="dk2"/>
                          </a:solidFill>
                        </a:rPr>
                        <a:t>M</a:t>
                      </a:r>
                      <a:endParaRPr sz="1100" u="none" cap="none" strike="noStrike">
                        <a:solidFill>
                          <a:schemeClr val="dk2"/>
                        </a:solidFill>
                        <a:latin typeface="Arial"/>
                        <a:ea typeface="Arial"/>
                        <a:cs typeface="Arial"/>
                        <a:sym typeface="Arial"/>
                      </a:endParaRPr>
                    </a:p>
                  </a:txBody>
                  <a:tcPr marT="26575" marB="26575" marR="26575" marL="26575"/>
                </a:tc>
                <a:tc>
                  <a:txBody>
                    <a:bodyPr/>
                    <a:lstStyle/>
                    <a:p>
                      <a:pPr indent="0" lvl="0" marL="0" marR="0" rtl="0" algn="ctr">
                        <a:lnSpc>
                          <a:spcPct val="115000"/>
                        </a:lnSpc>
                        <a:spcBef>
                          <a:spcPts val="0"/>
                        </a:spcBef>
                        <a:spcAft>
                          <a:spcPts val="0"/>
                        </a:spcAft>
                        <a:buNone/>
                      </a:pPr>
                      <a:r>
                        <a:rPr lang="es-419" sz="1100" u="none" cap="none" strike="noStrike">
                          <a:solidFill>
                            <a:schemeClr val="dk2"/>
                          </a:solidFill>
                        </a:rPr>
                        <a:t>Motor</a:t>
                      </a:r>
                      <a:endParaRPr sz="1100" u="none" cap="none" strike="noStrike">
                        <a:solidFill>
                          <a:schemeClr val="dk2"/>
                        </a:solidFill>
                        <a:latin typeface="Arial"/>
                        <a:ea typeface="Arial"/>
                        <a:cs typeface="Arial"/>
                        <a:sym typeface="Arial"/>
                      </a:endParaRPr>
                    </a:p>
                  </a:txBody>
                  <a:tcPr marT="26575" marB="26575" marR="26575" marL="26575"/>
                </a:tc>
              </a:tr>
              <a:tr h="132600">
                <a:tc>
                  <a:txBody>
                    <a:bodyPr/>
                    <a:lstStyle/>
                    <a:p>
                      <a:pPr indent="0" lvl="0" marL="0" marR="0" rtl="0" algn="ctr">
                        <a:lnSpc>
                          <a:spcPct val="115000"/>
                        </a:lnSpc>
                        <a:spcBef>
                          <a:spcPts val="0"/>
                        </a:spcBef>
                        <a:spcAft>
                          <a:spcPts val="0"/>
                        </a:spcAft>
                        <a:buNone/>
                      </a:pPr>
                      <a:r>
                        <a:rPr lang="es-419" sz="1100" u="none" cap="none" strike="noStrike">
                          <a:solidFill>
                            <a:schemeClr val="dk2"/>
                          </a:solidFill>
                        </a:rPr>
                        <a:t>Cilindro Neumático 1</a:t>
                      </a:r>
                      <a:endParaRPr sz="1100" u="none" cap="none" strike="noStrike">
                        <a:solidFill>
                          <a:schemeClr val="dk2"/>
                        </a:solidFill>
                        <a:latin typeface="Arial"/>
                        <a:ea typeface="Arial"/>
                        <a:cs typeface="Arial"/>
                        <a:sym typeface="Arial"/>
                      </a:endParaRPr>
                    </a:p>
                  </a:txBody>
                  <a:tcPr marT="26575" marB="26575" marR="26575" marL="26575"/>
                </a:tc>
                <a:tc>
                  <a:txBody>
                    <a:bodyPr/>
                    <a:lstStyle/>
                    <a:p>
                      <a:pPr indent="0" lvl="0" marL="0" marR="0" rtl="0" algn="ctr">
                        <a:lnSpc>
                          <a:spcPct val="115000"/>
                        </a:lnSpc>
                        <a:spcBef>
                          <a:spcPts val="0"/>
                        </a:spcBef>
                        <a:spcAft>
                          <a:spcPts val="0"/>
                        </a:spcAft>
                        <a:buNone/>
                      </a:pPr>
                      <a:r>
                        <a:rPr lang="es-419" sz="1100" u="none" cap="none" strike="noStrike">
                          <a:solidFill>
                            <a:schemeClr val="dk2"/>
                          </a:solidFill>
                        </a:rPr>
                        <a:t>C_1</a:t>
                      </a:r>
                      <a:endParaRPr sz="1100" u="none" cap="none" strike="noStrike">
                        <a:solidFill>
                          <a:schemeClr val="dk2"/>
                        </a:solidFill>
                        <a:latin typeface="Arial"/>
                        <a:ea typeface="Arial"/>
                        <a:cs typeface="Arial"/>
                        <a:sym typeface="Arial"/>
                      </a:endParaRPr>
                    </a:p>
                  </a:txBody>
                  <a:tcPr marT="26575" marB="26575" marR="26575" marL="26575"/>
                </a:tc>
                <a:tc>
                  <a:txBody>
                    <a:bodyPr/>
                    <a:lstStyle/>
                    <a:p>
                      <a:pPr indent="0" lvl="0" marL="0" marR="0" rtl="0" algn="ctr">
                        <a:lnSpc>
                          <a:spcPct val="115000"/>
                        </a:lnSpc>
                        <a:spcBef>
                          <a:spcPts val="0"/>
                        </a:spcBef>
                        <a:spcAft>
                          <a:spcPts val="0"/>
                        </a:spcAft>
                        <a:buNone/>
                      </a:pPr>
                      <a:r>
                        <a:rPr lang="es-419" sz="1100" u="none" cap="none" strike="noStrike">
                          <a:solidFill>
                            <a:schemeClr val="dk2"/>
                          </a:solidFill>
                        </a:rPr>
                        <a:t>Cilindro 1 </a:t>
                      </a:r>
                      <a:endParaRPr sz="1100" u="none" cap="none" strike="noStrike">
                        <a:solidFill>
                          <a:schemeClr val="dk2"/>
                        </a:solidFill>
                        <a:latin typeface="Arial"/>
                        <a:ea typeface="Arial"/>
                        <a:cs typeface="Arial"/>
                        <a:sym typeface="Arial"/>
                      </a:endParaRPr>
                    </a:p>
                  </a:txBody>
                  <a:tcPr marT="26575" marB="26575" marR="26575" marL="26575"/>
                </a:tc>
              </a:tr>
              <a:tr h="132600">
                <a:tc>
                  <a:txBody>
                    <a:bodyPr/>
                    <a:lstStyle/>
                    <a:p>
                      <a:pPr indent="0" lvl="0" marL="0" marR="0" rtl="0" algn="ctr">
                        <a:lnSpc>
                          <a:spcPct val="115000"/>
                        </a:lnSpc>
                        <a:spcBef>
                          <a:spcPts val="0"/>
                        </a:spcBef>
                        <a:spcAft>
                          <a:spcPts val="0"/>
                        </a:spcAft>
                        <a:buNone/>
                      </a:pPr>
                      <a:r>
                        <a:rPr lang="es-419" sz="1100" u="none" cap="none" strike="noStrike">
                          <a:solidFill>
                            <a:schemeClr val="dk2"/>
                          </a:solidFill>
                        </a:rPr>
                        <a:t>Cilindro Neumático 2</a:t>
                      </a:r>
                      <a:endParaRPr sz="1100" u="none" cap="none" strike="noStrike">
                        <a:solidFill>
                          <a:schemeClr val="dk2"/>
                        </a:solidFill>
                        <a:latin typeface="Arial"/>
                        <a:ea typeface="Arial"/>
                        <a:cs typeface="Arial"/>
                        <a:sym typeface="Arial"/>
                      </a:endParaRPr>
                    </a:p>
                  </a:txBody>
                  <a:tcPr marT="26575" marB="26575" marR="26575" marL="26575"/>
                </a:tc>
                <a:tc>
                  <a:txBody>
                    <a:bodyPr/>
                    <a:lstStyle/>
                    <a:p>
                      <a:pPr indent="0" lvl="0" marL="0" marR="0" rtl="0" algn="ctr">
                        <a:lnSpc>
                          <a:spcPct val="115000"/>
                        </a:lnSpc>
                        <a:spcBef>
                          <a:spcPts val="0"/>
                        </a:spcBef>
                        <a:spcAft>
                          <a:spcPts val="0"/>
                        </a:spcAft>
                        <a:buNone/>
                      </a:pPr>
                      <a:r>
                        <a:rPr lang="es-419" sz="1100" u="none" cap="none" strike="noStrike">
                          <a:solidFill>
                            <a:schemeClr val="dk2"/>
                          </a:solidFill>
                        </a:rPr>
                        <a:t>C_2</a:t>
                      </a:r>
                      <a:endParaRPr sz="1100" u="none" cap="none" strike="noStrike">
                        <a:solidFill>
                          <a:schemeClr val="dk2"/>
                        </a:solidFill>
                        <a:latin typeface="Arial"/>
                        <a:ea typeface="Arial"/>
                        <a:cs typeface="Arial"/>
                        <a:sym typeface="Arial"/>
                      </a:endParaRPr>
                    </a:p>
                  </a:txBody>
                  <a:tcPr marT="26575" marB="26575" marR="26575" marL="26575"/>
                </a:tc>
                <a:tc>
                  <a:txBody>
                    <a:bodyPr/>
                    <a:lstStyle/>
                    <a:p>
                      <a:pPr indent="0" lvl="0" marL="0" marR="0" rtl="0" algn="ctr">
                        <a:lnSpc>
                          <a:spcPct val="115000"/>
                        </a:lnSpc>
                        <a:spcBef>
                          <a:spcPts val="0"/>
                        </a:spcBef>
                        <a:spcAft>
                          <a:spcPts val="0"/>
                        </a:spcAft>
                        <a:buNone/>
                      </a:pPr>
                      <a:r>
                        <a:rPr lang="es-419" sz="1100" u="none" cap="none" strike="noStrike">
                          <a:solidFill>
                            <a:schemeClr val="dk2"/>
                          </a:solidFill>
                        </a:rPr>
                        <a:t>Cilindro 2</a:t>
                      </a:r>
                      <a:endParaRPr sz="1100" u="none" cap="none" strike="noStrike">
                        <a:solidFill>
                          <a:schemeClr val="dk2"/>
                        </a:solidFill>
                        <a:latin typeface="Arial"/>
                        <a:ea typeface="Arial"/>
                        <a:cs typeface="Arial"/>
                        <a:sym typeface="Arial"/>
                      </a:endParaRPr>
                    </a:p>
                  </a:txBody>
                  <a:tcPr marT="26575" marB="26575" marR="26575" marL="26575"/>
                </a:tc>
              </a:tr>
              <a:tr h="132600">
                <a:tc>
                  <a:txBody>
                    <a:bodyPr/>
                    <a:lstStyle/>
                    <a:p>
                      <a:pPr indent="0" lvl="0" marL="0" marR="0" rtl="0" algn="ctr">
                        <a:lnSpc>
                          <a:spcPct val="115000"/>
                        </a:lnSpc>
                        <a:spcBef>
                          <a:spcPts val="0"/>
                        </a:spcBef>
                        <a:spcAft>
                          <a:spcPts val="0"/>
                        </a:spcAft>
                        <a:buNone/>
                      </a:pPr>
                      <a:r>
                        <a:rPr lang="es-419" sz="1100" u="none" cap="none" strike="noStrike">
                          <a:solidFill>
                            <a:schemeClr val="dk2"/>
                          </a:solidFill>
                        </a:rPr>
                        <a:t>Cilindro Neumático 3</a:t>
                      </a:r>
                      <a:endParaRPr sz="1100" u="none" cap="none" strike="noStrike">
                        <a:solidFill>
                          <a:schemeClr val="dk2"/>
                        </a:solidFill>
                        <a:latin typeface="Arial"/>
                        <a:ea typeface="Arial"/>
                        <a:cs typeface="Arial"/>
                        <a:sym typeface="Arial"/>
                      </a:endParaRPr>
                    </a:p>
                  </a:txBody>
                  <a:tcPr marT="26575" marB="26575" marR="26575" marL="26575"/>
                </a:tc>
                <a:tc>
                  <a:txBody>
                    <a:bodyPr/>
                    <a:lstStyle/>
                    <a:p>
                      <a:pPr indent="0" lvl="0" marL="0" marR="0" rtl="0" algn="ctr">
                        <a:lnSpc>
                          <a:spcPct val="115000"/>
                        </a:lnSpc>
                        <a:spcBef>
                          <a:spcPts val="0"/>
                        </a:spcBef>
                        <a:spcAft>
                          <a:spcPts val="0"/>
                        </a:spcAft>
                        <a:buNone/>
                      </a:pPr>
                      <a:r>
                        <a:rPr lang="es-419" sz="1100" u="none" cap="none" strike="noStrike">
                          <a:solidFill>
                            <a:schemeClr val="dk2"/>
                          </a:solidFill>
                        </a:rPr>
                        <a:t>C_3</a:t>
                      </a:r>
                      <a:endParaRPr sz="1100" u="none" cap="none" strike="noStrike">
                        <a:solidFill>
                          <a:schemeClr val="dk2"/>
                        </a:solidFill>
                        <a:latin typeface="Arial"/>
                        <a:ea typeface="Arial"/>
                        <a:cs typeface="Arial"/>
                        <a:sym typeface="Arial"/>
                      </a:endParaRPr>
                    </a:p>
                  </a:txBody>
                  <a:tcPr marT="26575" marB="26575" marR="26575" marL="26575"/>
                </a:tc>
                <a:tc>
                  <a:txBody>
                    <a:bodyPr/>
                    <a:lstStyle/>
                    <a:p>
                      <a:pPr indent="0" lvl="0" marL="0" marR="0" rtl="0" algn="ctr">
                        <a:lnSpc>
                          <a:spcPct val="115000"/>
                        </a:lnSpc>
                        <a:spcBef>
                          <a:spcPts val="0"/>
                        </a:spcBef>
                        <a:spcAft>
                          <a:spcPts val="0"/>
                        </a:spcAft>
                        <a:buNone/>
                      </a:pPr>
                      <a:r>
                        <a:rPr lang="es-419" sz="1100" u="none" cap="none" strike="noStrike">
                          <a:solidFill>
                            <a:schemeClr val="dk2"/>
                          </a:solidFill>
                        </a:rPr>
                        <a:t>Cilindro 3</a:t>
                      </a:r>
                      <a:endParaRPr sz="1100" u="none" cap="none" strike="noStrike">
                        <a:solidFill>
                          <a:schemeClr val="dk2"/>
                        </a:solidFill>
                        <a:latin typeface="Arial"/>
                        <a:ea typeface="Arial"/>
                        <a:cs typeface="Arial"/>
                        <a:sym typeface="Arial"/>
                      </a:endParaRPr>
                    </a:p>
                  </a:txBody>
                  <a:tcPr marT="26575" marB="26575" marR="26575" marL="26575"/>
                </a:tc>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37"/>
          <p:cNvSpPr txBox="1"/>
          <p:nvPr/>
        </p:nvSpPr>
        <p:spPr>
          <a:xfrm>
            <a:off x="427612" y="-41032"/>
            <a:ext cx="5566788" cy="535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2"/>
              </a:buClr>
              <a:buSzPts val="2600"/>
              <a:buFont typeface="Raleway"/>
              <a:buNone/>
            </a:pPr>
            <a:r>
              <a:rPr b="1" i="0" lang="es-419" sz="2400" u="none" cap="none" strike="noStrike">
                <a:solidFill>
                  <a:srgbClr val="681800"/>
                </a:solidFill>
                <a:latin typeface="Raleway"/>
                <a:ea typeface="Raleway"/>
                <a:cs typeface="Raleway"/>
                <a:sym typeface="Raleway"/>
              </a:rPr>
              <a:t>GRAFCET: Unidad de Transporte</a:t>
            </a:r>
            <a:endParaRPr/>
          </a:p>
        </p:txBody>
      </p:sp>
      <p:pic>
        <p:nvPicPr>
          <p:cNvPr id="383" name="Google Shape;383;p37"/>
          <p:cNvPicPr preferRelativeResize="0"/>
          <p:nvPr/>
        </p:nvPicPr>
        <p:blipFill rotWithShape="1">
          <a:blip r:embed="rId3">
            <a:alphaModFix/>
          </a:blip>
          <a:srcRect b="48911" l="0" r="0" t="2221"/>
          <a:stretch/>
        </p:blipFill>
        <p:spPr>
          <a:xfrm>
            <a:off x="427613" y="494169"/>
            <a:ext cx="4844298" cy="4531643"/>
          </a:xfrm>
          <a:prstGeom prst="rect">
            <a:avLst/>
          </a:prstGeom>
          <a:noFill/>
          <a:ln>
            <a:noFill/>
          </a:ln>
        </p:spPr>
      </p:pic>
      <p:pic>
        <p:nvPicPr>
          <p:cNvPr id="384" name="Google Shape;384;p37"/>
          <p:cNvPicPr preferRelativeResize="0"/>
          <p:nvPr/>
        </p:nvPicPr>
        <p:blipFill rotWithShape="1">
          <a:blip r:embed="rId3">
            <a:alphaModFix/>
          </a:blip>
          <a:srcRect b="448" l="14543" r="35225" t="48782"/>
          <a:stretch/>
        </p:blipFill>
        <p:spPr>
          <a:xfrm>
            <a:off x="5994400" y="611857"/>
            <a:ext cx="2156179" cy="4413955"/>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38"/>
          <p:cNvSpPr txBox="1"/>
          <p:nvPr/>
        </p:nvSpPr>
        <p:spPr>
          <a:xfrm>
            <a:off x="427611" y="-41032"/>
            <a:ext cx="7734255" cy="535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2"/>
              </a:buClr>
              <a:buSzPts val="2600"/>
              <a:buFont typeface="Raleway"/>
              <a:buNone/>
            </a:pPr>
            <a:r>
              <a:rPr b="1" i="0" lang="es-419" sz="2400" u="none" cap="none" strike="noStrike">
                <a:solidFill>
                  <a:srgbClr val="681800"/>
                </a:solidFill>
                <a:latin typeface="Raleway"/>
                <a:ea typeface="Raleway"/>
                <a:cs typeface="Raleway"/>
                <a:sym typeface="Raleway"/>
              </a:rPr>
              <a:t>Nombres de referencia: Unidad de Transporte</a:t>
            </a:r>
            <a:endParaRPr/>
          </a:p>
        </p:txBody>
      </p:sp>
      <p:graphicFrame>
        <p:nvGraphicFramePr>
          <p:cNvPr id="390" name="Google Shape;390;p38"/>
          <p:cNvGraphicFramePr/>
          <p:nvPr/>
        </p:nvGraphicFramePr>
        <p:xfrm>
          <a:off x="1087208" y="494168"/>
          <a:ext cx="3000000" cy="3000000"/>
        </p:xfrm>
        <a:graphic>
          <a:graphicData uri="http://schemas.openxmlformats.org/drawingml/2006/table">
            <a:tbl>
              <a:tblPr>
                <a:noFill/>
                <a:tableStyleId>{3FF80745-7821-485C-8F53-118708D8D5D8}</a:tableStyleId>
              </a:tblPr>
              <a:tblGrid>
                <a:gridCol w="3027600"/>
                <a:gridCol w="1414125"/>
                <a:gridCol w="2817625"/>
              </a:tblGrid>
              <a:tr h="203950">
                <a:tc>
                  <a:txBody>
                    <a:bodyPr/>
                    <a:lstStyle/>
                    <a:p>
                      <a:pPr indent="0" lvl="0" marL="0" marR="0" rtl="0" algn="ctr">
                        <a:lnSpc>
                          <a:spcPct val="115000"/>
                        </a:lnSpc>
                        <a:spcBef>
                          <a:spcPts val="0"/>
                        </a:spcBef>
                        <a:spcAft>
                          <a:spcPts val="0"/>
                        </a:spcAft>
                        <a:buNone/>
                      </a:pPr>
                      <a:r>
                        <a:rPr b="1" lang="es-419" sz="1100" u="none" cap="none" strike="noStrike">
                          <a:solidFill>
                            <a:schemeClr val="lt1"/>
                          </a:solidFill>
                        </a:rPr>
                        <a:t>Sensor/actuador</a:t>
                      </a:r>
                      <a:endParaRPr b="1" sz="1100" u="none" cap="none" strike="noStrike">
                        <a:solidFill>
                          <a:schemeClr val="lt1"/>
                        </a:solidFill>
                        <a:latin typeface="Arial"/>
                        <a:ea typeface="Arial"/>
                        <a:cs typeface="Arial"/>
                        <a:sym typeface="Arial"/>
                      </a:endParaRPr>
                    </a:p>
                  </a:txBody>
                  <a:tcPr marT="23400" marB="23400" marR="23400" marL="23400">
                    <a:solidFill>
                      <a:srgbClr val="14285A"/>
                    </a:solidFill>
                  </a:tcPr>
                </a:tc>
                <a:tc>
                  <a:txBody>
                    <a:bodyPr/>
                    <a:lstStyle/>
                    <a:p>
                      <a:pPr indent="0" lvl="0" marL="0" marR="0" rtl="0" algn="ctr">
                        <a:lnSpc>
                          <a:spcPct val="115000"/>
                        </a:lnSpc>
                        <a:spcBef>
                          <a:spcPts val="0"/>
                        </a:spcBef>
                        <a:spcAft>
                          <a:spcPts val="0"/>
                        </a:spcAft>
                        <a:buNone/>
                      </a:pPr>
                      <a:r>
                        <a:rPr b="1" lang="es-419" sz="1100" u="none" cap="none" strike="noStrike">
                          <a:solidFill>
                            <a:schemeClr val="lt1"/>
                          </a:solidFill>
                        </a:rPr>
                        <a:t>Nombre </a:t>
                      </a:r>
                      <a:endParaRPr b="1" sz="1100" u="none" cap="none" strike="noStrike">
                        <a:solidFill>
                          <a:schemeClr val="lt1"/>
                        </a:solidFill>
                        <a:latin typeface="Arial"/>
                        <a:ea typeface="Arial"/>
                        <a:cs typeface="Arial"/>
                        <a:sym typeface="Arial"/>
                      </a:endParaRPr>
                    </a:p>
                  </a:txBody>
                  <a:tcPr marT="23400" marB="23400" marR="23400" marL="23400">
                    <a:solidFill>
                      <a:srgbClr val="14285A"/>
                    </a:solidFill>
                  </a:tcPr>
                </a:tc>
                <a:tc>
                  <a:txBody>
                    <a:bodyPr/>
                    <a:lstStyle/>
                    <a:p>
                      <a:pPr indent="0" lvl="0" marL="0" marR="0" rtl="0" algn="ctr">
                        <a:lnSpc>
                          <a:spcPct val="115000"/>
                        </a:lnSpc>
                        <a:spcBef>
                          <a:spcPts val="0"/>
                        </a:spcBef>
                        <a:spcAft>
                          <a:spcPts val="0"/>
                        </a:spcAft>
                        <a:buNone/>
                      </a:pPr>
                      <a:r>
                        <a:rPr b="1" lang="es-419" sz="1100" u="none" cap="none" strike="noStrike">
                          <a:solidFill>
                            <a:schemeClr val="lt1"/>
                          </a:solidFill>
                        </a:rPr>
                        <a:t>Descripción</a:t>
                      </a:r>
                      <a:endParaRPr b="1" sz="1100" u="none" cap="none" strike="noStrike">
                        <a:solidFill>
                          <a:schemeClr val="lt1"/>
                        </a:solidFill>
                        <a:latin typeface="Arial"/>
                        <a:ea typeface="Arial"/>
                        <a:cs typeface="Arial"/>
                        <a:sym typeface="Arial"/>
                      </a:endParaRPr>
                    </a:p>
                  </a:txBody>
                  <a:tcPr marT="23400" marB="23400" marR="23400" marL="23400">
                    <a:solidFill>
                      <a:srgbClr val="14285A"/>
                    </a:solidFill>
                  </a:tcPr>
                </a:tc>
              </a:tr>
              <a:tr h="203950">
                <a:tc>
                  <a:txBody>
                    <a:bodyPr/>
                    <a:lstStyle/>
                    <a:p>
                      <a:pPr indent="0" lvl="0" marL="0" marR="0" rtl="0" algn="ctr">
                        <a:lnSpc>
                          <a:spcPct val="115000"/>
                        </a:lnSpc>
                        <a:spcBef>
                          <a:spcPts val="0"/>
                        </a:spcBef>
                        <a:spcAft>
                          <a:spcPts val="0"/>
                        </a:spcAft>
                        <a:buNone/>
                      </a:pPr>
                      <a:r>
                        <a:rPr lang="es-419" sz="1100" u="none" cap="none" strike="noStrike">
                          <a:solidFill>
                            <a:schemeClr val="dk2"/>
                          </a:solidFill>
                        </a:rPr>
                        <a:t>Cilindro rotatorio antihorario</a:t>
                      </a:r>
                      <a:endParaRPr sz="1100" u="none" cap="none" strike="noStrike">
                        <a:solidFill>
                          <a:schemeClr val="dk2"/>
                        </a:solidFill>
                        <a:latin typeface="Arial"/>
                        <a:ea typeface="Arial"/>
                        <a:cs typeface="Arial"/>
                        <a:sym typeface="Arial"/>
                      </a:endParaRPr>
                    </a:p>
                  </a:txBody>
                  <a:tcPr marT="23400" marB="23400" marR="23400" marL="23400">
                    <a:solidFill>
                      <a:schemeClr val="lt1"/>
                    </a:solidFill>
                  </a:tcPr>
                </a:tc>
                <a:tc>
                  <a:txBody>
                    <a:bodyPr/>
                    <a:lstStyle/>
                    <a:p>
                      <a:pPr indent="0" lvl="0" marL="0" marR="0" rtl="0" algn="ctr">
                        <a:lnSpc>
                          <a:spcPct val="115000"/>
                        </a:lnSpc>
                        <a:spcBef>
                          <a:spcPts val="0"/>
                        </a:spcBef>
                        <a:spcAft>
                          <a:spcPts val="0"/>
                        </a:spcAft>
                        <a:buNone/>
                      </a:pPr>
                      <a:r>
                        <a:rPr lang="es-419" sz="1100" u="none" cap="none" strike="noStrike">
                          <a:solidFill>
                            <a:schemeClr val="dk2"/>
                          </a:solidFill>
                        </a:rPr>
                        <a:t>anti_horario</a:t>
                      </a:r>
                      <a:endParaRPr sz="1100" u="none" cap="none" strike="noStrike">
                        <a:solidFill>
                          <a:schemeClr val="dk2"/>
                        </a:solidFill>
                        <a:latin typeface="Arial"/>
                        <a:ea typeface="Arial"/>
                        <a:cs typeface="Arial"/>
                        <a:sym typeface="Arial"/>
                      </a:endParaRPr>
                    </a:p>
                  </a:txBody>
                  <a:tcPr marT="23400" marB="23400" marR="23400" marL="23400">
                    <a:solidFill>
                      <a:schemeClr val="lt1"/>
                    </a:solidFill>
                  </a:tcPr>
                </a:tc>
                <a:tc>
                  <a:txBody>
                    <a:bodyPr/>
                    <a:lstStyle/>
                    <a:p>
                      <a:pPr indent="0" lvl="0" marL="0" marR="0" rtl="0" algn="ctr">
                        <a:lnSpc>
                          <a:spcPct val="115000"/>
                        </a:lnSpc>
                        <a:spcBef>
                          <a:spcPts val="0"/>
                        </a:spcBef>
                        <a:spcAft>
                          <a:spcPts val="0"/>
                        </a:spcAft>
                        <a:buNone/>
                      </a:pPr>
                      <a:r>
                        <a:rPr lang="es-419" sz="1100" u="none" cap="none" strike="noStrike">
                          <a:solidFill>
                            <a:schemeClr val="dk2"/>
                          </a:solidFill>
                        </a:rPr>
                        <a:t>anti_horario=1(giro antihorario)**</a:t>
                      </a:r>
                      <a:endParaRPr sz="1100" u="none" cap="none" strike="noStrike">
                        <a:solidFill>
                          <a:schemeClr val="dk2"/>
                        </a:solidFill>
                        <a:latin typeface="Arial"/>
                        <a:ea typeface="Arial"/>
                        <a:cs typeface="Arial"/>
                        <a:sym typeface="Arial"/>
                      </a:endParaRPr>
                    </a:p>
                  </a:txBody>
                  <a:tcPr marT="23400" marB="23400" marR="23400" marL="23400">
                    <a:solidFill>
                      <a:schemeClr val="lt1"/>
                    </a:solidFill>
                  </a:tcPr>
                </a:tc>
              </a:tr>
              <a:tr h="203950">
                <a:tc>
                  <a:txBody>
                    <a:bodyPr/>
                    <a:lstStyle/>
                    <a:p>
                      <a:pPr indent="0" lvl="0" marL="0" marR="0" rtl="0" algn="ctr">
                        <a:lnSpc>
                          <a:spcPct val="115000"/>
                        </a:lnSpc>
                        <a:spcBef>
                          <a:spcPts val="0"/>
                        </a:spcBef>
                        <a:spcAft>
                          <a:spcPts val="0"/>
                        </a:spcAft>
                        <a:buNone/>
                      </a:pPr>
                      <a:r>
                        <a:rPr lang="es-419" sz="1100" u="none" cap="none" strike="noStrike">
                          <a:solidFill>
                            <a:schemeClr val="dk2"/>
                          </a:solidFill>
                        </a:rPr>
                        <a:t>Cilindro rotatorio horario</a:t>
                      </a:r>
                      <a:endParaRPr sz="1100" u="none" cap="none" strike="noStrike">
                        <a:solidFill>
                          <a:schemeClr val="dk2"/>
                        </a:solidFill>
                        <a:latin typeface="Arial"/>
                        <a:ea typeface="Arial"/>
                        <a:cs typeface="Arial"/>
                        <a:sym typeface="Arial"/>
                      </a:endParaRPr>
                    </a:p>
                  </a:txBody>
                  <a:tcPr marT="23400" marB="23400" marR="23400" marL="23400">
                    <a:solidFill>
                      <a:schemeClr val="lt1"/>
                    </a:solidFill>
                  </a:tcPr>
                </a:tc>
                <a:tc>
                  <a:txBody>
                    <a:bodyPr/>
                    <a:lstStyle/>
                    <a:p>
                      <a:pPr indent="0" lvl="0" marL="0" marR="0" rtl="0" algn="ctr">
                        <a:lnSpc>
                          <a:spcPct val="115000"/>
                        </a:lnSpc>
                        <a:spcBef>
                          <a:spcPts val="0"/>
                        </a:spcBef>
                        <a:spcAft>
                          <a:spcPts val="0"/>
                        </a:spcAft>
                        <a:buNone/>
                      </a:pPr>
                      <a:r>
                        <a:rPr lang="es-419" sz="1100" u="none" cap="none" strike="noStrike">
                          <a:solidFill>
                            <a:schemeClr val="dk2"/>
                          </a:solidFill>
                        </a:rPr>
                        <a:t>horario</a:t>
                      </a:r>
                      <a:endParaRPr sz="1100" u="none" cap="none" strike="noStrike">
                        <a:solidFill>
                          <a:schemeClr val="dk2"/>
                        </a:solidFill>
                        <a:latin typeface="Arial"/>
                        <a:ea typeface="Arial"/>
                        <a:cs typeface="Arial"/>
                        <a:sym typeface="Arial"/>
                      </a:endParaRPr>
                    </a:p>
                  </a:txBody>
                  <a:tcPr marT="23400" marB="23400" marR="23400" marL="23400">
                    <a:solidFill>
                      <a:schemeClr val="lt1"/>
                    </a:solidFill>
                  </a:tcPr>
                </a:tc>
                <a:tc>
                  <a:txBody>
                    <a:bodyPr/>
                    <a:lstStyle/>
                    <a:p>
                      <a:pPr indent="0" lvl="0" marL="0" marR="0" rtl="0" algn="ctr">
                        <a:lnSpc>
                          <a:spcPct val="115000"/>
                        </a:lnSpc>
                        <a:spcBef>
                          <a:spcPts val="0"/>
                        </a:spcBef>
                        <a:spcAft>
                          <a:spcPts val="0"/>
                        </a:spcAft>
                        <a:buNone/>
                      </a:pPr>
                      <a:r>
                        <a:rPr lang="es-419" sz="1100" u="none" cap="none" strike="noStrike">
                          <a:solidFill>
                            <a:schemeClr val="dk2"/>
                          </a:solidFill>
                        </a:rPr>
                        <a:t>horario=1 (giro horario)**</a:t>
                      </a:r>
                      <a:endParaRPr sz="1100" u="none" cap="none" strike="noStrike">
                        <a:solidFill>
                          <a:schemeClr val="dk2"/>
                        </a:solidFill>
                        <a:latin typeface="Arial"/>
                        <a:ea typeface="Arial"/>
                        <a:cs typeface="Arial"/>
                        <a:sym typeface="Arial"/>
                      </a:endParaRPr>
                    </a:p>
                  </a:txBody>
                  <a:tcPr marT="23400" marB="23400" marR="23400" marL="23400">
                    <a:solidFill>
                      <a:schemeClr val="lt1"/>
                    </a:solidFill>
                  </a:tcPr>
                </a:tc>
              </a:tr>
              <a:tr h="224300">
                <a:tc>
                  <a:txBody>
                    <a:bodyPr/>
                    <a:lstStyle/>
                    <a:p>
                      <a:pPr indent="0" lvl="0" marL="0" marR="0" rtl="0" algn="ctr">
                        <a:lnSpc>
                          <a:spcPct val="115000"/>
                        </a:lnSpc>
                        <a:spcBef>
                          <a:spcPts val="0"/>
                        </a:spcBef>
                        <a:spcAft>
                          <a:spcPts val="0"/>
                        </a:spcAft>
                        <a:buNone/>
                      </a:pPr>
                      <a:r>
                        <a:rPr lang="es-419" sz="1100" u="none" cap="none" strike="noStrike">
                          <a:solidFill>
                            <a:schemeClr val="dk2"/>
                          </a:solidFill>
                        </a:rPr>
                        <a:t>Cilindro neumático doble</a:t>
                      </a:r>
                      <a:endParaRPr sz="1100" u="none" cap="none" strike="noStrike">
                        <a:solidFill>
                          <a:schemeClr val="dk2"/>
                        </a:solidFill>
                        <a:latin typeface="Arial"/>
                        <a:ea typeface="Arial"/>
                        <a:cs typeface="Arial"/>
                        <a:sym typeface="Arial"/>
                      </a:endParaRPr>
                    </a:p>
                  </a:txBody>
                  <a:tcPr marT="23400" marB="23400" marR="23400" marL="23400">
                    <a:solidFill>
                      <a:schemeClr val="lt1"/>
                    </a:solidFill>
                  </a:tcPr>
                </a:tc>
                <a:tc>
                  <a:txBody>
                    <a:bodyPr/>
                    <a:lstStyle/>
                    <a:p>
                      <a:pPr indent="0" lvl="0" marL="0" marR="0" rtl="0" algn="ctr">
                        <a:lnSpc>
                          <a:spcPct val="115000"/>
                        </a:lnSpc>
                        <a:spcBef>
                          <a:spcPts val="0"/>
                        </a:spcBef>
                        <a:spcAft>
                          <a:spcPts val="0"/>
                        </a:spcAft>
                        <a:buNone/>
                      </a:pPr>
                      <a:r>
                        <a:rPr lang="es-419" sz="1100" u="none" cap="none" strike="noStrike">
                          <a:solidFill>
                            <a:schemeClr val="dk2"/>
                          </a:solidFill>
                        </a:rPr>
                        <a:t>cil_doble</a:t>
                      </a:r>
                      <a:endParaRPr sz="1100" u="none" cap="none" strike="noStrike">
                        <a:solidFill>
                          <a:schemeClr val="dk2"/>
                        </a:solidFill>
                        <a:latin typeface="Arial"/>
                        <a:ea typeface="Arial"/>
                        <a:cs typeface="Arial"/>
                        <a:sym typeface="Arial"/>
                      </a:endParaRPr>
                    </a:p>
                  </a:txBody>
                  <a:tcPr marT="23400" marB="23400" marR="23400" marL="23400">
                    <a:solidFill>
                      <a:schemeClr val="lt1"/>
                    </a:solidFill>
                  </a:tcPr>
                </a:tc>
                <a:tc>
                  <a:txBody>
                    <a:bodyPr/>
                    <a:lstStyle/>
                    <a:p>
                      <a:pPr indent="0" lvl="0" marL="0" marR="0" rtl="0" algn="ctr">
                        <a:lnSpc>
                          <a:spcPct val="115000"/>
                        </a:lnSpc>
                        <a:spcBef>
                          <a:spcPts val="0"/>
                        </a:spcBef>
                        <a:spcAft>
                          <a:spcPts val="0"/>
                        </a:spcAft>
                        <a:buNone/>
                      </a:pPr>
                      <a:r>
                        <a:rPr lang="es-419" sz="1100" u="none" cap="none" strike="noStrike">
                          <a:solidFill>
                            <a:schemeClr val="dk2"/>
                          </a:solidFill>
                        </a:rPr>
                        <a:t>1 (extendido) / 0 (retraido)</a:t>
                      </a:r>
                      <a:endParaRPr sz="1100" u="none" cap="none" strike="noStrike">
                        <a:solidFill>
                          <a:schemeClr val="dk2"/>
                        </a:solidFill>
                        <a:latin typeface="Arial"/>
                        <a:ea typeface="Arial"/>
                        <a:cs typeface="Arial"/>
                        <a:sym typeface="Arial"/>
                      </a:endParaRPr>
                    </a:p>
                  </a:txBody>
                  <a:tcPr marT="23400" marB="23400" marR="23400" marL="23400">
                    <a:solidFill>
                      <a:schemeClr val="lt1"/>
                    </a:solidFill>
                  </a:tcPr>
                </a:tc>
              </a:tr>
              <a:tr h="219125">
                <a:tc>
                  <a:txBody>
                    <a:bodyPr/>
                    <a:lstStyle/>
                    <a:p>
                      <a:pPr indent="0" lvl="0" marL="0" marR="0" rtl="0" algn="ctr">
                        <a:lnSpc>
                          <a:spcPct val="115000"/>
                        </a:lnSpc>
                        <a:spcBef>
                          <a:spcPts val="0"/>
                        </a:spcBef>
                        <a:spcAft>
                          <a:spcPts val="0"/>
                        </a:spcAft>
                        <a:buNone/>
                      </a:pPr>
                      <a:r>
                        <a:rPr lang="es-419" sz="1100" u="none" cap="none" strike="noStrike">
                          <a:solidFill>
                            <a:schemeClr val="dk2"/>
                          </a:solidFill>
                        </a:rPr>
                        <a:t>Cilindro neumático de elevación</a:t>
                      </a:r>
                      <a:endParaRPr sz="1100" u="none" cap="none" strike="noStrike">
                        <a:solidFill>
                          <a:schemeClr val="dk2"/>
                        </a:solidFill>
                        <a:latin typeface="Arial"/>
                        <a:ea typeface="Arial"/>
                        <a:cs typeface="Arial"/>
                        <a:sym typeface="Arial"/>
                      </a:endParaRPr>
                    </a:p>
                  </a:txBody>
                  <a:tcPr marT="23400" marB="23400" marR="23400" marL="23400">
                    <a:solidFill>
                      <a:schemeClr val="lt1"/>
                    </a:solidFill>
                  </a:tcPr>
                </a:tc>
                <a:tc>
                  <a:txBody>
                    <a:bodyPr/>
                    <a:lstStyle/>
                    <a:p>
                      <a:pPr indent="0" lvl="0" marL="0" marR="0" rtl="0" algn="ctr">
                        <a:lnSpc>
                          <a:spcPct val="115000"/>
                        </a:lnSpc>
                        <a:spcBef>
                          <a:spcPts val="0"/>
                        </a:spcBef>
                        <a:spcAft>
                          <a:spcPts val="0"/>
                        </a:spcAft>
                        <a:buNone/>
                      </a:pPr>
                      <a:r>
                        <a:rPr lang="es-419" sz="1100" u="none" cap="none" strike="noStrike">
                          <a:solidFill>
                            <a:schemeClr val="dk2"/>
                          </a:solidFill>
                        </a:rPr>
                        <a:t>elevacion</a:t>
                      </a:r>
                      <a:endParaRPr sz="1100" u="none" cap="none" strike="noStrike">
                        <a:solidFill>
                          <a:schemeClr val="dk2"/>
                        </a:solidFill>
                        <a:latin typeface="Arial"/>
                        <a:ea typeface="Arial"/>
                        <a:cs typeface="Arial"/>
                        <a:sym typeface="Arial"/>
                      </a:endParaRPr>
                    </a:p>
                  </a:txBody>
                  <a:tcPr marT="23400" marB="23400" marR="23400" marL="23400">
                    <a:solidFill>
                      <a:schemeClr val="lt1"/>
                    </a:solidFill>
                  </a:tcPr>
                </a:tc>
                <a:tc>
                  <a:txBody>
                    <a:bodyPr/>
                    <a:lstStyle/>
                    <a:p>
                      <a:pPr indent="0" lvl="0" marL="0" marR="0" rtl="0" algn="ctr">
                        <a:lnSpc>
                          <a:spcPct val="115000"/>
                        </a:lnSpc>
                        <a:spcBef>
                          <a:spcPts val="0"/>
                        </a:spcBef>
                        <a:spcAft>
                          <a:spcPts val="0"/>
                        </a:spcAft>
                        <a:buNone/>
                      </a:pPr>
                      <a:r>
                        <a:rPr lang="es-419" sz="1100" u="none" cap="none" strike="noStrike">
                          <a:solidFill>
                            <a:schemeClr val="dk2"/>
                          </a:solidFill>
                        </a:rPr>
                        <a:t>1 (extendido) / 0 (retraido)</a:t>
                      </a:r>
                      <a:endParaRPr sz="1100" u="none" cap="none" strike="noStrike">
                        <a:solidFill>
                          <a:schemeClr val="dk2"/>
                        </a:solidFill>
                        <a:latin typeface="Arial"/>
                        <a:ea typeface="Arial"/>
                        <a:cs typeface="Arial"/>
                        <a:sym typeface="Arial"/>
                      </a:endParaRPr>
                    </a:p>
                  </a:txBody>
                  <a:tcPr marT="23400" marB="23400" marR="23400" marL="23400">
                    <a:solidFill>
                      <a:schemeClr val="lt1"/>
                    </a:solidFill>
                  </a:tcPr>
                </a:tc>
              </a:tr>
              <a:tr h="203950">
                <a:tc>
                  <a:txBody>
                    <a:bodyPr/>
                    <a:lstStyle/>
                    <a:p>
                      <a:pPr indent="0" lvl="0" marL="0" marR="0" rtl="0" algn="ctr">
                        <a:lnSpc>
                          <a:spcPct val="115000"/>
                        </a:lnSpc>
                        <a:spcBef>
                          <a:spcPts val="0"/>
                        </a:spcBef>
                        <a:spcAft>
                          <a:spcPts val="0"/>
                        </a:spcAft>
                        <a:buNone/>
                      </a:pPr>
                      <a:r>
                        <a:rPr lang="es-419" sz="1100" u="none" cap="none" strike="noStrike">
                          <a:solidFill>
                            <a:schemeClr val="dk2"/>
                          </a:solidFill>
                        </a:rPr>
                        <a:t>Pinza neumática cerrada </a:t>
                      </a:r>
                      <a:endParaRPr sz="1100" u="none" cap="none" strike="noStrike">
                        <a:solidFill>
                          <a:schemeClr val="dk2"/>
                        </a:solidFill>
                        <a:latin typeface="Arial"/>
                        <a:ea typeface="Arial"/>
                        <a:cs typeface="Arial"/>
                        <a:sym typeface="Arial"/>
                      </a:endParaRPr>
                    </a:p>
                  </a:txBody>
                  <a:tcPr marT="23400" marB="23400" marR="23400" marL="23400">
                    <a:solidFill>
                      <a:schemeClr val="lt1"/>
                    </a:solidFill>
                  </a:tcPr>
                </a:tc>
                <a:tc>
                  <a:txBody>
                    <a:bodyPr/>
                    <a:lstStyle/>
                    <a:p>
                      <a:pPr indent="0" lvl="0" marL="0" marR="0" rtl="0" algn="ctr">
                        <a:lnSpc>
                          <a:spcPct val="115000"/>
                        </a:lnSpc>
                        <a:spcBef>
                          <a:spcPts val="0"/>
                        </a:spcBef>
                        <a:spcAft>
                          <a:spcPts val="0"/>
                        </a:spcAft>
                        <a:buNone/>
                      </a:pPr>
                      <a:r>
                        <a:rPr lang="es-419" sz="1100" u="none" cap="none" strike="noStrike">
                          <a:solidFill>
                            <a:schemeClr val="dk2"/>
                          </a:solidFill>
                        </a:rPr>
                        <a:t>pinza_cerrada</a:t>
                      </a:r>
                      <a:endParaRPr sz="1100" u="none" cap="none" strike="noStrike">
                        <a:solidFill>
                          <a:schemeClr val="dk2"/>
                        </a:solidFill>
                        <a:latin typeface="Arial"/>
                        <a:ea typeface="Arial"/>
                        <a:cs typeface="Arial"/>
                        <a:sym typeface="Arial"/>
                      </a:endParaRPr>
                    </a:p>
                  </a:txBody>
                  <a:tcPr marT="23400" marB="23400" marR="23400" marL="23400">
                    <a:solidFill>
                      <a:schemeClr val="lt1"/>
                    </a:solidFill>
                  </a:tcPr>
                </a:tc>
                <a:tc>
                  <a:txBody>
                    <a:bodyPr/>
                    <a:lstStyle/>
                    <a:p>
                      <a:pPr indent="0" lvl="0" marL="0" marR="0" rtl="0" algn="ctr">
                        <a:lnSpc>
                          <a:spcPct val="115000"/>
                        </a:lnSpc>
                        <a:spcBef>
                          <a:spcPts val="0"/>
                        </a:spcBef>
                        <a:spcAft>
                          <a:spcPts val="0"/>
                        </a:spcAft>
                        <a:buNone/>
                      </a:pPr>
                      <a:r>
                        <a:rPr lang="es-419" sz="1100" u="none" cap="none" strike="noStrike">
                          <a:solidFill>
                            <a:schemeClr val="dk2"/>
                          </a:solidFill>
                        </a:rPr>
                        <a:t>pinza_cerrada=1(pinza se cierra)**</a:t>
                      </a:r>
                      <a:endParaRPr sz="1100" u="none" cap="none" strike="noStrike">
                        <a:solidFill>
                          <a:schemeClr val="dk2"/>
                        </a:solidFill>
                        <a:latin typeface="Arial"/>
                        <a:ea typeface="Arial"/>
                        <a:cs typeface="Arial"/>
                        <a:sym typeface="Arial"/>
                      </a:endParaRPr>
                    </a:p>
                  </a:txBody>
                  <a:tcPr marT="23400" marB="23400" marR="23400" marL="23400">
                    <a:solidFill>
                      <a:schemeClr val="lt1"/>
                    </a:solidFill>
                  </a:tcPr>
                </a:tc>
              </a:tr>
              <a:tr h="203950">
                <a:tc>
                  <a:txBody>
                    <a:bodyPr/>
                    <a:lstStyle/>
                    <a:p>
                      <a:pPr indent="0" lvl="0" marL="0" marR="0" rtl="0" algn="ctr">
                        <a:lnSpc>
                          <a:spcPct val="115000"/>
                        </a:lnSpc>
                        <a:spcBef>
                          <a:spcPts val="0"/>
                        </a:spcBef>
                        <a:spcAft>
                          <a:spcPts val="0"/>
                        </a:spcAft>
                        <a:buNone/>
                      </a:pPr>
                      <a:r>
                        <a:rPr lang="es-419" sz="1100" u="none" cap="none" strike="noStrike">
                          <a:solidFill>
                            <a:schemeClr val="dk2"/>
                          </a:solidFill>
                        </a:rPr>
                        <a:t>Pinza neumática abierta</a:t>
                      </a:r>
                      <a:endParaRPr sz="1100" u="none" cap="none" strike="noStrike">
                        <a:solidFill>
                          <a:schemeClr val="dk2"/>
                        </a:solidFill>
                        <a:latin typeface="Arial"/>
                        <a:ea typeface="Arial"/>
                        <a:cs typeface="Arial"/>
                        <a:sym typeface="Arial"/>
                      </a:endParaRPr>
                    </a:p>
                  </a:txBody>
                  <a:tcPr marT="23400" marB="23400" marR="23400" marL="23400">
                    <a:solidFill>
                      <a:schemeClr val="lt1"/>
                    </a:solidFill>
                  </a:tcPr>
                </a:tc>
                <a:tc>
                  <a:txBody>
                    <a:bodyPr/>
                    <a:lstStyle/>
                    <a:p>
                      <a:pPr indent="0" lvl="0" marL="0" marR="0" rtl="0" algn="ctr">
                        <a:lnSpc>
                          <a:spcPct val="115000"/>
                        </a:lnSpc>
                        <a:spcBef>
                          <a:spcPts val="0"/>
                        </a:spcBef>
                        <a:spcAft>
                          <a:spcPts val="0"/>
                        </a:spcAft>
                        <a:buNone/>
                      </a:pPr>
                      <a:r>
                        <a:rPr lang="es-419" sz="1100" u="none" cap="none" strike="noStrike">
                          <a:solidFill>
                            <a:schemeClr val="dk2"/>
                          </a:solidFill>
                        </a:rPr>
                        <a:t>pinza_abierto</a:t>
                      </a:r>
                      <a:endParaRPr sz="1100" u="none" cap="none" strike="noStrike">
                        <a:solidFill>
                          <a:schemeClr val="dk2"/>
                        </a:solidFill>
                        <a:latin typeface="Arial"/>
                        <a:ea typeface="Arial"/>
                        <a:cs typeface="Arial"/>
                        <a:sym typeface="Arial"/>
                      </a:endParaRPr>
                    </a:p>
                  </a:txBody>
                  <a:tcPr marT="23400" marB="23400" marR="23400" marL="23400">
                    <a:solidFill>
                      <a:schemeClr val="lt1"/>
                    </a:solidFill>
                  </a:tcPr>
                </a:tc>
                <a:tc>
                  <a:txBody>
                    <a:bodyPr/>
                    <a:lstStyle/>
                    <a:p>
                      <a:pPr indent="0" lvl="0" marL="0" marR="0" rtl="0" algn="ctr">
                        <a:lnSpc>
                          <a:spcPct val="115000"/>
                        </a:lnSpc>
                        <a:spcBef>
                          <a:spcPts val="0"/>
                        </a:spcBef>
                        <a:spcAft>
                          <a:spcPts val="0"/>
                        </a:spcAft>
                        <a:buNone/>
                      </a:pPr>
                      <a:r>
                        <a:rPr lang="es-419" sz="1100" u="none" cap="none" strike="noStrike">
                          <a:solidFill>
                            <a:schemeClr val="dk2"/>
                          </a:solidFill>
                        </a:rPr>
                        <a:t>pinza_abierto=1(pinza se abre)** </a:t>
                      </a:r>
                      <a:endParaRPr sz="1100" u="none" cap="none" strike="noStrike">
                        <a:solidFill>
                          <a:schemeClr val="dk2"/>
                        </a:solidFill>
                        <a:latin typeface="Arial"/>
                        <a:ea typeface="Arial"/>
                        <a:cs typeface="Arial"/>
                        <a:sym typeface="Arial"/>
                      </a:endParaRPr>
                    </a:p>
                  </a:txBody>
                  <a:tcPr marT="23400" marB="23400" marR="23400" marL="23400">
                    <a:solidFill>
                      <a:schemeClr val="lt1"/>
                    </a:solidFill>
                  </a:tcPr>
                </a:tc>
              </a:tr>
              <a:tr h="203950">
                <a:tc>
                  <a:txBody>
                    <a:bodyPr/>
                    <a:lstStyle/>
                    <a:p>
                      <a:pPr indent="0" lvl="0" marL="0" marR="0" rtl="0" algn="ctr">
                        <a:lnSpc>
                          <a:spcPct val="115000"/>
                        </a:lnSpc>
                        <a:spcBef>
                          <a:spcPts val="0"/>
                        </a:spcBef>
                        <a:spcAft>
                          <a:spcPts val="0"/>
                        </a:spcAft>
                        <a:buNone/>
                      </a:pPr>
                      <a:r>
                        <a:rPr lang="es-419" sz="1100" u="none" cap="none" strike="noStrike">
                          <a:solidFill>
                            <a:schemeClr val="dk2"/>
                          </a:solidFill>
                        </a:rPr>
                        <a:t>Sensor magnético de cil_doble (extendido)</a:t>
                      </a:r>
                      <a:endParaRPr sz="1100" u="none" cap="none" strike="noStrike">
                        <a:solidFill>
                          <a:schemeClr val="dk2"/>
                        </a:solidFill>
                        <a:latin typeface="Arial"/>
                        <a:ea typeface="Arial"/>
                        <a:cs typeface="Arial"/>
                        <a:sym typeface="Arial"/>
                      </a:endParaRPr>
                    </a:p>
                  </a:txBody>
                  <a:tcPr marT="23400" marB="23400" marR="23400" marL="23400">
                    <a:solidFill>
                      <a:schemeClr val="lt1"/>
                    </a:solidFill>
                  </a:tcPr>
                </a:tc>
                <a:tc>
                  <a:txBody>
                    <a:bodyPr/>
                    <a:lstStyle/>
                    <a:p>
                      <a:pPr indent="0" lvl="0" marL="0" marR="0" rtl="0" algn="ctr">
                        <a:lnSpc>
                          <a:spcPct val="115000"/>
                        </a:lnSpc>
                        <a:spcBef>
                          <a:spcPts val="0"/>
                        </a:spcBef>
                        <a:spcAft>
                          <a:spcPts val="0"/>
                        </a:spcAft>
                        <a:buNone/>
                      </a:pPr>
                      <a:r>
                        <a:rPr lang="es-419" sz="1100" u="none" cap="none" strike="noStrike">
                          <a:solidFill>
                            <a:schemeClr val="dk2"/>
                          </a:solidFill>
                        </a:rPr>
                        <a:t>CIL_RET</a:t>
                      </a:r>
                      <a:endParaRPr sz="1100" u="none" cap="none" strike="noStrike">
                        <a:solidFill>
                          <a:schemeClr val="dk2"/>
                        </a:solidFill>
                        <a:latin typeface="Arial"/>
                        <a:ea typeface="Arial"/>
                        <a:cs typeface="Arial"/>
                        <a:sym typeface="Arial"/>
                      </a:endParaRPr>
                    </a:p>
                  </a:txBody>
                  <a:tcPr marT="23400" marB="23400" marR="23400" marL="23400">
                    <a:solidFill>
                      <a:schemeClr val="lt1"/>
                    </a:solidFill>
                  </a:tcPr>
                </a:tc>
                <a:tc>
                  <a:txBody>
                    <a:bodyPr/>
                    <a:lstStyle/>
                    <a:p>
                      <a:pPr indent="0" lvl="0" marL="0" marR="0" rtl="0" algn="ctr">
                        <a:lnSpc>
                          <a:spcPct val="115000"/>
                        </a:lnSpc>
                        <a:spcBef>
                          <a:spcPts val="0"/>
                        </a:spcBef>
                        <a:spcAft>
                          <a:spcPts val="0"/>
                        </a:spcAft>
                        <a:buNone/>
                      </a:pPr>
                      <a:r>
                        <a:rPr lang="es-419" sz="1100" u="none" cap="none" strike="noStrike">
                          <a:solidFill>
                            <a:schemeClr val="dk2"/>
                          </a:solidFill>
                        </a:rPr>
                        <a:t> </a:t>
                      </a:r>
                      <a:endParaRPr sz="1100" u="none" cap="none" strike="noStrike">
                        <a:solidFill>
                          <a:schemeClr val="dk2"/>
                        </a:solidFill>
                        <a:latin typeface="Arial"/>
                        <a:ea typeface="Arial"/>
                        <a:cs typeface="Arial"/>
                        <a:sym typeface="Arial"/>
                      </a:endParaRPr>
                    </a:p>
                  </a:txBody>
                  <a:tcPr marT="23400" marB="23400" marR="23400" marL="23400">
                    <a:solidFill>
                      <a:schemeClr val="lt1"/>
                    </a:solidFill>
                  </a:tcPr>
                </a:tc>
              </a:tr>
              <a:tr h="203950">
                <a:tc>
                  <a:txBody>
                    <a:bodyPr/>
                    <a:lstStyle/>
                    <a:p>
                      <a:pPr indent="0" lvl="0" marL="0" marR="0" rtl="0" algn="ctr">
                        <a:lnSpc>
                          <a:spcPct val="115000"/>
                        </a:lnSpc>
                        <a:spcBef>
                          <a:spcPts val="0"/>
                        </a:spcBef>
                        <a:spcAft>
                          <a:spcPts val="0"/>
                        </a:spcAft>
                        <a:buNone/>
                      </a:pPr>
                      <a:r>
                        <a:rPr lang="es-419" sz="1100" u="none" cap="none" strike="noStrike">
                          <a:solidFill>
                            <a:schemeClr val="dk2"/>
                          </a:solidFill>
                        </a:rPr>
                        <a:t>Sensor magnético de cil_doble (extendido)</a:t>
                      </a:r>
                      <a:endParaRPr sz="1100" u="none" cap="none" strike="noStrike">
                        <a:solidFill>
                          <a:schemeClr val="dk2"/>
                        </a:solidFill>
                        <a:latin typeface="Arial"/>
                        <a:ea typeface="Arial"/>
                        <a:cs typeface="Arial"/>
                        <a:sym typeface="Arial"/>
                      </a:endParaRPr>
                    </a:p>
                  </a:txBody>
                  <a:tcPr marT="23400" marB="23400" marR="23400" marL="23400">
                    <a:solidFill>
                      <a:schemeClr val="lt1"/>
                    </a:solidFill>
                  </a:tcPr>
                </a:tc>
                <a:tc>
                  <a:txBody>
                    <a:bodyPr/>
                    <a:lstStyle/>
                    <a:p>
                      <a:pPr indent="0" lvl="0" marL="0" marR="0" rtl="0" algn="ctr">
                        <a:lnSpc>
                          <a:spcPct val="115000"/>
                        </a:lnSpc>
                        <a:spcBef>
                          <a:spcPts val="0"/>
                        </a:spcBef>
                        <a:spcAft>
                          <a:spcPts val="0"/>
                        </a:spcAft>
                        <a:buNone/>
                      </a:pPr>
                      <a:r>
                        <a:rPr lang="es-419" sz="1100" u="none" cap="none" strike="noStrike">
                          <a:solidFill>
                            <a:schemeClr val="dk2"/>
                          </a:solidFill>
                        </a:rPr>
                        <a:t>CIL_EXT</a:t>
                      </a:r>
                      <a:endParaRPr sz="1100" u="none" cap="none" strike="noStrike">
                        <a:solidFill>
                          <a:schemeClr val="dk2"/>
                        </a:solidFill>
                        <a:latin typeface="Arial"/>
                        <a:ea typeface="Arial"/>
                        <a:cs typeface="Arial"/>
                        <a:sym typeface="Arial"/>
                      </a:endParaRPr>
                    </a:p>
                  </a:txBody>
                  <a:tcPr marT="23400" marB="23400" marR="23400" marL="23400">
                    <a:solidFill>
                      <a:schemeClr val="lt1"/>
                    </a:solidFill>
                  </a:tcPr>
                </a:tc>
                <a:tc>
                  <a:txBody>
                    <a:bodyPr/>
                    <a:lstStyle/>
                    <a:p>
                      <a:pPr indent="0" lvl="0" marL="0" marR="0" rtl="0" algn="ctr">
                        <a:lnSpc>
                          <a:spcPct val="115000"/>
                        </a:lnSpc>
                        <a:spcBef>
                          <a:spcPts val="0"/>
                        </a:spcBef>
                        <a:spcAft>
                          <a:spcPts val="0"/>
                        </a:spcAft>
                        <a:buNone/>
                      </a:pPr>
                      <a:r>
                        <a:t/>
                      </a:r>
                      <a:endParaRPr sz="1100" u="none" cap="none" strike="noStrike">
                        <a:solidFill>
                          <a:schemeClr val="dk2"/>
                        </a:solidFill>
                        <a:latin typeface="Arial"/>
                        <a:ea typeface="Arial"/>
                        <a:cs typeface="Arial"/>
                        <a:sym typeface="Arial"/>
                      </a:endParaRPr>
                    </a:p>
                  </a:txBody>
                  <a:tcPr marT="23400" marB="23400" marR="23400" marL="23400">
                    <a:solidFill>
                      <a:schemeClr val="lt1"/>
                    </a:solidFill>
                  </a:tcPr>
                </a:tc>
              </a:tr>
              <a:tr h="203950">
                <a:tc>
                  <a:txBody>
                    <a:bodyPr/>
                    <a:lstStyle/>
                    <a:p>
                      <a:pPr indent="0" lvl="0" marL="0" marR="0" rtl="0" algn="ctr">
                        <a:lnSpc>
                          <a:spcPct val="115000"/>
                        </a:lnSpc>
                        <a:spcBef>
                          <a:spcPts val="0"/>
                        </a:spcBef>
                        <a:spcAft>
                          <a:spcPts val="0"/>
                        </a:spcAft>
                        <a:buNone/>
                      </a:pPr>
                      <a:r>
                        <a:rPr lang="es-419" sz="1100" u="none" cap="none" strike="noStrike">
                          <a:solidFill>
                            <a:schemeClr val="dk2"/>
                          </a:solidFill>
                        </a:rPr>
                        <a:t>Sensor magnético de giro antihorario</a:t>
                      </a:r>
                      <a:endParaRPr sz="1100" u="none" cap="none" strike="noStrike">
                        <a:solidFill>
                          <a:schemeClr val="dk2"/>
                        </a:solidFill>
                        <a:latin typeface="Arial"/>
                        <a:ea typeface="Arial"/>
                        <a:cs typeface="Arial"/>
                        <a:sym typeface="Arial"/>
                      </a:endParaRPr>
                    </a:p>
                  </a:txBody>
                  <a:tcPr marT="23400" marB="23400" marR="23400" marL="23400">
                    <a:solidFill>
                      <a:schemeClr val="lt1"/>
                    </a:solidFill>
                  </a:tcPr>
                </a:tc>
                <a:tc>
                  <a:txBody>
                    <a:bodyPr/>
                    <a:lstStyle/>
                    <a:p>
                      <a:pPr indent="0" lvl="0" marL="0" marR="0" rtl="0" algn="ctr">
                        <a:lnSpc>
                          <a:spcPct val="115000"/>
                        </a:lnSpc>
                        <a:spcBef>
                          <a:spcPts val="0"/>
                        </a:spcBef>
                        <a:spcAft>
                          <a:spcPts val="0"/>
                        </a:spcAft>
                        <a:buNone/>
                      </a:pPr>
                      <a:r>
                        <a:rPr lang="es-419" sz="1100" u="none" cap="none" strike="noStrike">
                          <a:solidFill>
                            <a:schemeClr val="dk2"/>
                          </a:solidFill>
                        </a:rPr>
                        <a:t>ROT_IZQU</a:t>
                      </a:r>
                      <a:endParaRPr sz="1100" u="none" cap="none" strike="noStrike">
                        <a:solidFill>
                          <a:schemeClr val="dk2"/>
                        </a:solidFill>
                        <a:latin typeface="Arial"/>
                        <a:ea typeface="Arial"/>
                        <a:cs typeface="Arial"/>
                        <a:sym typeface="Arial"/>
                      </a:endParaRPr>
                    </a:p>
                  </a:txBody>
                  <a:tcPr marT="23400" marB="23400" marR="23400" marL="23400">
                    <a:solidFill>
                      <a:schemeClr val="lt1"/>
                    </a:solidFill>
                  </a:tcPr>
                </a:tc>
                <a:tc>
                  <a:txBody>
                    <a:bodyPr/>
                    <a:lstStyle/>
                    <a:p>
                      <a:pPr indent="0" lvl="0" marL="0" marR="0" rtl="0" algn="ctr">
                        <a:lnSpc>
                          <a:spcPct val="115000"/>
                        </a:lnSpc>
                        <a:spcBef>
                          <a:spcPts val="0"/>
                        </a:spcBef>
                        <a:spcAft>
                          <a:spcPts val="0"/>
                        </a:spcAft>
                        <a:buNone/>
                      </a:pPr>
                      <a:r>
                        <a:rPr lang="es-419" sz="1100" u="none" cap="none" strike="noStrike">
                          <a:solidFill>
                            <a:schemeClr val="dk2"/>
                          </a:solidFill>
                        </a:rPr>
                        <a:t> </a:t>
                      </a:r>
                      <a:endParaRPr sz="1100" u="none" cap="none" strike="noStrike">
                        <a:solidFill>
                          <a:schemeClr val="dk2"/>
                        </a:solidFill>
                        <a:latin typeface="Arial"/>
                        <a:ea typeface="Arial"/>
                        <a:cs typeface="Arial"/>
                        <a:sym typeface="Arial"/>
                      </a:endParaRPr>
                    </a:p>
                  </a:txBody>
                  <a:tcPr marT="23400" marB="23400" marR="23400" marL="23400">
                    <a:solidFill>
                      <a:schemeClr val="lt1"/>
                    </a:solidFill>
                  </a:tcPr>
                </a:tc>
              </a:tr>
              <a:tr h="203950">
                <a:tc>
                  <a:txBody>
                    <a:bodyPr/>
                    <a:lstStyle/>
                    <a:p>
                      <a:pPr indent="0" lvl="0" marL="0" marR="0" rtl="0" algn="ctr">
                        <a:lnSpc>
                          <a:spcPct val="115000"/>
                        </a:lnSpc>
                        <a:spcBef>
                          <a:spcPts val="0"/>
                        </a:spcBef>
                        <a:spcAft>
                          <a:spcPts val="0"/>
                        </a:spcAft>
                        <a:buNone/>
                      </a:pPr>
                      <a:r>
                        <a:rPr lang="es-419" sz="1100" u="none" cap="none" strike="noStrike">
                          <a:solidFill>
                            <a:schemeClr val="dk2"/>
                          </a:solidFill>
                        </a:rPr>
                        <a:t>Sensor magnético de giro horario</a:t>
                      </a:r>
                      <a:endParaRPr sz="1100" u="none" cap="none" strike="noStrike">
                        <a:solidFill>
                          <a:schemeClr val="dk2"/>
                        </a:solidFill>
                        <a:latin typeface="Arial"/>
                        <a:ea typeface="Arial"/>
                        <a:cs typeface="Arial"/>
                        <a:sym typeface="Arial"/>
                      </a:endParaRPr>
                    </a:p>
                  </a:txBody>
                  <a:tcPr marT="23400" marB="23400" marR="23400" marL="23400">
                    <a:solidFill>
                      <a:schemeClr val="lt1"/>
                    </a:solidFill>
                  </a:tcPr>
                </a:tc>
                <a:tc>
                  <a:txBody>
                    <a:bodyPr/>
                    <a:lstStyle/>
                    <a:p>
                      <a:pPr indent="0" lvl="0" marL="0" marR="0" rtl="0" algn="ctr">
                        <a:lnSpc>
                          <a:spcPct val="115000"/>
                        </a:lnSpc>
                        <a:spcBef>
                          <a:spcPts val="0"/>
                        </a:spcBef>
                        <a:spcAft>
                          <a:spcPts val="0"/>
                        </a:spcAft>
                        <a:buNone/>
                      </a:pPr>
                      <a:r>
                        <a:rPr lang="es-419" sz="1100" u="none" cap="none" strike="noStrike">
                          <a:solidFill>
                            <a:schemeClr val="dk2"/>
                          </a:solidFill>
                        </a:rPr>
                        <a:t>ROT_DER</a:t>
                      </a:r>
                      <a:endParaRPr sz="1100" u="none" cap="none" strike="noStrike">
                        <a:solidFill>
                          <a:schemeClr val="dk2"/>
                        </a:solidFill>
                        <a:latin typeface="Arial"/>
                        <a:ea typeface="Arial"/>
                        <a:cs typeface="Arial"/>
                        <a:sym typeface="Arial"/>
                      </a:endParaRPr>
                    </a:p>
                  </a:txBody>
                  <a:tcPr marT="23400" marB="23400" marR="23400" marL="23400">
                    <a:solidFill>
                      <a:schemeClr val="lt1"/>
                    </a:solidFill>
                  </a:tcPr>
                </a:tc>
                <a:tc>
                  <a:txBody>
                    <a:bodyPr/>
                    <a:lstStyle/>
                    <a:p>
                      <a:pPr indent="0" lvl="0" marL="0" marR="0" rtl="0" algn="ctr">
                        <a:lnSpc>
                          <a:spcPct val="115000"/>
                        </a:lnSpc>
                        <a:spcBef>
                          <a:spcPts val="0"/>
                        </a:spcBef>
                        <a:spcAft>
                          <a:spcPts val="0"/>
                        </a:spcAft>
                        <a:buNone/>
                      </a:pPr>
                      <a:r>
                        <a:rPr lang="es-419" sz="1100" u="none" cap="none" strike="noStrike">
                          <a:solidFill>
                            <a:schemeClr val="dk2"/>
                          </a:solidFill>
                        </a:rPr>
                        <a:t> </a:t>
                      </a:r>
                      <a:endParaRPr sz="1100" u="none" cap="none" strike="noStrike">
                        <a:solidFill>
                          <a:schemeClr val="dk2"/>
                        </a:solidFill>
                        <a:latin typeface="Arial"/>
                        <a:ea typeface="Arial"/>
                        <a:cs typeface="Arial"/>
                        <a:sym typeface="Arial"/>
                      </a:endParaRPr>
                    </a:p>
                  </a:txBody>
                  <a:tcPr marT="23400" marB="23400" marR="23400" marL="23400">
                    <a:solidFill>
                      <a:schemeClr val="lt1"/>
                    </a:solidFill>
                  </a:tcPr>
                </a:tc>
              </a:tr>
              <a:tr h="203950">
                <a:tc>
                  <a:txBody>
                    <a:bodyPr/>
                    <a:lstStyle/>
                    <a:p>
                      <a:pPr indent="0" lvl="0" marL="0" marR="0" rtl="0" algn="ctr">
                        <a:lnSpc>
                          <a:spcPct val="115000"/>
                        </a:lnSpc>
                        <a:spcBef>
                          <a:spcPts val="0"/>
                        </a:spcBef>
                        <a:spcAft>
                          <a:spcPts val="0"/>
                        </a:spcAft>
                        <a:buNone/>
                      </a:pPr>
                      <a:r>
                        <a:rPr lang="es-419" sz="1100" u="none" cap="none" strike="noStrike">
                          <a:solidFill>
                            <a:schemeClr val="dk2"/>
                          </a:solidFill>
                        </a:rPr>
                        <a:t>Sensor magnético elevacion (extendido)</a:t>
                      </a:r>
                      <a:endParaRPr sz="1100" u="none" cap="none" strike="noStrike">
                        <a:solidFill>
                          <a:schemeClr val="dk2"/>
                        </a:solidFill>
                        <a:latin typeface="Arial"/>
                        <a:ea typeface="Arial"/>
                        <a:cs typeface="Arial"/>
                        <a:sym typeface="Arial"/>
                      </a:endParaRPr>
                    </a:p>
                  </a:txBody>
                  <a:tcPr marT="23400" marB="23400" marR="23400" marL="23400">
                    <a:solidFill>
                      <a:schemeClr val="lt1"/>
                    </a:solidFill>
                  </a:tcPr>
                </a:tc>
                <a:tc>
                  <a:txBody>
                    <a:bodyPr/>
                    <a:lstStyle/>
                    <a:p>
                      <a:pPr indent="0" lvl="0" marL="0" marR="0" rtl="0" algn="ctr">
                        <a:lnSpc>
                          <a:spcPct val="115000"/>
                        </a:lnSpc>
                        <a:spcBef>
                          <a:spcPts val="0"/>
                        </a:spcBef>
                        <a:spcAft>
                          <a:spcPts val="0"/>
                        </a:spcAft>
                        <a:buNone/>
                      </a:pPr>
                      <a:r>
                        <a:rPr lang="es-419" sz="1100" u="none" cap="none" strike="noStrike">
                          <a:solidFill>
                            <a:schemeClr val="dk2"/>
                          </a:solidFill>
                        </a:rPr>
                        <a:t>CIL_ARRIBA</a:t>
                      </a:r>
                      <a:endParaRPr sz="1100" u="none" cap="none" strike="noStrike">
                        <a:solidFill>
                          <a:schemeClr val="dk2"/>
                        </a:solidFill>
                        <a:latin typeface="Arial"/>
                        <a:ea typeface="Arial"/>
                        <a:cs typeface="Arial"/>
                        <a:sym typeface="Arial"/>
                      </a:endParaRPr>
                    </a:p>
                  </a:txBody>
                  <a:tcPr marT="23400" marB="23400" marR="23400" marL="23400">
                    <a:solidFill>
                      <a:schemeClr val="lt1"/>
                    </a:solidFill>
                  </a:tcPr>
                </a:tc>
                <a:tc>
                  <a:txBody>
                    <a:bodyPr/>
                    <a:lstStyle/>
                    <a:p>
                      <a:pPr indent="0" lvl="0" marL="0" marR="0" rtl="0" algn="ctr">
                        <a:lnSpc>
                          <a:spcPct val="115000"/>
                        </a:lnSpc>
                        <a:spcBef>
                          <a:spcPts val="0"/>
                        </a:spcBef>
                        <a:spcAft>
                          <a:spcPts val="0"/>
                        </a:spcAft>
                        <a:buNone/>
                      </a:pPr>
                      <a:r>
                        <a:rPr lang="es-419" sz="1100" u="none" cap="none" strike="noStrike">
                          <a:solidFill>
                            <a:schemeClr val="dk2"/>
                          </a:solidFill>
                        </a:rPr>
                        <a:t> </a:t>
                      </a:r>
                      <a:endParaRPr sz="1100" u="none" cap="none" strike="noStrike">
                        <a:solidFill>
                          <a:schemeClr val="dk2"/>
                        </a:solidFill>
                        <a:latin typeface="Arial"/>
                        <a:ea typeface="Arial"/>
                        <a:cs typeface="Arial"/>
                        <a:sym typeface="Arial"/>
                      </a:endParaRPr>
                    </a:p>
                  </a:txBody>
                  <a:tcPr marT="23400" marB="23400" marR="23400" marL="23400">
                    <a:solidFill>
                      <a:schemeClr val="lt1"/>
                    </a:solidFill>
                  </a:tcPr>
                </a:tc>
              </a:tr>
              <a:tr h="209700">
                <a:tc>
                  <a:txBody>
                    <a:bodyPr/>
                    <a:lstStyle/>
                    <a:p>
                      <a:pPr indent="0" lvl="0" marL="0" marR="0" rtl="0" algn="ctr">
                        <a:lnSpc>
                          <a:spcPct val="115000"/>
                        </a:lnSpc>
                        <a:spcBef>
                          <a:spcPts val="0"/>
                        </a:spcBef>
                        <a:spcAft>
                          <a:spcPts val="0"/>
                        </a:spcAft>
                        <a:buNone/>
                      </a:pPr>
                      <a:r>
                        <a:rPr lang="es-419" sz="1100" u="none" cap="none" strike="noStrike">
                          <a:solidFill>
                            <a:schemeClr val="dk2"/>
                          </a:solidFill>
                        </a:rPr>
                        <a:t>Sensor magnético elevacion (retraído)</a:t>
                      </a:r>
                      <a:endParaRPr sz="1100" u="none" cap="none" strike="noStrike">
                        <a:solidFill>
                          <a:schemeClr val="dk2"/>
                        </a:solidFill>
                        <a:latin typeface="Arial"/>
                        <a:ea typeface="Arial"/>
                        <a:cs typeface="Arial"/>
                        <a:sym typeface="Arial"/>
                      </a:endParaRPr>
                    </a:p>
                  </a:txBody>
                  <a:tcPr marT="23400" marB="23400" marR="23400" marL="23400">
                    <a:solidFill>
                      <a:schemeClr val="lt1"/>
                    </a:solidFill>
                  </a:tcPr>
                </a:tc>
                <a:tc>
                  <a:txBody>
                    <a:bodyPr/>
                    <a:lstStyle/>
                    <a:p>
                      <a:pPr indent="0" lvl="0" marL="0" marR="0" rtl="0" algn="ctr">
                        <a:lnSpc>
                          <a:spcPct val="115000"/>
                        </a:lnSpc>
                        <a:spcBef>
                          <a:spcPts val="0"/>
                        </a:spcBef>
                        <a:spcAft>
                          <a:spcPts val="0"/>
                        </a:spcAft>
                        <a:buNone/>
                      </a:pPr>
                      <a:r>
                        <a:rPr lang="es-419" sz="1100" u="none" cap="none" strike="noStrike">
                          <a:solidFill>
                            <a:schemeClr val="dk2"/>
                          </a:solidFill>
                        </a:rPr>
                        <a:t>CIL_ABAJO</a:t>
                      </a:r>
                      <a:endParaRPr sz="1100" u="none" cap="none" strike="noStrike">
                        <a:solidFill>
                          <a:schemeClr val="dk2"/>
                        </a:solidFill>
                        <a:latin typeface="Arial"/>
                        <a:ea typeface="Arial"/>
                        <a:cs typeface="Arial"/>
                        <a:sym typeface="Arial"/>
                      </a:endParaRPr>
                    </a:p>
                  </a:txBody>
                  <a:tcPr marT="23400" marB="23400" marR="23400" marL="23400">
                    <a:solidFill>
                      <a:schemeClr val="lt1"/>
                    </a:solidFill>
                  </a:tcPr>
                </a:tc>
                <a:tc>
                  <a:txBody>
                    <a:bodyPr/>
                    <a:lstStyle/>
                    <a:p>
                      <a:pPr indent="0" lvl="0" marL="0" marR="0" rtl="0" algn="ctr">
                        <a:lnSpc>
                          <a:spcPct val="120000"/>
                        </a:lnSpc>
                        <a:spcBef>
                          <a:spcPts val="0"/>
                        </a:spcBef>
                        <a:spcAft>
                          <a:spcPts val="0"/>
                        </a:spcAft>
                        <a:buNone/>
                      </a:pPr>
                      <a:r>
                        <a:rPr lang="es-419" sz="1100" u="none" cap="none" strike="noStrike">
                          <a:solidFill>
                            <a:schemeClr val="dk2"/>
                          </a:solidFill>
                        </a:rPr>
                        <a:t> </a:t>
                      </a:r>
                      <a:endParaRPr sz="1100" u="none" cap="none" strike="noStrike">
                        <a:solidFill>
                          <a:schemeClr val="dk2"/>
                        </a:solidFill>
                        <a:latin typeface="Arial"/>
                        <a:ea typeface="Arial"/>
                        <a:cs typeface="Arial"/>
                        <a:sym typeface="Arial"/>
                      </a:endParaRPr>
                    </a:p>
                  </a:txBody>
                  <a:tcPr marT="23400" marB="23400" marR="23400" marL="23400">
                    <a:solidFill>
                      <a:schemeClr val="lt1"/>
                    </a:solidFill>
                  </a:tcPr>
                </a:tc>
              </a:tr>
              <a:tr h="209700">
                <a:tc>
                  <a:txBody>
                    <a:bodyPr/>
                    <a:lstStyle/>
                    <a:p>
                      <a:pPr indent="0" lvl="0" marL="0" marR="0" rtl="0" algn="ctr">
                        <a:lnSpc>
                          <a:spcPct val="115000"/>
                        </a:lnSpc>
                        <a:spcBef>
                          <a:spcPts val="0"/>
                        </a:spcBef>
                        <a:spcAft>
                          <a:spcPts val="0"/>
                        </a:spcAft>
                        <a:buNone/>
                      </a:pPr>
                      <a:r>
                        <a:rPr lang="es-419" sz="1100" u="none" cap="none" strike="noStrike">
                          <a:solidFill>
                            <a:schemeClr val="dk2"/>
                          </a:solidFill>
                        </a:rPr>
                        <a:t>Pinza neumátical</a:t>
                      </a:r>
                      <a:endParaRPr sz="1100" u="none" cap="none" strike="noStrike">
                        <a:solidFill>
                          <a:schemeClr val="dk2"/>
                        </a:solidFill>
                        <a:latin typeface="Arial"/>
                        <a:ea typeface="Arial"/>
                        <a:cs typeface="Arial"/>
                        <a:sym typeface="Arial"/>
                      </a:endParaRPr>
                    </a:p>
                  </a:txBody>
                  <a:tcPr marT="23400" marB="23400" marR="23400" marL="23400">
                    <a:solidFill>
                      <a:schemeClr val="lt1"/>
                    </a:solidFill>
                  </a:tcPr>
                </a:tc>
                <a:tc>
                  <a:txBody>
                    <a:bodyPr/>
                    <a:lstStyle/>
                    <a:p>
                      <a:pPr indent="0" lvl="0" marL="0" marR="0" rtl="0" algn="ctr">
                        <a:lnSpc>
                          <a:spcPct val="115000"/>
                        </a:lnSpc>
                        <a:spcBef>
                          <a:spcPts val="0"/>
                        </a:spcBef>
                        <a:spcAft>
                          <a:spcPts val="0"/>
                        </a:spcAft>
                        <a:buNone/>
                      </a:pPr>
                      <a:r>
                        <a:rPr lang="es-419" sz="1100" u="none" cap="none" strike="noStrike">
                          <a:solidFill>
                            <a:schemeClr val="dk2"/>
                          </a:solidFill>
                        </a:rPr>
                        <a:t>PINZA_CERRADA</a:t>
                      </a:r>
                      <a:endParaRPr sz="1100" u="none" cap="none" strike="noStrike">
                        <a:solidFill>
                          <a:schemeClr val="dk2"/>
                        </a:solidFill>
                        <a:latin typeface="Arial"/>
                        <a:ea typeface="Arial"/>
                        <a:cs typeface="Arial"/>
                        <a:sym typeface="Arial"/>
                      </a:endParaRPr>
                    </a:p>
                  </a:txBody>
                  <a:tcPr marT="23400" marB="23400" marR="23400" marL="23400">
                    <a:solidFill>
                      <a:schemeClr val="lt1"/>
                    </a:solidFill>
                  </a:tcPr>
                </a:tc>
                <a:tc>
                  <a:txBody>
                    <a:bodyPr/>
                    <a:lstStyle/>
                    <a:p>
                      <a:pPr indent="0" lvl="0" marL="0" marR="0" rtl="0" algn="ctr">
                        <a:lnSpc>
                          <a:spcPct val="120000"/>
                        </a:lnSpc>
                        <a:spcBef>
                          <a:spcPts val="0"/>
                        </a:spcBef>
                        <a:spcAft>
                          <a:spcPts val="0"/>
                        </a:spcAft>
                        <a:buNone/>
                      </a:pPr>
                      <a:r>
                        <a:rPr lang="es-419" sz="1100" u="none" cap="none" strike="noStrike">
                          <a:solidFill>
                            <a:schemeClr val="dk2"/>
                          </a:solidFill>
                        </a:rPr>
                        <a:t> </a:t>
                      </a:r>
                      <a:endParaRPr sz="1100" u="none" cap="none" strike="noStrike">
                        <a:solidFill>
                          <a:schemeClr val="dk2"/>
                        </a:solidFill>
                        <a:latin typeface="Arial"/>
                        <a:ea typeface="Arial"/>
                        <a:cs typeface="Arial"/>
                        <a:sym typeface="Arial"/>
                      </a:endParaRPr>
                    </a:p>
                  </a:txBody>
                  <a:tcPr marT="23400" marB="23400" marR="23400" marL="23400">
                    <a:solidFill>
                      <a:schemeClr val="lt1"/>
                    </a:solidFill>
                  </a:tcPr>
                </a:tc>
              </a:tr>
              <a:tr h="209700">
                <a:tc>
                  <a:txBody>
                    <a:bodyPr/>
                    <a:lstStyle/>
                    <a:p>
                      <a:pPr indent="0" lvl="0" marL="0" marR="0" rtl="0" algn="ctr">
                        <a:lnSpc>
                          <a:spcPct val="115000"/>
                        </a:lnSpc>
                        <a:spcBef>
                          <a:spcPts val="0"/>
                        </a:spcBef>
                        <a:spcAft>
                          <a:spcPts val="0"/>
                        </a:spcAft>
                        <a:buNone/>
                      </a:pPr>
                      <a:r>
                        <a:rPr lang="es-419" sz="1100" u="none" cap="none" strike="noStrike">
                          <a:solidFill>
                            <a:schemeClr val="dk2"/>
                          </a:solidFill>
                        </a:rPr>
                        <a:t>Final de carrera (final de recorrido)</a:t>
                      </a:r>
                      <a:endParaRPr sz="1100" u="none" cap="none" strike="noStrike">
                        <a:solidFill>
                          <a:schemeClr val="dk2"/>
                        </a:solidFill>
                        <a:latin typeface="Arial"/>
                        <a:ea typeface="Arial"/>
                        <a:cs typeface="Arial"/>
                        <a:sym typeface="Arial"/>
                      </a:endParaRPr>
                    </a:p>
                  </a:txBody>
                  <a:tcPr marT="23400" marB="23400" marR="23400" marL="23400">
                    <a:solidFill>
                      <a:schemeClr val="lt1"/>
                    </a:solidFill>
                  </a:tcPr>
                </a:tc>
                <a:tc>
                  <a:txBody>
                    <a:bodyPr/>
                    <a:lstStyle/>
                    <a:p>
                      <a:pPr indent="0" lvl="0" marL="0" marR="0" rtl="0" algn="ctr">
                        <a:lnSpc>
                          <a:spcPct val="115000"/>
                        </a:lnSpc>
                        <a:spcBef>
                          <a:spcPts val="0"/>
                        </a:spcBef>
                        <a:spcAft>
                          <a:spcPts val="0"/>
                        </a:spcAft>
                        <a:buNone/>
                      </a:pPr>
                      <a:r>
                        <a:rPr lang="es-419" sz="1100" u="none" cap="none" strike="noStrike">
                          <a:solidFill>
                            <a:schemeClr val="dk2"/>
                          </a:solidFill>
                        </a:rPr>
                        <a:t>FIN_CARR_IZQ</a:t>
                      </a:r>
                      <a:endParaRPr sz="1100" u="none" cap="none" strike="noStrike">
                        <a:solidFill>
                          <a:schemeClr val="dk2"/>
                        </a:solidFill>
                        <a:latin typeface="Arial"/>
                        <a:ea typeface="Arial"/>
                        <a:cs typeface="Arial"/>
                        <a:sym typeface="Arial"/>
                      </a:endParaRPr>
                    </a:p>
                  </a:txBody>
                  <a:tcPr marT="23400" marB="23400" marR="23400" marL="23400">
                    <a:solidFill>
                      <a:schemeClr val="lt1"/>
                    </a:solidFill>
                  </a:tcPr>
                </a:tc>
                <a:tc>
                  <a:txBody>
                    <a:bodyPr/>
                    <a:lstStyle/>
                    <a:p>
                      <a:pPr indent="0" lvl="0" marL="0" marR="0" rtl="0" algn="ctr">
                        <a:lnSpc>
                          <a:spcPct val="120000"/>
                        </a:lnSpc>
                        <a:spcBef>
                          <a:spcPts val="0"/>
                        </a:spcBef>
                        <a:spcAft>
                          <a:spcPts val="0"/>
                        </a:spcAft>
                        <a:buNone/>
                      </a:pPr>
                      <a:r>
                        <a:rPr lang="es-419" sz="1100" u="none" cap="none" strike="noStrike">
                          <a:solidFill>
                            <a:schemeClr val="dk2"/>
                          </a:solidFill>
                        </a:rPr>
                        <a:t> </a:t>
                      </a:r>
                      <a:endParaRPr sz="1100" u="none" cap="none" strike="noStrike">
                        <a:solidFill>
                          <a:schemeClr val="dk2"/>
                        </a:solidFill>
                        <a:latin typeface="Arial"/>
                        <a:ea typeface="Arial"/>
                        <a:cs typeface="Arial"/>
                        <a:sym typeface="Arial"/>
                      </a:endParaRPr>
                    </a:p>
                  </a:txBody>
                  <a:tcPr marT="23400" marB="23400" marR="23400" marL="23400">
                    <a:solidFill>
                      <a:schemeClr val="lt1"/>
                    </a:solidFill>
                  </a:tcPr>
                </a:tc>
              </a:tr>
              <a:tr h="209700">
                <a:tc>
                  <a:txBody>
                    <a:bodyPr/>
                    <a:lstStyle/>
                    <a:p>
                      <a:pPr indent="0" lvl="0" marL="0" marR="0" rtl="0" algn="ctr">
                        <a:lnSpc>
                          <a:spcPct val="115000"/>
                        </a:lnSpc>
                        <a:spcBef>
                          <a:spcPts val="0"/>
                        </a:spcBef>
                        <a:spcAft>
                          <a:spcPts val="0"/>
                        </a:spcAft>
                        <a:buNone/>
                      </a:pPr>
                      <a:r>
                        <a:rPr lang="es-419" sz="1100" u="none" cap="none" strike="noStrike">
                          <a:solidFill>
                            <a:schemeClr val="dk2"/>
                          </a:solidFill>
                        </a:rPr>
                        <a:t>Final de carrera (inicio de recorrido)</a:t>
                      </a:r>
                      <a:endParaRPr sz="1100" u="none" cap="none" strike="noStrike">
                        <a:solidFill>
                          <a:schemeClr val="dk2"/>
                        </a:solidFill>
                        <a:latin typeface="Arial"/>
                        <a:ea typeface="Arial"/>
                        <a:cs typeface="Arial"/>
                        <a:sym typeface="Arial"/>
                      </a:endParaRPr>
                    </a:p>
                  </a:txBody>
                  <a:tcPr marT="23400" marB="23400" marR="23400" marL="23400">
                    <a:solidFill>
                      <a:schemeClr val="lt1"/>
                    </a:solidFill>
                  </a:tcPr>
                </a:tc>
                <a:tc>
                  <a:txBody>
                    <a:bodyPr/>
                    <a:lstStyle/>
                    <a:p>
                      <a:pPr indent="0" lvl="0" marL="0" marR="0" rtl="0" algn="ctr">
                        <a:lnSpc>
                          <a:spcPct val="115000"/>
                        </a:lnSpc>
                        <a:spcBef>
                          <a:spcPts val="0"/>
                        </a:spcBef>
                        <a:spcAft>
                          <a:spcPts val="0"/>
                        </a:spcAft>
                        <a:buNone/>
                      </a:pPr>
                      <a:r>
                        <a:rPr lang="es-419" sz="1100" u="none" cap="none" strike="noStrike">
                          <a:solidFill>
                            <a:schemeClr val="dk2"/>
                          </a:solidFill>
                        </a:rPr>
                        <a:t>FIN_CARR_DER</a:t>
                      </a:r>
                      <a:endParaRPr sz="1100" u="none" cap="none" strike="noStrike">
                        <a:solidFill>
                          <a:schemeClr val="dk2"/>
                        </a:solidFill>
                        <a:latin typeface="Arial"/>
                        <a:ea typeface="Arial"/>
                        <a:cs typeface="Arial"/>
                        <a:sym typeface="Arial"/>
                      </a:endParaRPr>
                    </a:p>
                  </a:txBody>
                  <a:tcPr marT="23400" marB="23400" marR="23400" marL="23400">
                    <a:solidFill>
                      <a:schemeClr val="lt1"/>
                    </a:solidFill>
                  </a:tcPr>
                </a:tc>
                <a:tc>
                  <a:txBody>
                    <a:bodyPr/>
                    <a:lstStyle/>
                    <a:p>
                      <a:pPr indent="0" lvl="0" marL="0" marR="0" rtl="0" algn="ctr">
                        <a:lnSpc>
                          <a:spcPct val="120000"/>
                        </a:lnSpc>
                        <a:spcBef>
                          <a:spcPts val="0"/>
                        </a:spcBef>
                        <a:spcAft>
                          <a:spcPts val="0"/>
                        </a:spcAft>
                        <a:buNone/>
                      </a:pPr>
                      <a:r>
                        <a:rPr lang="es-419" sz="1100" u="none" cap="none" strike="noStrike">
                          <a:solidFill>
                            <a:schemeClr val="dk2"/>
                          </a:solidFill>
                        </a:rPr>
                        <a:t> </a:t>
                      </a:r>
                      <a:endParaRPr sz="1100" u="none" cap="none" strike="noStrike">
                        <a:solidFill>
                          <a:schemeClr val="dk2"/>
                        </a:solidFill>
                        <a:latin typeface="Arial"/>
                        <a:ea typeface="Arial"/>
                        <a:cs typeface="Arial"/>
                        <a:sym typeface="Arial"/>
                      </a:endParaRPr>
                    </a:p>
                  </a:txBody>
                  <a:tcPr marT="23400" marB="23400" marR="23400" marL="23400">
                    <a:solidFill>
                      <a:schemeClr val="lt1"/>
                    </a:solidFill>
                  </a:tcPr>
                </a:tc>
              </a:tr>
              <a:tr h="203950">
                <a:tc>
                  <a:txBody>
                    <a:bodyPr/>
                    <a:lstStyle/>
                    <a:p>
                      <a:pPr indent="0" lvl="0" marL="0" marR="0" rtl="0" algn="ctr">
                        <a:lnSpc>
                          <a:spcPct val="115000"/>
                        </a:lnSpc>
                        <a:spcBef>
                          <a:spcPts val="0"/>
                        </a:spcBef>
                        <a:spcAft>
                          <a:spcPts val="0"/>
                        </a:spcAft>
                        <a:buNone/>
                      </a:pPr>
                      <a:r>
                        <a:rPr lang="es-419" sz="1100" u="none" cap="none" strike="noStrike">
                          <a:solidFill>
                            <a:schemeClr val="dk2"/>
                          </a:solidFill>
                        </a:rPr>
                        <a:t>Pulsadores</a:t>
                      </a:r>
                      <a:endParaRPr sz="1100" u="none" cap="none" strike="noStrike">
                        <a:solidFill>
                          <a:schemeClr val="dk2"/>
                        </a:solidFill>
                        <a:latin typeface="Arial"/>
                        <a:ea typeface="Arial"/>
                        <a:cs typeface="Arial"/>
                        <a:sym typeface="Arial"/>
                      </a:endParaRPr>
                    </a:p>
                  </a:txBody>
                  <a:tcPr marT="23400" marB="23400" marR="23400" marL="23400">
                    <a:solidFill>
                      <a:schemeClr val="lt1"/>
                    </a:solidFill>
                  </a:tcPr>
                </a:tc>
                <a:tc>
                  <a:txBody>
                    <a:bodyPr/>
                    <a:lstStyle/>
                    <a:p>
                      <a:pPr indent="0" lvl="0" marL="0" marR="0" rtl="0" algn="ctr">
                        <a:lnSpc>
                          <a:spcPct val="115000"/>
                        </a:lnSpc>
                        <a:spcBef>
                          <a:spcPts val="0"/>
                        </a:spcBef>
                        <a:spcAft>
                          <a:spcPts val="0"/>
                        </a:spcAft>
                        <a:buClr>
                          <a:srgbClr val="000000"/>
                        </a:buClr>
                        <a:buSzPts val="1100"/>
                        <a:buFont typeface="Arial"/>
                        <a:buNone/>
                      </a:pPr>
                      <a:r>
                        <a:rPr lang="es-419" sz="1100" u="none" cap="none" strike="noStrike">
                          <a:solidFill>
                            <a:schemeClr val="dk2"/>
                          </a:solidFill>
                        </a:rPr>
                        <a:t>SB1, SB2</a:t>
                      </a:r>
                      <a:endParaRPr sz="1100" u="none" cap="none" strike="noStrike">
                        <a:solidFill>
                          <a:schemeClr val="dk2"/>
                        </a:solidFill>
                        <a:latin typeface="Arial"/>
                        <a:ea typeface="Arial"/>
                        <a:cs typeface="Arial"/>
                        <a:sym typeface="Arial"/>
                      </a:endParaRPr>
                    </a:p>
                  </a:txBody>
                  <a:tcPr marT="23400" marB="23400" marR="23400" marL="23400">
                    <a:solidFill>
                      <a:schemeClr val="lt1"/>
                    </a:solidFill>
                  </a:tcPr>
                </a:tc>
                <a:tc>
                  <a:txBody>
                    <a:bodyPr/>
                    <a:lstStyle/>
                    <a:p>
                      <a:pPr indent="0" lvl="0" marL="0" marR="0" rtl="0" algn="ctr">
                        <a:lnSpc>
                          <a:spcPct val="115000"/>
                        </a:lnSpc>
                        <a:spcBef>
                          <a:spcPts val="0"/>
                        </a:spcBef>
                        <a:spcAft>
                          <a:spcPts val="0"/>
                        </a:spcAft>
                        <a:buNone/>
                      </a:pPr>
                      <a:r>
                        <a:rPr lang="es-419" sz="1100" u="none" cap="none" strike="noStrike">
                          <a:solidFill>
                            <a:schemeClr val="dk2"/>
                          </a:solidFill>
                        </a:rPr>
                        <a:t>Pulsadores verde y rojo </a:t>
                      </a:r>
                      <a:endParaRPr sz="1100" u="none" cap="none" strike="noStrike">
                        <a:solidFill>
                          <a:schemeClr val="dk2"/>
                        </a:solidFill>
                        <a:latin typeface="Arial"/>
                        <a:ea typeface="Arial"/>
                        <a:cs typeface="Arial"/>
                        <a:sym typeface="Arial"/>
                      </a:endParaRPr>
                    </a:p>
                  </a:txBody>
                  <a:tcPr marT="23400" marB="23400" marR="23400" marL="23400">
                    <a:solidFill>
                      <a:schemeClr val="lt1"/>
                    </a:solidFill>
                  </a:tcPr>
                </a:tc>
              </a:tr>
              <a:tr h="203950">
                <a:tc>
                  <a:txBody>
                    <a:bodyPr/>
                    <a:lstStyle/>
                    <a:p>
                      <a:pPr indent="0" lvl="0" marL="0" marR="0" rtl="0" algn="ctr">
                        <a:lnSpc>
                          <a:spcPct val="115000"/>
                        </a:lnSpc>
                        <a:spcBef>
                          <a:spcPts val="0"/>
                        </a:spcBef>
                        <a:spcAft>
                          <a:spcPts val="0"/>
                        </a:spcAft>
                        <a:buNone/>
                      </a:pPr>
                      <a:r>
                        <a:rPr lang="es-419" sz="1100" u="none" cap="none" strike="noStrike">
                          <a:solidFill>
                            <a:schemeClr val="dk2"/>
                          </a:solidFill>
                        </a:rPr>
                        <a:t>Selector</a:t>
                      </a:r>
                      <a:endParaRPr sz="1100" u="none" cap="none" strike="noStrike">
                        <a:solidFill>
                          <a:schemeClr val="dk2"/>
                        </a:solidFill>
                        <a:latin typeface="Arial"/>
                        <a:ea typeface="Arial"/>
                        <a:cs typeface="Arial"/>
                        <a:sym typeface="Arial"/>
                      </a:endParaRPr>
                    </a:p>
                  </a:txBody>
                  <a:tcPr marT="23400" marB="23400" marR="23400" marL="23400">
                    <a:solidFill>
                      <a:schemeClr val="lt1"/>
                    </a:solidFill>
                  </a:tcPr>
                </a:tc>
                <a:tc>
                  <a:txBody>
                    <a:bodyPr/>
                    <a:lstStyle/>
                    <a:p>
                      <a:pPr indent="0" lvl="0" marL="0" marR="0" rtl="0" algn="ctr">
                        <a:lnSpc>
                          <a:spcPct val="115000"/>
                        </a:lnSpc>
                        <a:spcBef>
                          <a:spcPts val="0"/>
                        </a:spcBef>
                        <a:spcAft>
                          <a:spcPts val="0"/>
                        </a:spcAft>
                        <a:buNone/>
                      </a:pPr>
                      <a:r>
                        <a:rPr lang="es-419" sz="1100" u="none" cap="none" strike="noStrike">
                          <a:solidFill>
                            <a:schemeClr val="dk2"/>
                          </a:solidFill>
                        </a:rPr>
                        <a:t>SA</a:t>
                      </a:r>
                      <a:endParaRPr sz="1100" u="none" cap="none" strike="noStrike">
                        <a:solidFill>
                          <a:schemeClr val="dk2"/>
                        </a:solidFill>
                        <a:latin typeface="Arial"/>
                        <a:ea typeface="Arial"/>
                        <a:cs typeface="Arial"/>
                        <a:sym typeface="Arial"/>
                      </a:endParaRPr>
                    </a:p>
                  </a:txBody>
                  <a:tcPr marT="23400" marB="23400" marR="23400" marL="23400">
                    <a:solidFill>
                      <a:schemeClr val="lt1"/>
                    </a:solidFill>
                  </a:tcPr>
                </a:tc>
                <a:tc>
                  <a:txBody>
                    <a:bodyPr/>
                    <a:lstStyle/>
                    <a:p>
                      <a:pPr indent="0" lvl="0" marL="0" marR="0" rtl="0" algn="ctr">
                        <a:lnSpc>
                          <a:spcPct val="115000"/>
                        </a:lnSpc>
                        <a:spcBef>
                          <a:spcPts val="0"/>
                        </a:spcBef>
                        <a:spcAft>
                          <a:spcPts val="0"/>
                        </a:spcAft>
                        <a:buNone/>
                      </a:pPr>
                      <a:r>
                        <a:rPr lang="es-419" sz="1100" u="none" cap="none" strike="noStrike">
                          <a:solidFill>
                            <a:schemeClr val="dk2"/>
                          </a:solidFill>
                        </a:rPr>
                        <a:t> </a:t>
                      </a:r>
                      <a:endParaRPr sz="1100" u="none" cap="none" strike="noStrike">
                        <a:solidFill>
                          <a:schemeClr val="dk2"/>
                        </a:solidFill>
                        <a:latin typeface="Arial"/>
                        <a:ea typeface="Arial"/>
                        <a:cs typeface="Arial"/>
                        <a:sym typeface="Arial"/>
                      </a:endParaRPr>
                    </a:p>
                  </a:txBody>
                  <a:tcPr marT="23400" marB="23400" marR="23400" marL="23400">
                    <a:solidFill>
                      <a:schemeClr val="lt1"/>
                    </a:solidFill>
                  </a:tcPr>
                </a:tc>
              </a:tr>
              <a:tr h="225225">
                <a:tc>
                  <a:txBody>
                    <a:bodyPr/>
                    <a:lstStyle/>
                    <a:p>
                      <a:pPr indent="0" lvl="0" marL="0" marR="0" rtl="0" algn="ctr">
                        <a:lnSpc>
                          <a:spcPct val="115000"/>
                        </a:lnSpc>
                        <a:spcBef>
                          <a:spcPts val="0"/>
                        </a:spcBef>
                        <a:spcAft>
                          <a:spcPts val="0"/>
                        </a:spcAft>
                        <a:buNone/>
                      </a:pPr>
                      <a:r>
                        <a:rPr lang="es-419" sz="1100" u="none" cap="none" strike="noStrike">
                          <a:solidFill>
                            <a:schemeClr val="dk2"/>
                          </a:solidFill>
                        </a:rPr>
                        <a:t>Pilotos de señalización</a:t>
                      </a:r>
                      <a:endParaRPr sz="1100" u="none" cap="none" strike="noStrike">
                        <a:solidFill>
                          <a:schemeClr val="dk2"/>
                        </a:solidFill>
                        <a:latin typeface="Arial"/>
                        <a:ea typeface="Arial"/>
                        <a:cs typeface="Arial"/>
                        <a:sym typeface="Arial"/>
                      </a:endParaRPr>
                    </a:p>
                  </a:txBody>
                  <a:tcPr marT="23400" marB="23400" marR="23400" marL="23400">
                    <a:solidFill>
                      <a:schemeClr val="lt1"/>
                    </a:solidFill>
                  </a:tcPr>
                </a:tc>
                <a:tc>
                  <a:txBody>
                    <a:bodyPr/>
                    <a:lstStyle/>
                    <a:p>
                      <a:pPr indent="0" lvl="0" marL="0" marR="0" rtl="0" algn="ctr">
                        <a:lnSpc>
                          <a:spcPct val="115000"/>
                        </a:lnSpc>
                        <a:spcBef>
                          <a:spcPts val="0"/>
                        </a:spcBef>
                        <a:spcAft>
                          <a:spcPts val="0"/>
                        </a:spcAft>
                        <a:buNone/>
                      </a:pPr>
                      <a:r>
                        <a:rPr lang="es-419" sz="1100" u="none" cap="none" strike="noStrike">
                          <a:solidFill>
                            <a:schemeClr val="dk2"/>
                          </a:solidFill>
                        </a:rPr>
                        <a:t>HL1, HL2, HL3</a:t>
                      </a:r>
                      <a:endParaRPr sz="1100" u="none" cap="none" strike="noStrike">
                        <a:solidFill>
                          <a:schemeClr val="dk2"/>
                        </a:solidFill>
                        <a:latin typeface="Arial"/>
                        <a:ea typeface="Arial"/>
                        <a:cs typeface="Arial"/>
                        <a:sym typeface="Arial"/>
                      </a:endParaRPr>
                    </a:p>
                  </a:txBody>
                  <a:tcPr marT="23400" marB="23400" marR="23400" marL="23400">
                    <a:solidFill>
                      <a:schemeClr val="lt1"/>
                    </a:solidFill>
                  </a:tcPr>
                </a:tc>
                <a:tc>
                  <a:txBody>
                    <a:bodyPr/>
                    <a:lstStyle/>
                    <a:p>
                      <a:pPr indent="0" lvl="0" marL="0" marR="0" rtl="0" algn="ctr">
                        <a:lnSpc>
                          <a:spcPct val="115000"/>
                        </a:lnSpc>
                        <a:spcBef>
                          <a:spcPts val="0"/>
                        </a:spcBef>
                        <a:spcAft>
                          <a:spcPts val="0"/>
                        </a:spcAft>
                        <a:buNone/>
                      </a:pPr>
                      <a:r>
                        <a:rPr lang="es-419" sz="1100" u="none" cap="none" strike="noStrike">
                          <a:solidFill>
                            <a:schemeClr val="dk2"/>
                          </a:solidFill>
                        </a:rPr>
                        <a:t>Lámparas amarilla, verde y roja</a:t>
                      </a:r>
                      <a:endParaRPr sz="1100" u="none" cap="none" strike="noStrike">
                        <a:solidFill>
                          <a:schemeClr val="dk2"/>
                        </a:solidFill>
                        <a:latin typeface="Arial"/>
                        <a:ea typeface="Arial"/>
                        <a:cs typeface="Arial"/>
                        <a:sym typeface="Arial"/>
                      </a:endParaRPr>
                    </a:p>
                  </a:txBody>
                  <a:tcPr marT="23400" marB="23400" marR="23400" marL="23400">
                    <a:solidFill>
                      <a:schemeClr val="lt1"/>
                    </a:solidFill>
                  </a:tcPr>
                </a:tc>
              </a:tr>
              <a:tr h="287075">
                <a:tc>
                  <a:txBody>
                    <a:bodyPr/>
                    <a:lstStyle/>
                    <a:p>
                      <a:pPr indent="0" lvl="0" marL="0" marR="0" rtl="0" algn="ctr">
                        <a:lnSpc>
                          <a:spcPct val="115000"/>
                        </a:lnSpc>
                        <a:spcBef>
                          <a:spcPts val="0"/>
                        </a:spcBef>
                        <a:spcAft>
                          <a:spcPts val="0"/>
                        </a:spcAft>
                        <a:buNone/>
                      </a:pPr>
                      <a:r>
                        <a:rPr lang="es-419" sz="1100" u="none" cap="none" strike="noStrike">
                          <a:solidFill>
                            <a:schemeClr val="dk2"/>
                          </a:solidFill>
                        </a:rPr>
                        <a:t>Seta de emergencia</a:t>
                      </a:r>
                      <a:endParaRPr sz="1100" u="none" cap="none" strike="noStrike">
                        <a:solidFill>
                          <a:schemeClr val="dk2"/>
                        </a:solidFill>
                        <a:latin typeface="Arial"/>
                        <a:ea typeface="Arial"/>
                        <a:cs typeface="Arial"/>
                        <a:sym typeface="Arial"/>
                      </a:endParaRPr>
                    </a:p>
                  </a:txBody>
                  <a:tcPr marT="23400" marB="23400" marR="23400" marL="23400">
                    <a:solidFill>
                      <a:schemeClr val="lt1"/>
                    </a:solidFill>
                  </a:tcPr>
                </a:tc>
                <a:tc>
                  <a:txBody>
                    <a:bodyPr/>
                    <a:lstStyle/>
                    <a:p>
                      <a:pPr indent="0" lvl="0" marL="0" marR="0" rtl="0" algn="ctr">
                        <a:lnSpc>
                          <a:spcPct val="115000"/>
                        </a:lnSpc>
                        <a:spcBef>
                          <a:spcPts val="0"/>
                        </a:spcBef>
                        <a:spcAft>
                          <a:spcPts val="0"/>
                        </a:spcAft>
                        <a:buNone/>
                      </a:pPr>
                      <a:r>
                        <a:rPr lang="es-419" sz="1100" u="none" cap="none" strike="noStrike">
                          <a:solidFill>
                            <a:schemeClr val="dk2"/>
                          </a:solidFill>
                        </a:rPr>
                        <a:t>QS</a:t>
                      </a:r>
                      <a:endParaRPr sz="1100" u="none" cap="none" strike="noStrike">
                        <a:solidFill>
                          <a:schemeClr val="dk2"/>
                        </a:solidFill>
                        <a:latin typeface="Arial"/>
                        <a:ea typeface="Arial"/>
                        <a:cs typeface="Arial"/>
                        <a:sym typeface="Arial"/>
                      </a:endParaRPr>
                    </a:p>
                  </a:txBody>
                  <a:tcPr marT="23400" marB="23400" marR="23400" marL="23400">
                    <a:solidFill>
                      <a:schemeClr val="lt1"/>
                    </a:solidFill>
                  </a:tcPr>
                </a:tc>
                <a:tc>
                  <a:txBody>
                    <a:bodyPr/>
                    <a:lstStyle/>
                    <a:p>
                      <a:pPr indent="0" lvl="0" marL="0" marR="0" rtl="0" algn="ctr">
                        <a:lnSpc>
                          <a:spcPct val="115000"/>
                        </a:lnSpc>
                        <a:spcBef>
                          <a:spcPts val="0"/>
                        </a:spcBef>
                        <a:spcAft>
                          <a:spcPts val="0"/>
                        </a:spcAft>
                        <a:buNone/>
                      </a:pPr>
                      <a:r>
                        <a:rPr lang="es-419" sz="1050" u="none" cap="none" strike="noStrike">
                          <a:solidFill>
                            <a:schemeClr val="dk2"/>
                          </a:solidFill>
                        </a:rPr>
                        <a:t>Normalmente cerrado (no enclavado esta en 1)</a:t>
                      </a:r>
                      <a:endParaRPr sz="1050" u="none" cap="none" strike="noStrike">
                        <a:solidFill>
                          <a:schemeClr val="dk2"/>
                        </a:solidFill>
                        <a:latin typeface="Arial"/>
                        <a:ea typeface="Arial"/>
                        <a:cs typeface="Arial"/>
                        <a:sym typeface="Arial"/>
                      </a:endParaRPr>
                    </a:p>
                  </a:txBody>
                  <a:tcPr marT="23400" marB="23400" marR="23400" marL="23400">
                    <a:solidFill>
                      <a:schemeClr val="lt1"/>
                    </a:solidFill>
                  </a:tcPr>
                </a:tc>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39"/>
          <p:cNvSpPr txBox="1"/>
          <p:nvPr>
            <p:ph type="ctrTitle"/>
          </p:nvPr>
        </p:nvSpPr>
        <p:spPr>
          <a:xfrm>
            <a:off x="729450" y="1322450"/>
            <a:ext cx="7688100" cy="1664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4200"/>
              <a:buNone/>
            </a:pPr>
            <a:r>
              <a:rPr lang="es-419"/>
              <a:t>LADEER Y SIMULACIÓN</a:t>
            </a:r>
            <a:endParaRPr b="0"/>
          </a:p>
        </p:txBody>
      </p:sp>
      <p:sp>
        <p:nvSpPr>
          <p:cNvPr id="396" name="Google Shape;396;p39"/>
          <p:cNvSpPr txBox="1"/>
          <p:nvPr>
            <p:ph idx="1" type="subTitle"/>
          </p:nvPr>
        </p:nvSpPr>
        <p:spPr>
          <a:xfrm>
            <a:off x="729627" y="3172900"/>
            <a:ext cx="3123045" cy="5412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1600"/>
              <a:buNone/>
            </a:pPr>
            <a:r>
              <a:rPr lang="es-419"/>
              <a:t>PROCESO DE PRODUCCIÓN</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p40"/>
          <p:cNvSpPr txBox="1"/>
          <p:nvPr/>
        </p:nvSpPr>
        <p:spPr>
          <a:xfrm>
            <a:off x="427612" y="-41032"/>
            <a:ext cx="5566788" cy="535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2"/>
              </a:buClr>
              <a:buSzPts val="2600"/>
              <a:buFont typeface="Raleway"/>
              <a:buNone/>
            </a:pPr>
            <a:r>
              <a:rPr b="1" i="0" lang="es-419" sz="2400" u="none" cap="none" strike="noStrike">
                <a:solidFill>
                  <a:srgbClr val="681800"/>
                </a:solidFill>
                <a:latin typeface="Raleway"/>
                <a:ea typeface="Raleway"/>
                <a:cs typeface="Raleway"/>
                <a:sym typeface="Raleway"/>
              </a:rPr>
              <a:t>LADDER: Unidad de Alimentación</a:t>
            </a:r>
            <a:endParaRPr/>
          </a:p>
        </p:txBody>
      </p:sp>
      <p:pic>
        <p:nvPicPr>
          <p:cNvPr id="402" name="Google Shape;402;p40"/>
          <p:cNvPicPr preferRelativeResize="0"/>
          <p:nvPr/>
        </p:nvPicPr>
        <p:blipFill rotWithShape="1">
          <a:blip r:embed="rId3">
            <a:alphaModFix/>
          </a:blip>
          <a:srcRect b="0" l="0" r="0" t="0"/>
          <a:stretch/>
        </p:blipFill>
        <p:spPr>
          <a:xfrm>
            <a:off x="484316" y="1162690"/>
            <a:ext cx="2726690" cy="2585085"/>
          </a:xfrm>
          <a:prstGeom prst="rect">
            <a:avLst/>
          </a:prstGeom>
          <a:noFill/>
          <a:ln>
            <a:noFill/>
          </a:ln>
        </p:spPr>
      </p:pic>
      <p:pic>
        <p:nvPicPr>
          <p:cNvPr id="403" name="Google Shape;403;p40"/>
          <p:cNvPicPr preferRelativeResize="0"/>
          <p:nvPr/>
        </p:nvPicPr>
        <p:blipFill rotWithShape="1">
          <a:blip r:embed="rId4">
            <a:alphaModFix/>
          </a:blip>
          <a:srcRect b="0" l="0" r="0" t="0"/>
          <a:stretch/>
        </p:blipFill>
        <p:spPr>
          <a:xfrm>
            <a:off x="3413125" y="438544"/>
            <a:ext cx="5730875" cy="4704956"/>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41"/>
          <p:cNvSpPr txBox="1"/>
          <p:nvPr/>
        </p:nvSpPr>
        <p:spPr>
          <a:xfrm>
            <a:off x="427612" y="-41032"/>
            <a:ext cx="5566788" cy="535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2"/>
              </a:buClr>
              <a:buSzPts val="2600"/>
              <a:buFont typeface="Raleway"/>
              <a:buNone/>
            </a:pPr>
            <a:r>
              <a:rPr b="1" i="0" lang="es-419" sz="2400" u="none" cap="none" strike="noStrike">
                <a:solidFill>
                  <a:srgbClr val="681800"/>
                </a:solidFill>
                <a:latin typeface="Raleway"/>
                <a:ea typeface="Raleway"/>
                <a:cs typeface="Raleway"/>
                <a:sym typeface="Raleway"/>
              </a:rPr>
              <a:t>Simulación: Unidad de Alimentación</a:t>
            </a:r>
            <a:endParaRPr/>
          </a:p>
        </p:txBody>
      </p:sp>
      <p:pic>
        <p:nvPicPr>
          <p:cNvPr id="409" name="Google Shape;409;p41"/>
          <p:cNvPicPr preferRelativeResize="0"/>
          <p:nvPr/>
        </p:nvPicPr>
        <p:blipFill rotWithShape="1">
          <a:blip r:embed="rId3">
            <a:alphaModFix/>
          </a:blip>
          <a:srcRect b="0" l="0" r="0" t="0"/>
          <a:stretch/>
        </p:blipFill>
        <p:spPr>
          <a:xfrm>
            <a:off x="0" y="1508479"/>
            <a:ext cx="5072379" cy="2434766"/>
          </a:xfrm>
          <a:prstGeom prst="rect">
            <a:avLst/>
          </a:prstGeom>
          <a:noFill/>
          <a:ln>
            <a:noFill/>
          </a:ln>
        </p:spPr>
      </p:pic>
      <p:pic>
        <p:nvPicPr>
          <p:cNvPr id="410" name="Google Shape;410;p41"/>
          <p:cNvPicPr preferRelativeResize="0"/>
          <p:nvPr/>
        </p:nvPicPr>
        <p:blipFill rotWithShape="1">
          <a:blip r:embed="rId4">
            <a:alphaModFix/>
          </a:blip>
          <a:srcRect b="0" l="0" r="0" t="0"/>
          <a:stretch/>
        </p:blipFill>
        <p:spPr>
          <a:xfrm>
            <a:off x="5159022" y="1508479"/>
            <a:ext cx="3984978" cy="3489078"/>
          </a:xfrm>
          <a:prstGeom prst="rect">
            <a:avLst/>
          </a:prstGeom>
          <a:noFill/>
          <a:ln>
            <a:noFill/>
          </a:ln>
        </p:spPr>
      </p:pic>
      <p:sp>
        <p:nvSpPr>
          <p:cNvPr id="411" name="Google Shape;411;p41"/>
          <p:cNvSpPr txBox="1"/>
          <p:nvPr>
            <p:ph idx="1" type="body"/>
          </p:nvPr>
        </p:nvSpPr>
        <p:spPr>
          <a:xfrm>
            <a:off x="427612" y="515777"/>
            <a:ext cx="8128000" cy="723760"/>
          </a:xfrm>
          <a:prstGeom prst="rect">
            <a:avLst/>
          </a:prstGeom>
          <a:solidFill>
            <a:schemeClr val="lt1"/>
          </a:solidFill>
          <a:ln>
            <a:noFill/>
          </a:ln>
        </p:spPr>
        <p:txBody>
          <a:bodyPr anchorCtr="0" anchor="t" bIns="91425" lIns="91425" spcFirstLastPara="1" rIns="91425" wrap="square" tIns="91425">
            <a:noAutofit/>
          </a:bodyPr>
          <a:lstStyle/>
          <a:p>
            <a:pPr indent="0" lvl="0" marL="146050" rtl="0" algn="just">
              <a:lnSpc>
                <a:spcPct val="100000"/>
              </a:lnSpc>
              <a:spcBef>
                <a:spcPts val="0"/>
              </a:spcBef>
              <a:spcAft>
                <a:spcPts val="0"/>
              </a:spcAft>
              <a:buSzPts val="1300"/>
              <a:buNone/>
            </a:pPr>
            <a:r>
              <a:rPr lang="es-419" sz="1800">
                <a:solidFill>
                  <a:schemeClr val="dk2"/>
                </a:solidFill>
                <a:latin typeface="Cambria"/>
                <a:ea typeface="Cambria"/>
                <a:cs typeface="Cambria"/>
                <a:sym typeface="Cambria"/>
              </a:rPr>
              <a:t>Para la simulación se utilizará PC SIMU, esto nos permitirá validar que el programa siga la secuencia del esquema GRAFCET: </a:t>
            </a:r>
            <a:endParaRPr sz="1800">
              <a:solidFill>
                <a:schemeClr val="dk2"/>
              </a:solidFill>
              <a:latin typeface="Cambria"/>
              <a:ea typeface="Cambria"/>
              <a:cs typeface="Cambria"/>
              <a:sym typeface="Cambria"/>
            </a:endParaRPr>
          </a:p>
          <a:p>
            <a:pPr indent="0" lvl="0" marL="146050" rtl="0" algn="l">
              <a:lnSpc>
                <a:spcPct val="100000"/>
              </a:lnSpc>
              <a:spcBef>
                <a:spcPts val="0"/>
              </a:spcBef>
              <a:spcAft>
                <a:spcPts val="0"/>
              </a:spcAft>
              <a:buSzPts val="1300"/>
              <a:buNone/>
            </a:pPr>
            <a:r>
              <a:t/>
            </a:r>
            <a:endParaRPr sz="1600">
              <a:solidFill>
                <a:schemeClr val="dk2"/>
              </a:solidFill>
              <a:latin typeface="Cambria"/>
              <a:ea typeface="Cambria"/>
              <a:cs typeface="Cambria"/>
              <a:sym typeface="Cambria"/>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p42"/>
          <p:cNvSpPr txBox="1"/>
          <p:nvPr/>
        </p:nvSpPr>
        <p:spPr>
          <a:xfrm>
            <a:off x="427612" y="-41032"/>
            <a:ext cx="5566788" cy="535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2"/>
              </a:buClr>
              <a:buSzPts val="2600"/>
              <a:buFont typeface="Raleway"/>
              <a:buNone/>
            </a:pPr>
            <a:r>
              <a:rPr b="1" i="0" lang="es-419" sz="2400" u="none" cap="none" strike="noStrike">
                <a:solidFill>
                  <a:srgbClr val="681800"/>
                </a:solidFill>
                <a:latin typeface="Raleway"/>
                <a:ea typeface="Raleway"/>
                <a:cs typeface="Raleway"/>
                <a:sym typeface="Raleway"/>
              </a:rPr>
              <a:t>LADDER: Unidad de Ensamblaje</a:t>
            </a:r>
            <a:endParaRPr/>
          </a:p>
        </p:txBody>
      </p:sp>
      <p:pic>
        <p:nvPicPr>
          <p:cNvPr id="417" name="Google Shape;417;p42"/>
          <p:cNvPicPr preferRelativeResize="0"/>
          <p:nvPr/>
        </p:nvPicPr>
        <p:blipFill rotWithShape="1">
          <a:blip r:embed="rId3">
            <a:alphaModFix/>
          </a:blip>
          <a:srcRect b="0" l="0" r="0" t="0"/>
          <a:stretch/>
        </p:blipFill>
        <p:spPr>
          <a:xfrm>
            <a:off x="4158474" y="494168"/>
            <a:ext cx="4749300" cy="4538341"/>
          </a:xfrm>
          <a:prstGeom prst="rect">
            <a:avLst/>
          </a:prstGeom>
          <a:noFill/>
          <a:ln>
            <a:noFill/>
          </a:ln>
        </p:spPr>
      </p:pic>
      <p:pic>
        <p:nvPicPr>
          <p:cNvPr id="418" name="Google Shape;418;p42"/>
          <p:cNvPicPr preferRelativeResize="0"/>
          <p:nvPr/>
        </p:nvPicPr>
        <p:blipFill rotWithShape="1">
          <a:blip r:embed="rId4">
            <a:alphaModFix/>
          </a:blip>
          <a:srcRect b="14100" l="9136" r="46842" t="58194"/>
          <a:stretch/>
        </p:blipFill>
        <p:spPr>
          <a:xfrm>
            <a:off x="592972" y="1168082"/>
            <a:ext cx="3152140" cy="2807335"/>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43"/>
          <p:cNvSpPr txBox="1"/>
          <p:nvPr/>
        </p:nvSpPr>
        <p:spPr>
          <a:xfrm>
            <a:off x="427612" y="-41032"/>
            <a:ext cx="5566788" cy="535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2"/>
              </a:buClr>
              <a:buSzPts val="2600"/>
              <a:buFont typeface="Raleway"/>
              <a:buNone/>
            </a:pPr>
            <a:r>
              <a:rPr b="1" i="0" lang="es-419" sz="2400" u="none" cap="none" strike="noStrike">
                <a:solidFill>
                  <a:srgbClr val="681800"/>
                </a:solidFill>
                <a:latin typeface="Raleway"/>
                <a:ea typeface="Raleway"/>
                <a:cs typeface="Raleway"/>
                <a:sym typeface="Raleway"/>
              </a:rPr>
              <a:t>Simulación: Unidad de Ensamblaje</a:t>
            </a:r>
            <a:endParaRPr/>
          </a:p>
        </p:txBody>
      </p:sp>
      <p:sp>
        <p:nvSpPr>
          <p:cNvPr id="424" name="Google Shape;424;p43"/>
          <p:cNvSpPr txBox="1"/>
          <p:nvPr>
            <p:ph idx="1" type="body"/>
          </p:nvPr>
        </p:nvSpPr>
        <p:spPr>
          <a:xfrm>
            <a:off x="427612" y="515777"/>
            <a:ext cx="8128000" cy="723760"/>
          </a:xfrm>
          <a:prstGeom prst="rect">
            <a:avLst/>
          </a:prstGeom>
          <a:solidFill>
            <a:schemeClr val="lt1"/>
          </a:solidFill>
          <a:ln>
            <a:noFill/>
          </a:ln>
        </p:spPr>
        <p:txBody>
          <a:bodyPr anchorCtr="0" anchor="t" bIns="91425" lIns="91425" spcFirstLastPara="1" rIns="91425" wrap="square" tIns="91425">
            <a:noAutofit/>
          </a:bodyPr>
          <a:lstStyle/>
          <a:p>
            <a:pPr indent="0" lvl="0" marL="146050" rtl="0" algn="just">
              <a:lnSpc>
                <a:spcPct val="100000"/>
              </a:lnSpc>
              <a:spcBef>
                <a:spcPts val="0"/>
              </a:spcBef>
              <a:spcAft>
                <a:spcPts val="0"/>
              </a:spcAft>
              <a:buSzPts val="1300"/>
              <a:buNone/>
            </a:pPr>
            <a:r>
              <a:rPr lang="es-419" sz="1800">
                <a:solidFill>
                  <a:schemeClr val="dk2"/>
                </a:solidFill>
                <a:latin typeface="Cambria"/>
                <a:ea typeface="Cambria"/>
                <a:cs typeface="Cambria"/>
                <a:sym typeface="Cambria"/>
              </a:rPr>
              <a:t>Para la simulación se utilizará PC SIMU, esto nos permitirá validar que el programa siga la secuencia del esquema GRAFCET: </a:t>
            </a:r>
            <a:endParaRPr sz="1800">
              <a:solidFill>
                <a:schemeClr val="dk2"/>
              </a:solidFill>
              <a:latin typeface="Cambria"/>
              <a:ea typeface="Cambria"/>
              <a:cs typeface="Cambria"/>
              <a:sym typeface="Cambria"/>
            </a:endParaRPr>
          </a:p>
          <a:p>
            <a:pPr indent="0" lvl="0" marL="146050" rtl="0" algn="l">
              <a:lnSpc>
                <a:spcPct val="100000"/>
              </a:lnSpc>
              <a:spcBef>
                <a:spcPts val="0"/>
              </a:spcBef>
              <a:spcAft>
                <a:spcPts val="0"/>
              </a:spcAft>
              <a:buSzPts val="1300"/>
              <a:buNone/>
            </a:pPr>
            <a:r>
              <a:t/>
            </a:r>
            <a:endParaRPr sz="1600">
              <a:solidFill>
                <a:schemeClr val="dk2"/>
              </a:solidFill>
              <a:latin typeface="Cambria"/>
              <a:ea typeface="Cambria"/>
              <a:cs typeface="Cambria"/>
              <a:sym typeface="Cambria"/>
            </a:endParaRPr>
          </a:p>
        </p:txBody>
      </p:sp>
      <p:pic>
        <p:nvPicPr>
          <p:cNvPr id="425" name="Google Shape;425;p43"/>
          <p:cNvPicPr preferRelativeResize="0"/>
          <p:nvPr/>
        </p:nvPicPr>
        <p:blipFill rotWithShape="1">
          <a:blip r:embed="rId3">
            <a:alphaModFix/>
          </a:blip>
          <a:srcRect b="0" l="0" r="0" t="0"/>
          <a:stretch/>
        </p:blipFill>
        <p:spPr>
          <a:xfrm>
            <a:off x="1" y="1473905"/>
            <a:ext cx="5305778" cy="2511073"/>
          </a:xfrm>
          <a:prstGeom prst="rect">
            <a:avLst/>
          </a:prstGeom>
          <a:noFill/>
          <a:ln>
            <a:noFill/>
          </a:ln>
        </p:spPr>
      </p:pic>
      <p:pic>
        <p:nvPicPr>
          <p:cNvPr id="426" name="Google Shape;426;p43"/>
          <p:cNvPicPr preferRelativeResize="0"/>
          <p:nvPr/>
        </p:nvPicPr>
        <p:blipFill rotWithShape="1">
          <a:blip r:embed="rId4">
            <a:alphaModFix/>
          </a:blip>
          <a:srcRect b="0" l="0" r="0" t="0"/>
          <a:stretch/>
        </p:blipFill>
        <p:spPr>
          <a:xfrm>
            <a:off x="5305779" y="1569986"/>
            <a:ext cx="3838221" cy="2414992"/>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p44"/>
          <p:cNvSpPr txBox="1"/>
          <p:nvPr/>
        </p:nvSpPr>
        <p:spPr>
          <a:xfrm>
            <a:off x="427612" y="-41032"/>
            <a:ext cx="5566788" cy="535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2"/>
              </a:buClr>
              <a:buSzPts val="2600"/>
              <a:buFont typeface="Raleway"/>
              <a:buNone/>
            </a:pPr>
            <a:r>
              <a:rPr b="1" i="0" lang="es-419" sz="2400" u="none" cap="none" strike="noStrike">
                <a:solidFill>
                  <a:srgbClr val="681800"/>
                </a:solidFill>
                <a:latin typeface="Raleway"/>
                <a:ea typeface="Raleway"/>
                <a:cs typeface="Raleway"/>
                <a:sym typeface="Raleway"/>
              </a:rPr>
              <a:t>LADDER: Unidad de Procesamiento</a:t>
            </a:r>
            <a:endParaRPr/>
          </a:p>
        </p:txBody>
      </p:sp>
      <p:pic>
        <p:nvPicPr>
          <p:cNvPr id="432" name="Google Shape;432;p44"/>
          <p:cNvPicPr preferRelativeResize="0"/>
          <p:nvPr/>
        </p:nvPicPr>
        <p:blipFill rotWithShape="1">
          <a:blip r:embed="rId3">
            <a:alphaModFix/>
          </a:blip>
          <a:srcRect b="23795" l="22923" r="32391" t="16594"/>
          <a:stretch/>
        </p:blipFill>
        <p:spPr>
          <a:xfrm>
            <a:off x="4391247" y="717452"/>
            <a:ext cx="4455270" cy="3992772"/>
          </a:xfrm>
          <a:prstGeom prst="rect">
            <a:avLst/>
          </a:prstGeom>
          <a:noFill/>
          <a:ln>
            <a:noFill/>
          </a:ln>
        </p:spPr>
      </p:pic>
      <p:pic>
        <p:nvPicPr>
          <p:cNvPr id="433" name="Google Shape;433;p44"/>
          <p:cNvPicPr preferRelativeResize="0"/>
          <p:nvPr/>
        </p:nvPicPr>
        <p:blipFill rotWithShape="1">
          <a:blip r:embed="rId4">
            <a:alphaModFix/>
          </a:blip>
          <a:srcRect b="6919" l="22093" r="32059" t="17108"/>
          <a:stretch/>
        </p:blipFill>
        <p:spPr>
          <a:xfrm>
            <a:off x="297483" y="914400"/>
            <a:ext cx="4093764" cy="3511648"/>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45"/>
          <p:cNvSpPr txBox="1"/>
          <p:nvPr/>
        </p:nvSpPr>
        <p:spPr>
          <a:xfrm>
            <a:off x="427612" y="-41032"/>
            <a:ext cx="5995766" cy="535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2"/>
              </a:buClr>
              <a:buSzPts val="2600"/>
              <a:buFont typeface="Raleway"/>
              <a:buNone/>
            </a:pPr>
            <a:r>
              <a:rPr b="1" i="0" lang="es-419" sz="2400" u="none" cap="none" strike="noStrike">
                <a:solidFill>
                  <a:srgbClr val="681800"/>
                </a:solidFill>
                <a:latin typeface="Raleway"/>
                <a:ea typeface="Raleway"/>
                <a:cs typeface="Raleway"/>
                <a:sym typeface="Raleway"/>
              </a:rPr>
              <a:t>Simulación : Unidad de Procesamiento</a:t>
            </a:r>
            <a:endParaRPr/>
          </a:p>
        </p:txBody>
      </p:sp>
      <p:sp>
        <p:nvSpPr>
          <p:cNvPr id="439" name="Google Shape;439;p45"/>
          <p:cNvSpPr txBox="1"/>
          <p:nvPr>
            <p:ph idx="1" type="body"/>
          </p:nvPr>
        </p:nvSpPr>
        <p:spPr>
          <a:xfrm>
            <a:off x="427612" y="515777"/>
            <a:ext cx="8128000" cy="723760"/>
          </a:xfrm>
          <a:prstGeom prst="rect">
            <a:avLst/>
          </a:prstGeom>
          <a:solidFill>
            <a:schemeClr val="lt1"/>
          </a:solidFill>
          <a:ln>
            <a:noFill/>
          </a:ln>
        </p:spPr>
        <p:txBody>
          <a:bodyPr anchorCtr="0" anchor="t" bIns="91425" lIns="91425" spcFirstLastPara="1" rIns="91425" wrap="square" tIns="91425">
            <a:noAutofit/>
          </a:bodyPr>
          <a:lstStyle/>
          <a:p>
            <a:pPr indent="0" lvl="0" marL="146050" rtl="0" algn="just">
              <a:lnSpc>
                <a:spcPct val="100000"/>
              </a:lnSpc>
              <a:spcBef>
                <a:spcPts val="0"/>
              </a:spcBef>
              <a:spcAft>
                <a:spcPts val="0"/>
              </a:spcAft>
              <a:buSzPts val="1300"/>
              <a:buNone/>
            </a:pPr>
            <a:r>
              <a:rPr lang="es-419" sz="1800">
                <a:solidFill>
                  <a:schemeClr val="dk2"/>
                </a:solidFill>
                <a:latin typeface="Cambria"/>
                <a:ea typeface="Cambria"/>
                <a:cs typeface="Cambria"/>
                <a:sym typeface="Cambria"/>
              </a:rPr>
              <a:t>Para la simulación se utilizará PC SIMU, esto nos permitirá validar que el programa siga la secuencia del esquema GRAFCET: </a:t>
            </a:r>
            <a:endParaRPr sz="1800">
              <a:solidFill>
                <a:schemeClr val="dk2"/>
              </a:solidFill>
              <a:latin typeface="Cambria"/>
              <a:ea typeface="Cambria"/>
              <a:cs typeface="Cambria"/>
              <a:sym typeface="Cambria"/>
            </a:endParaRPr>
          </a:p>
          <a:p>
            <a:pPr indent="0" lvl="0" marL="146050" rtl="0" algn="l">
              <a:lnSpc>
                <a:spcPct val="100000"/>
              </a:lnSpc>
              <a:spcBef>
                <a:spcPts val="0"/>
              </a:spcBef>
              <a:spcAft>
                <a:spcPts val="0"/>
              </a:spcAft>
              <a:buSzPts val="1300"/>
              <a:buNone/>
            </a:pPr>
            <a:r>
              <a:t/>
            </a:r>
            <a:endParaRPr sz="1600">
              <a:solidFill>
                <a:schemeClr val="dk2"/>
              </a:solidFill>
              <a:latin typeface="Cambria"/>
              <a:ea typeface="Cambria"/>
              <a:cs typeface="Cambria"/>
              <a:sym typeface="Cambria"/>
            </a:endParaRPr>
          </a:p>
        </p:txBody>
      </p:sp>
      <p:pic>
        <p:nvPicPr>
          <p:cNvPr id="440" name="Google Shape;440;p45"/>
          <p:cNvPicPr preferRelativeResize="0"/>
          <p:nvPr/>
        </p:nvPicPr>
        <p:blipFill rotWithShape="1">
          <a:blip r:embed="rId3">
            <a:alphaModFix/>
          </a:blip>
          <a:srcRect b="0" l="0" r="0" t="0"/>
          <a:stretch/>
        </p:blipFill>
        <p:spPr>
          <a:xfrm>
            <a:off x="0" y="1473200"/>
            <a:ext cx="5591175" cy="2197100"/>
          </a:xfrm>
          <a:prstGeom prst="rect">
            <a:avLst/>
          </a:prstGeom>
          <a:noFill/>
          <a:ln>
            <a:noFill/>
          </a:ln>
        </p:spPr>
      </p:pic>
      <p:pic>
        <p:nvPicPr>
          <p:cNvPr id="441" name="Google Shape;441;p45"/>
          <p:cNvPicPr preferRelativeResize="0"/>
          <p:nvPr/>
        </p:nvPicPr>
        <p:blipFill rotWithShape="1">
          <a:blip r:embed="rId4">
            <a:alphaModFix/>
          </a:blip>
          <a:srcRect b="0" l="0" r="0" t="0"/>
          <a:stretch/>
        </p:blipFill>
        <p:spPr>
          <a:xfrm>
            <a:off x="5591175" y="877657"/>
            <a:ext cx="3552825" cy="3914775"/>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p46"/>
          <p:cNvSpPr txBox="1"/>
          <p:nvPr/>
        </p:nvSpPr>
        <p:spPr>
          <a:xfrm>
            <a:off x="427612" y="-41032"/>
            <a:ext cx="5566788" cy="535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2"/>
              </a:buClr>
              <a:buSzPts val="2600"/>
              <a:buFont typeface="Raleway"/>
              <a:buNone/>
            </a:pPr>
            <a:r>
              <a:rPr b="1" i="0" lang="es-419" sz="2400" u="none" cap="none" strike="noStrike">
                <a:solidFill>
                  <a:srgbClr val="681800"/>
                </a:solidFill>
                <a:latin typeface="Raleway"/>
                <a:ea typeface="Raleway"/>
                <a:cs typeface="Raleway"/>
                <a:sym typeface="Raleway"/>
              </a:rPr>
              <a:t>LADDER: Unidad de Selección</a:t>
            </a:r>
            <a:endParaRPr/>
          </a:p>
        </p:txBody>
      </p:sp>
      <p:pic>
        <p:nvPicPr>
          <p:cNvPr id="447" name="Google Shape;447;p46"/>
          <p:cNvPicPr preferRelativeResize="0"/>
          <p:nvPr/>
        </p:nvPicPr>
        <p:blipFill rotWithShape="1">
          <a:blip r:embed="rId3">
            <a:alphaModFix/>
          </a:blip>
          <a:srcRect b="0" l="0" r="0" t="0"/>
          <a:stretch/>
        </p:blipFill>
        <p:spPr>
          <a:xfrm>
            <a:off x="3523143" y="494168"/>
            <a:ext cx="5394585" cy="2568009"/>
          </a:xfrm>
          <a:prstGeom prst="rect">
            <a:avLst/>
          </a:prstGeom>
          <a:noFill/>
          <a:ln>
            <a:noFill/>
          </a:ln>
        </p:spPr>
      </p:pic>
      <p:pic>
        <p:nvPicPr>
          <p:cNvPr id="448" name="Google Shape;448;p46"/>
          <p:cNvPicPr preferRelativeResize="0"/>
          <p:nvPr/>
        </p:nvPicPr>
        <p:blipFill rotWithShape="1">
          <a:blip r:embed="rId4">
            <a:alphaModFix/>
          </a:blip>
          <a:srcRect b="0" l="0" r="0" t="0"/>
          <a:stretch/>
        </p:blipFill>
        <p:spPr>
          <a:xfrm>
            <a:off x="3520154" y="3040911"/>
            <a:ext cx="5394585" cy="1977386"/>
          </a:xfrm>
          <a:prstGeom prst="rect">
            <a:avLst/>
          </a:prstGeom>
          <a:noFill/>
          <a:ln>
            <a:noFill/>
          </a:ln>
        </p:spPr>
      </p:pic>
      <p:pic>
        <p:nvPicPr>
          <p:cNvPr id="449" name="Google Shape;449;p46"/>
          <p:cNvPicPr preferRelativeResize="0"/>
          <p:nvPr/>
        </p:nvPicPr>
        <p:blipFill rotWithShape="1">
          <a:blip r:embed="rId5">
            <a:alphaModFix/>
          </a:blip>
          <a:srcRect b="0" l="0" r="0" t="0"/>
          <a:stretch/>
        </p:blipFill>
        <p:spPr>
          <a:xfrm>
            <a:off x="226272" y="754910"/>
            <a:ext cx="3219450" cy="4178597"/>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sp>
        <p:nvSpPr>
          <p:cNvPr id="454" name="Google Shape;454;p47"/>
          <p:cNvSpPr txBox="1"/>
          <p:nvPr/>
        </p:nvSpPr>
        <p:spPr>
          <a:xfrm>
            <a:off x="427612" y="-41032"/>
            <a:ext cx="5566788" cy="535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2"/>
              </a:buClr>
              <a:buSzPts val="2600"/>
              <a:buFont typeface="Raleway"/>
              <a:buNone/>
            </a:pPr>
            <a:r>
              <a:rPr b="1" i="0" lang="es-419" sz="2400" u="none" cap="none" strike="noStrike">
                <a:solidFill>
                  <a:srgbClr val="681800"/>
                </a:solidFill>
                <a:latin typeface="Raleway"/>
                <a:ea typeface="Raleway"/>
                <a:cs typeface="Raleway"/>
                <a:sym typeface="Raleway"/>
              </a:rPr>
              <a:t>Simulación : Unidad de Selección</a:t>
            </a:r>
            <a:endParaRPr/>
          </a:p>
        </p:txBody>
      </p:sp>
      <p:sp>
        <p:nvSpPr>
          <p:cNvPr id="455" name="Google Shape;455;p47"/>
          <p:cNvSpPr txBox="1"/>
          <p:nvPr>
            <p:ph idx="1" type="body"/>
          </p:nvPr>
        </p:nvSpPr>
        <p:spPr>
          <a:xfrm>
            <a:off x="427612" y="515777"/>
            <a:ext cx="8128000" cy="723760"/>
          </a:xfrm>
          <a:prstGeom prst="rect">
            <a:avLst/>
          </a:prstGeom>
          <a:solidFill>
            <a:schemeClr val="lt1"/>
          </a:solidFill>
          <a:ln>
            <a:noFill/>
          </a:ln>
        </p:spPr>
        <p:txBody>
          <a:bodyPr anchorCtr="0" anchor="t" bIns="91425" lIns="91425" spcFirstLastPara="1" rIns="91425" wrap="square" tIns="91425">
            <a:noAutofit/>
          </a:bodyPr>
          <a:lstStyle/>
          <a:p>
            <a:pPr indent="0" lvl="0" marL="146050" rtl="0" algn="just">
              <a:lnSpc>
                <a:spcPct val="100000"/>
              </a:lnSpc>
              <a:spcBef>
                <a:spcPts val="0"/>
              </a:spcBef>
              <a:spcAft>
                <a:spcPts val="0"/>
              </a:spcAft>
              <a:buSzPts val="1300"/>
              <a:buNone/>
            </a:pPr>
            <a:r>
              <a:rPr lang="es-419" sz="1800">
                <a:solidFill>
                  <a:schemeClr val="dk2"/>
                </a:solidFill>
                <a:latin typeface="Cambria"/>
                <a:ea typeface="Cambria"/>
                <a:cs typeface="Cambria"/>
                <a:sym typeface="Cambria"/>
              </a:rPr>
              <a:t>Para la simulación se utilizará PC SIMU, esto nos permitirá validar que el programa siga la secuencia del esquema GRAFCET: </a:t>
            </a:r>
            <a:endParaRPr sz="1800">
              <a:solidFill>
                <a:schemeClr val="dk2"/>
              </a:solidFill>
              <a:latin typeface="Cambria"/>
              <a:ea typeface="Cambria"/>
              <a:cs typeface="Cambria"/>
              <a:sym typeface="Cambria"/>
            </a:endParaRPr>
          </a:p>
          <a:p>
            <a:pPr indent="0" lvl="0" marL="146050" rtl="0" algn="l">
              <a:lnSpc>
                <a:spcPct val="100000"/>
              </a:lnSpc>
              <a:spcBef>
                <a:spcPts val="0"/>
              </a:spcBef>
              <a:spcAft>
                <a:spcPts val="0"/>
              </a:spcAft>
              <a:buSzPts val="1300"/>
              <a:buNone/>
            </a:pPr>
            <a:r>
              <a:t/>
            </a:r>
            <a:endParaRPr sz="1600">
              <a:solidFill>
                <a:schemeClr val="dk2"/>
              </a:solidFill>
              <a:latin typeface="Cambria"/>
              <a:ea typeface="Cambria"/>
              <a:cs typeface="Cambria"/>
              <a:sym typeface="Cambria"/>
            </a:endParaRPr>
          </a:p>
        </p:txBody>
      </p:sp>
      <p:pic>
        <p:nvPicPr>
          <p:cNvPr id="456" name="Google Shape;456;p47"/>
          <p:cNvPicPr preferRelativeResize="0"/>
          <p:nvPr/>
        </p:nvPicPr>
        <p:blipFill rotWithShape="1">
          <a:blip r:embed="rId3">
            <a:alphaModFix/>
          </a:blip>
          <a:srcRect b="0" l="0" r="0" t="0"/>
          <a:stretch/>
        </p:blipFill>
        <p:spPr>
          <a:xfrm>
            <a:off x="0" y="1494895"/>
            <a:ext cx="5566788" cy="2561026"/>
          </a:xfrm>
          <a:prstGeom prst="rect">
            <a:avLst/>
          </a:prstGeom>
          <a:noFill/>
          <a:ln>
            <a:noFill/>
          </a:ln>
        </p:spPr>
      </p:pic>
      <p:pic>
        <p:nvPicPr>
          <p:cNvPr id="457" name="Google Shape;457;p47"/>
          <p:cNvPicPr preferRelativeResize="0"/>
          <p:nvPr/>
        </p:nvPicPr>
        <p:blipFill rotWithShape="1">
          <a:blip r:embed="rId4">
            <a:alphaModFix/>
          </a:blip>
          <a:srcRect b="0" l="0" r="0" t="0"/>
          <a:stretch/>
        </p:blipFill>
        <p:spPr>
          <a:xfrm>
            <a:off x="5531556" y="2240264"/>
            <a:ext cx="3612444" cy="2387459"/>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id="462" name="Google Shape;462;p48"/>
          <p:cNvSpPr txBox="1"/>
          <p:nvPr/>
        </p:nvSpPr>
        <p:spPr>
          <a:xfrm>
            <a:off x="427612" y="-41032"/>
            <a:ext cx="5566788" cy="535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2"/>
              </a:buClr>
              <a:buSzPts val="2600"/>
              <a:buFont typeface="Raleway"/>
              <a:buNone/>
            </a:pPr>
            <a:r>
              <a:rPr b="1" i="0" lang="es-419" sz="2400" u="none" cap="none" strike="noStrike">
                <a:solidFill>
                  <a:srgbClr val="681800"/>
                </a:solidFill>
                <a:latin typeface="Raleway"/>
                <a:ea typeface="Raleway"/>
                <a:cs typeface="Raleway"/>
                <a:sym typeface="Raleway"/>
              </a:rPr>
              <a:t>LADDER: Unidad de Transporte</a:t>
            </a:r>
            <a:endParaRPr/>
          </a:p>
        </p:txBody>
      </p:sp>
      <p:pic>
        <p:nvPicPr>
          <p:cNvPr id="463" name="Google Shape;463;p48"/>
          <p:cNvPicPr preferRelativeResize="0"/>
          <p:nvPr/>
        </p:nvPicPr>
        <p:blipFill rotWithShape="1">
          <a:blip r:embed="rId3">
            <a:alphaModFix/>
          </a:blip>
          <a:srcRect b="0" l="0" r="0" t="0"/>
          <a:stretch/>
        </p:blipFill>
        <p:spPr>
          <a:xfrm>
            <a:off x="4051005" y="494168"/>
            <a:ext cx="4866723" cy="4649332"/>
          </a:xfrm>
          <a:prstGeom prst="rect">
            <a:avLst/>
          </a:prstGeom>
          <a:noFill/>
          <a:ln>
            <a:noFill/>
          </a:ln>
        </p:spPr>
      </p:pic>
      <p:pic>
        <p:nvPicPr>
          <p:cNvPr id="464" name="Google Shape;464;p48"/>
          <p:cNvPicPr preferRelativeResize="0"/>
          <p:nvPr/>
        </p:nvPicPr>
        <p:blipFill rotWithShape="1">
          <a:blip r:embed="rId4">
            <a:alphaModFix/>
          </a:blip>
          <a:srcRect b="0" l="0" r="0" t="0"/>
          <a:stretch/>
        </p:blipFill>
        <p:spPr>
          <a:xfrm>
            <a:off x="686464" y="494168"/>
            <a:ext cx="2939237" cy="3556837"/>
          </a:xfrm>
          <a:prstGeom prst="rect">
            <a:avLst/>
          </a:prstGeom>
          <a:noFill/>
          <a:ln>
            <a:noFill/>
          </a:ln>
        </p:spPr>
      </p:pic>
      <p:pic>
        <p:nvPicPr>
          <p:cNvPr id="465" name="Google Shape;465;p48"/>
          <p:cNvPicPr preferRelativeResize="0"/>
          <p:nvPr/>
        </p:nvPicPr>
        <p:blipFill rotWithShape="1">
          <a:blip r:embed="rId5">
            <a:alphaModFix/>
          </a:blip>
          <a:srcRect b="82659" l="0" r="0" t="2554"/>
          <a:stretch/>
        </p:blipFill>
        <p:spPr>
          <a:xfrm>
            <a:off x="587781" y="4051005"/>
            <a:ext cx="3200400" cy="741603"/>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 name="Shape 469"/>
        <p:cNvGrpSpPr/>
        <p:nvPr/>
      </p:nvGrpSpPr>
      <p:grpSpPr>
        <a:xfrm>
          <a:off x="0" y="0"/>
          <a:ext cx="0" cy="0"/>
          <a:chOff x="0" y="0"/>
          <a:chExt cx="0" cy="0"/>
        </a:xfrm>
      </p:grpSpPr>
      <p:sp>
        <p:nvSpPr>
          <p:cNvPr id="470" name="Google Shape;470;p49"/>
          <p:cNvSpPr txBox="1"/>
          <p:nvPr>
            <p:ph type="ctrTitle"/>
          </p:nvPr>
        </p:nvSpPr>
        <p:spPr>
          <a:xfrm>
            <a:off x="729450" y="1322450"/>
            <a:ext cx="7688100" cy="1664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4200"/>
              <a:buNone/>
            </a:pPr>
            <a:r>
              <a:rPr lang="es-419"/>
              <a:t>IMPLEMENTACIÓN</a:t>
            </a:r>
            <a:endParaRPr b="0"/>
          </a:p>
        </p:txBody>
      </p:sp>
      <p:sp>
        <p:nvSpPr>
          <p:cNvPr id="471" name="Google Shape;471;p49"/>
          <p:cNvSpPr txBox="1"/>
          <p:nvPr>
            <p:ph idx="1" type="subTitle"/>
          </p:nvPr>
        </p:nvSpPr>
        <p:spPr>
          <a:xfrm>
            <a:off x="729627" y="3172900"/>
            <a:ext cx="3123045" cy="5412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1600"/>
              <a:buNone/>
            </a:pPr>
            <a:r>
              <a:rPr lang="es-419"/>
              <a:t>PROCESO DE PRODUCCIÓN</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5" name="Shape 475"/>
        <p:cNvGrpSpPr/>
        <p:nvPr/>
      </p:nvGrpSpPr>
      <p:grpSpPr>
        <a:xfrm>
          <a:off x="0" y="0"/>
          <a:ext cx="0" cy="0"/>
          <a:chOff x="0" y="0"/>
          <a:chExt cx="0" cy="0"/>
        </a:xfrm>
      </p:grpSpPr>
      <p:sp>
        <p:nvSpPr>
          <p:cNvPr id="476" name="Google Shape;476;p50"/>
          <p:cNvSpPr txBox="1"/>
          <p:nvPr/>
        </p:nvSpPr>
        <p:spPr>
          <a:xfrm>
            <a:off x="0" y="0"/>
            <a:ext cx="4093535" cy="535200"/>
          </a:xfrm>
          <a:prstGeom prst="rect">
            <a:avLst/>
          </a:prstGeom>
          <a:solidFill>
            <a:schemeClr val="dk2">
              <a:alpha val="49803"/>
            </a:schemeClr>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2"/>
              </a:buClr>
              <a:buSzPts val="2600"/>
              <a:buFont typeface="Raleway"/>
              <a:buNone/>
            </a:pPr>
            <a:r>
              <a:rPr b="0" i="0" lang="es-419" sz="2400" u="none" cap="none" strike="noStrike">
                <a:solidFill>
                  <a:schemeClr val="lt1"/>
                </a:solidFill>
                <a:latin typeface="Raleway"/>
                <a:ea typeface="Raleway"/>
                <a:cs typeface="Raleway"/>
                <a:sym typeface="Raleway"/>
              </a:rPr>
              <a:t>Video: Puesta en operación</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 name="Shape 480"/>
        <p:cNvGrpSpPr/>
        <p:nvPr/>
      </p:nvGrpSpPr>
      <p:grpSpPr>
        <a:xfrm>
          <a:off x="0" y="0"/>
          <a:ext cx="0" cy="0"/>
          <a:chOff x="0" y="0"/>
          <a:chExt cx="0" cy="0"/>
        </a:xfrm>
      </p:grpSpPr>
      <p:sp>
        <p:nvSpPr>
          <p:cNvPr id="481" name="Google Shape;481;p51"/>
          <p:cNvSpPr txBox="1"/>
          <p:nvPr/>
        </p:nvSpPr>
        <p:spPr>
          <a:xfrm>
            <a:off x="0" y="0"/>
            <a:ext cx="5816009" cy="535200"/>
          </a:xfrm>
          <a:prstGeom prst="rect">
            <a:avLst/>
          </a:prstGeom>
          <a:solidFill>
            <a:schemeClr val="dk2">
              <a:alpha val="49803"/>
            </a:schemeClr>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2"/>
              </a:buClr>
              <a:buSzPts val="2600"/>
              <a:buFont typeface="Raleway"/>
              <a:buNone/>
            </a:pPr>
            <a:r>
              <a:rPr b="0" i="0" lang="es-419" sz="2400" u="none" cap="none" strike="noStrike">
                <a:solidFill>
                  <a:schemeClr val="lt1"/>
                </a:solidFill>
                <a:latin typeface="Raleway"/>
                <a:ea typeface="Raleway"/>
                <a:cs typeface="Raleway"/>
                <a:sym typeface="Raleway"/>
              </a:rPr>
              <a:t>Video: Puesta en operación – 2da pieza</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sp>
        <p:nvSpPr>
          <p:cNvPr id="486" name="Google Shape;486;p52"/>
          <p:cNvSpPr txBox="1"/>
          <p:nvPr/>
        </p:nvSpPr>
        <p:spPr>
          <a:xfrm>
            <a:off x="0" y="0"/>
            <a:ext cx="4399570" cy="535200"/>
          </a:xfrm>
          <a:prstGeom prst="rect">
            <a:avLst/>
          </a:prstGeom>
          <a:solidFill>
            <a:srgbClr val="14191A">
              <a:alpha val="49803"/>
            </a:srgbClr>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2"/>
              </a:buClr>
              <a:buSzPts val="2600"/>
              <a:buFont typeface="Raleway"/>
              <a:buNone/>
            </a:pPr>
            <a:r>
              <a:rPr b="0" i="0" lang="es-419" sz="2400" u="none" cap="none" strike="noStrike">
                <a:solidFill>
                  <a:schemeClr val="lt1"/>
                </a:solidFill>
                <a:latin typeface="Raleway"/>
                <a:ea typeface="Raleway"/>
                <a:cs typeface="Raleway"/>
                <a:sym typeface="Raleway"/>
              </a:rPr>
              <a:t>Video: Parada de emergencia</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Jhonson Lovera</dc:creator>
</cp:coreProperties>
</file>