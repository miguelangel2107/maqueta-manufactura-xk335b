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66" r:id="rId3"/>
    <p:sldId id="296" r:id="rId4"/>
    <p:sldId id="267" r:id="rId5"/>
    <p:sldId id="292" r:id="rId6"/>
    <p:sldId id="293" r:id="rId7"/>
    <p:sldId id="294" r:id="rId8"/>
    <p:sldId id="295" r:id="rId9"/>
    <p:sldId id="297" r:id="rId10"/>
    <p:sldId id="298" r:id="rId11"/>
  </p:sldIdLst>
  <p:sldSz cx="9144000" cy="5143500" type="screen16x9"/>
  <p:notesSz cx="6858000" cy="9144000"/>
  <p:embeddedFontLst>
    <p:embeddedFont>
      <p:font typeface="Cambria" panose="02040503050406030204" pitchFamily="18" charset="0"/>
      <p:regular r:id="rId13"/>
      <p:bold r:id="rId14"/>
      <p:italic r:id="rId15"/>
      <p:boldItalic r:id="rId16"/>
    </p:embeddedFont>
    <p:embeddedFont>
      <p:font typeface="Lato" panose="020F0502020204030203" pitchFamily="34" charset="0"/>
      <p:regular r:id="rId17"/>
      <p:bold r:id="rId18"/>
      <p:italic r:id="rId19"/>
      <p:boldItalic r:id="rId20"/>
    </p:embeddedFont>
    <p:embeddedFont>
      <p:font typeface="Raleway" pitchFamily="2" charset="0"/>
      <p:regular r:id="rId21"/>
      <p:bold r:id="rId22"/>
      <p:italic r:id="rId23"/>
      <p:boldItalic r:id="rId24"/>
    </p:embeddedFont>
    <p:embeddedFont>
      <p:font typeface="Tw Cen MT" panose="020B0602020104020603"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91" autoAdjust="0"/>
    <p:restoredTop sz="94660"/>
  </p:normalViewPr>
  <p:slideViewPr>
    <p:cSldViewPr snapToGrid="0">
      <p:cViewPr varScale="1">
        <p:scale>
          <a:sx n="108" d="100"/>
          <a:sy n="108" d="100"/>
        </p:scale>
        <p:origin x="797" y="9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ceb1a0a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ceb1a0a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2599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ceb1a0a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ceb1a0a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0209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ceb1a0a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ceb1a0a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0721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ceb1a0a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ceb1a0a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0792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ceb1a0a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ceb1a0a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2766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ceb1a0a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ceb1a0a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ceb1a0a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ceb1a0a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4484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ceb1a0a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ceb1a0a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6463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ceb1a0a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ceb1a0a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3381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microsoft.com/office/2007/relationships/hdphoto" Target="../media/hdphoto7.wdp"/><Relationship Id="rId18" Type="http://schemas.openxmlformats.org/officeDocument/2006/relationships/image" Target="../media/image11.png"/><Relationship Id="rId26" Type="http://schemas.openxmlformats.org/officeDocument/2006/relationships/image" Target="../media/image15.png"/><Relationship Id="rId3" Type="http://schemas.openxmlformats.org/officeDocument/2006/relationships/image" Target="../media/image3.png"/><Relationship Id="rId21" Type="http://schemas.microsoft.com/office/2007/relationships/hdphoto" Target="../media/hdphoto11.wdp"/><Relationship Id="rId34" Type="http://schemas.microsoft.com/office/2007/relationships/hdphoto" Target="../media/hdphoto16.wdp"/><Relationship Id="rId7" Type="http://schemas.microsoft.com/office/2007/relationships/hdphoto" Target="../media/hdphoto4.wdp"/><Relationship Id="rId12" Type="http://schemas.openxmlformats.org/officeDocument/2006/relationships/image" Target="../media/image8.png"/><Relationship Id="rId17" Type="http://schemas.microsoft.com/office/2007/relationships/hdphoto" Target="../media/hdphoto9.wdp"/><Relationship Id="rId25" Type="http://schemas.microsoft.com/office/2007/relationships/hdphoto" Target="../media/hdphoto13.wdp"/><Relationship Id="rId33" Type="http://schemas.openxmlformats.org/officeDocument/2006/relationships/image" Target="../media/image20.png"/><Relationship Id="rId38" Type="http://schemas.microsoft.com/office/2007/relationships/hdphoto" Target="../media/hdphoto18.wdp"/><Relationship Id="rId2" Type="http://schemas.openxmlformats.org/officeDocument/2006/relationships/notesSlide" Target="../notesSlides/notesSlide3.xml"/><Relationship Id="rId16" Type="http://schemas.openxmlformats.org/officeDocument/2006/relationships/image" Target="../media/image10.png"/><Relationship Id="rId20" Type="http://schemas.openxmlformats.org/officeDocument/2006/relationships/image" Target="../media/image12.png"/><Relationship Id="rId29" Type="http://schemas.microsoft.com/office/2007/relationships/hdphoto" Target="../media/hdphoto15.wdp"/><Relationship Id="rId1" Type="http://schemas.openxmlformats.org/officeDocument/2006/relationships/slideLayout" Target="../slideLayouts/slideLayout3.xml"/><Relationship Id="rId6" Type="http://schemas.openxmlformats.org/officeDocument/2006/relationships/image" Target="../media/image5.png"/><Relationship Id="rId11" Type="http://schemas.microsoft.com/office/2007/relationships/hdphoto" Target="../media/hdphoto6.wdp"/><Relationship Id="rId24" Type="http://schemas.openxmlformats.org/officeDocument/2006/relationships/image" Target="../media/image14.png"/><Relationship Id="rId32" Type="http://schemas.openxmlformats.org/officeDocument/2006/relationships/image" Target="../media/image19.jpg"/><Relationship Id="rId37" Type="http://schemas.openxmlformats.org/officeDocument/2006/relationships/image" Target="../media/image22.png"/><Relationship Id="rId5" Type="http://schemas.microsoft.com/office/2007/relationships/hdphoto" Target="../media/hdphoto3.wdp"/><Relationship Id="rId15" Type="http://schemas.microsoft.com/office/2007/relationships/hdphoto" Target="../media/hdphoto8.wdp"/><Relationship Id="rId23" Type="http://schemas.microsoft.com/office/2007/relationships/hdphoto" Target="../media/hdphoto12.wdp"/><Relationship Id="rId28" Type="http://schemas.openxmlformats.org/officeDocument/2006/relationships/image" Target="../media/image16.png"/><Relationship Id="rId36" Type="http://schemas.microsoft.com/office/2007/relationships/hdphoto" Target="../media/hdphoto17.wdp"/><Relationship Id="rId10" Type="http://schemas.openxmlformats.org/officeDocument/2006/relationships/image" Target="../media/image7.png"/><Relationship Id="rId19" Type="http://schemas.microsoft.com/office/2007/relationships/hdphoto" Target="../media/hdphoto10.wdp"/><Relationship Id="rId31" Type="http://schemas.openxmlformats.org/officeDocument/2006/relationships/image" Target="../media/image18.jpg"/><Relationship Id="rId4" Type="http://schemas.openxmlformats.org/officeDocument/2006/relationships/image" Target="../media/image4.png"/><Relationship Id="rId9" Type="http://schemas.microsoft.com/office/2007/relationships/hdphoto" Target="../media/hdphoto5.wdp"/><Relationship Id="rId14" Type="http://schemas.openxmlformats.org/officeDocument/2006/relationships/image" Target="../media/image9.png"/><Relationship Id="rId22" Type="http://schemas.openxmlformats.org/officeDocument/2006/relationships/image" Target="../media/image13.png"/><Relationship Id="rId27" Type="http://schemas.microsoft.com/office/2007/relationships/hdphoto" Target="../media/hdphoto14.wdp"/><Relationship Id="rId30" Type="http://schemas.openxmlformats.org/officeDocument/2006/relationships/image" Target="../media/image17.png"/><Relationship Id="rId35"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microsoft.com/office/2007/relationships/hdphoto" Target="../media/hdphoto19.wdp"/></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microsoft.com/office/2007/relationships/hdphoto" Target="../media/hdphoto21.wdp"/><Relationship Id="rId5" Type="http://schemas.openxmlformats.org/officeDocument/2006/relationships/image" Target="../media/image26.png"/><Relationship Id="rId4" Type="http://schemas.microsoft.com/office/2007/relationships/hdphoto" Target="../media/hdphoto20.wdp"/></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microsoft.com/office/2007/relationships/hdphoto" Target="../media/hdphoto23.wdp"/><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microsoft.com/office/2007/relationships/hdphoto" Target="../media/hdphoto17.wdp"/><Relationship Id="rId5" Type="http://schemas.openxmlformats.org/officeDocument/2006/relationships/image" Target="../media/image29.png"/><Relationship Id="rId4" Type="http://schemas.microsoft.com/office/2007/relationships/hdphoto" Target="../media/hdphoto22.wdp"/></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32.jpeg"/><Relationship Id="rId4" Type="http://schemas.microsoft.com/office/2007/relationships/hdphoto" Target="../media/hdphoto24.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419" dirty="0"/>
              <a:t>PRESENTACIÓN </a:t>
            </a:r>
            <a:br>
              <a:rPr lang="es-419" dirty="0"/>
            </a:br>
            <a:r>
              <a:rPr lang="es-419" dirty="0"/>
              <a:t>LABORATORIO # 3</a:t>
            </a:r>
          </a:p>
        </p:txBody>
      </p:sp>
      <p:sp>
        <p:nvSpPr>
          <p:cNvPr id="87" name="Google Shape;87;p13"/>
          <p:cNvSpPr txBox="1">
            <a:spLocks noGrp="1"/>
          </p:cNvSpPr>
          <p:nvPr>
            <p:ph type="subTitle" idx="1"/>
          </p:nvPr>
        </p:nvSpPr>
        <p:spPr>
          <a:xfrm>
            <a:off x="729627" y="3172900"/>
            <a:ext cx="4195941" cy="115526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MX" dirty="0"/>
              <a:t>MANTENIMIENTO DE LA PLANTA DE </a:t>
            </a:r>
            <a:r>
              <a:rPr lang="es-419" dirty="0"/>
              <a:t>PROCESO DE PRODUCCIÓN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3" name="Google Shape;93;p14"/>
          <p:cNvSpPr txBox="1">
            <a:spLocks noGrp="1"/>
          </p:cNvSpPr>
          <p:nvPr>
            <p:ph type="body" idx="1"/>
          </p:nvPr>
        </p:nvSpPr>
        <p:spPr>
          <a:xfrm>
            <a:off x="601602" y="510920"/>
            <a:ext cx="7940796" cy="1194131"/>
          </a:xfrm>
          <a:prstGeom prst="rect">
            <a:avLst/>
          </a:prstGeom>
          <a:solidFill>
            <a:schemeClr val="bg1"/>
          </a:solidFill>
        </p:spPr>
        <p:txBody>
          <a:bodyPr spcFirstLastPara="1" wrap="square" lIns="91425" tIns="91425" rIns="91425" bIns="91425" anchor="t" anchorCtr="0">
            <a:normAutofit/>
          </a:bodyPr>
          <a:lstStyle/>
          <a:p>
            <a:pPr marL="146050" indent="0" algn="just">
              <a:buNone/>
            </a:pPr>
            <a:r>
              <a:rPr lang="es-MX" sz="1800" b="0" i="0" u="none" strike="noStrike" spc="-50" dirty="0">
                <a:solidFill>
                  <a:srgbClr val="002060"/>
                </a:solidFill>
                <a:effectLst/>
                <a:latin typeface="Cambria" panose="02040503050406030204" pitchFamily="18" charset="0"/>
                <a:ea typeface="Cambria" panose="02040503050406030204" pitchFamily="18" charset="0"/>
              </a:rPr>
              <a:t>La maqueta de </a:t>
            </a:r>
            <a:r>
              <a:rPr lang="es-MX" sz="1800" spc="-50" dirty="0">
                <a:solidFill>
                  <a:srgbClr val="002060"/>
                </a:solidFill>
                <a:latin typeface="Cambria" panose="02040503050406030204" pitchFamily="18" charset="0"/>
                <a:ea typeface="Cambria" panose="02040503050406030204" pitchFamily="18" charset="0"/>
              </a:rPr>
              <a:t>procesamiento xk-335b </a:t>
            </a:r>
            <a:r>
              <a:rPr lang="es-MX" sz="1800" b="0" i="0" u="none" strike="noStrike" spc="-50" dirty="0">
                <a:solidFill>
                  <a:srgbClr val="002060"/>
                </a:solidFill>
                <a:effectLst/>
                <a:latin typeface="Cambria" panose="02040503050406030204" pitchFamily="18" charset="0"/>
                <a:ea typeface="Cambria" panose="02040503050406030204" pitchFamily="18" charset="0"/>
              </a:rPr>
              <a:t>consta de 5 unidades instaladas en una plataforma de entrenamiento. Para su mantenimiento vamos a realizarlo unidad por unidad. </a:t>
            </a:r>
            <a:endParaRPr lang="es-MX" sz="1200" b="0" spc="-50" dirty="0">
              <a:solidFill>
                <a:srgbClr val="002060"/>
              </a:solidFill>
              <a:effectLst/>
              <a:latin typeface="Cambria" panose="02040503050406030204" pitchFamily="18" charset="0"/>
              <a:ea typeface="Cambria" panose="02040503050406030204" pitchFamily="18" charset="0"/>
            </a:endParaRPr>
          </a:p>
          <a:p>
            <a:pPr marL="146050" indent="0" algn="just">
              <a:buNone/>
            </a:pPr>
            <a:endParaRPr sz="1200" spc="-50" dirty="0">
              <a:solidFill>
                <a:srgbClr val="002060"/>
              </a:solidFill>
              <a:latin typeface="Cambria" panose="02040503050406030204" pitchFamily="18" charset="0"/>
              <a:ea typeface="Cambria" panose="02040503050406030204" pitchFamily="18" charset="0"/>
            </a:endParaRPr>
          </a:p>
        </p:txBody>
      </p:sp>
      <p:grpSp>
        <p:nvGrpSpPr>
          <p:cNvPr id="12" name="Grupo 11">
            <a:extLst>
              <a:ext uri="{FF2B5EF4-FFF2-40B4-BE49-F238E27FC236}">
                <a16:creationId xmlns:a16="http://schemas.microsoft.com/office/drawing/2014/main" id="{C6FC18CC-F57D-0D5D-273D-EF8AEE44382F}"/>
              </a:ext>
            </a:extLst>
          </p:cNvPr>
          <p:cNvGrpSpPr/>
          <p:nvPr/>
        </p:nvGrpSpPr>
        <p:grpSpPr>
          <a:xfrm>
            <a:off x="2508994" y="1159677"/>
            <a:ext cx="6668712" cy="3036512"/>
            <a:chOff x="1451364" y="1763240"/>
            <a:chExt cx="6668712" cy="3036512"/>
          </a:xfrm>
        </p:grpSpPr>
        <p:pic>
          <p:nvPicPr>
            <p:cNvPr id="3" name="Imagen 2">
              <a:extLst>
                <a:ext uri="{FF2B5EF4-FFF2-40B4-BE49-F238E27FC236}">
                  <a16:creationId xmlns:a16="http://schemas.microsoft.com/office/drawing/2014/main" id="{8C84B66B-CFC6-8C5B-95B0-9D793E6D0C37}"/>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5298" b="94371" l="9223" r="85599">
                          <a14:foregroundMark x1="45955" y1="15563" x2="46764" y2="22517"/>
                          <a14:foregroundMark x1="32848" y1="32781" x2="28317" y2="35099"/>
                          <a14:foregroundMark x1="27346" y1="32781" x2="35761" y2="33775"/>
                          <a14:foregroundMark x1="35761" y1="33775" x2="36893" y2="35099"/>
                          <a14:foregroundMark x1="33333" y1="30464" x2="29935" y2="29139"/>
                          <a14:foregroundMark x1="72006" y1="17550" x2="72977" y2="39404"/>
                          <a14:foregroundMark x1="68770" y1="36093" x2="67314" y2="44371"/>
                          <a14:foregroundMark x1="77670" y1="41391" x2="76861" y2="52318"/>
                          <a14:foregroundMark x1="76052" y1="40397" x2="83333" y2="43709"/>
                          <a14:foregroundMark x1="74434" y1="84768" x2="49838" y2="84768"/>
                          <a14:foregroundMark x1="73625" y1="94371" x2="61650" y2="90397"/>
                          <a14:foregroundMark x1="60518" y1="62914" x2="76214" y2="60596"/>
                          <a14:foregroundMark x1="65696" y1="21523" x2="53560" y2="22185"/>
                          <a14:foregroundMark x1="53236" y1="6623" x2="43528" y2="5298"/>
                          <a14:foregroundMark x1="42718" y1="9934" x2="44984" y2="34768"/>
                          <a14:backgroundMark x1="15858" y1="14238" x2="24757" y2="16225"/>
                          <a14:backgroundMark x1="24757" y1="16225" x2="18123" y2="12914"/>
                          <a14:backgroundMark x1="18123" y1="12914" x2="23625" y2="19536"/>
                        </a14:backgroundRemoval>
                      </a14:imgEffect>
                    </a14:imgLayer>
                  </a14:imgProps>
                </a:ext>
              </a:extLst>
            </a:blip>
            <a:srcRect t="-1" r="4722" b="4554"/>
            <a:stretch/>
          </p:blipFill>
          <p:spPr>
            <a:xfrm>
              <a:off x="1917218" y="1763240"/>
              <a:ext cx="6202858" cy="3036512"/>
            </a:xfrm>
            <a:prstGeom prst="rect">
              <a:avLst/>
            </a:prstGeom>
          </p:spPr>
        </p:pic>
        <p:sp>
          <p:nvSpPr>
            <p:cNvPr id="4" name="Rectángulo 3">
              <a:extLst>
                <a:ext uri="{FF2B5EF4-FFF2-40B4-BE49-F238E27FC236}">
                  <a16:creationId xmlns:a16="http://schemas.microsoft.com/office/drawing/2014/main" id="{996C16D8-193E-218D-8241-9095161DB65E}"/>
                </a:ext>
              </a:extLst>
            </p:cNvPr>
            <p:cNvSpPr/>
            <p:nvPr/>
          </p:nvSpPr>
          <p:spPr>
            <a:xfrm>
              <a:off x="4341319" y="1797760"/>
              <a:ext cx="1161952" cy="3279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100"/>
                </a:lnSpc>
              </a:pPr>
              <a:r>
                <a:rPr lang="es-MX" sz="1100" b="1" dirty="0">
                  <a:solidFill>
                    <a:schemeClr val="bg2"/>
                  </a:solidFill>
                  <a:latin typeface="Tw Cen MT" panose="020B0602020104020603" pitchFamily="34" charset="0"/>
                </a:rPr>
                <a:t>Unidad de Ensamblaje</a:t>
              </a:r>
              <a:endParaRPr lang="es-BO" sz="1100" b="1" dirty="0">
                <a:solidFill>
                  <a:schemeClr val="bg2"/>
                </a:solidFill>
                <a:latin typeface="Tw Cen MT" panose="020B0602020104020603" pitchFamily="34" charset="0"/>
              </a:endParaRPr>
            </a:p>
          </p:txBody>
        </p:sp>
        <p:sp>
          <p:nvSpPr>
            <p:cNvPr id="5" name="Rectángulo 4">
              <a:extLst>
                <a:ext uri="{FF2B5EF4-FFF2-40B4-BE49-F238E27FC236}">
                  <a16:creationId xmlns:a16="http://schemas.microsoft.com/office/drawing/2014/main" id="{5473D405-7CE5-FBDC-7339-09DCEEF76EF1}"/>
                </a:ext>
              </a:extLst>
            </p:cNvPr>
            <p:cNvSpPr/>
            <p:nvPr/>
          </p:nvSpPr>
          <p:spPr>
            <a:xfrm>
              <a:off x="5233935" y="2308877"/>
              <a:ext cx="1085088" cy="3279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100"/>
                </a:lnSpc>
              </a:pPr>
              <a:r>
                <a:rPr lang="es-MX" sz="1100" b="1" dirty="0">
                  <a:solidFill>
                    <a:schemeClr val="bg2"/>
                  </a:solidFill>
                  <a:latin typeface="Tw Cen MT" panose="020B0602020104020603" pitchFamily="34" charset="0"/>
                </a:rPr>
                <a:t>Unidad de Procesamiento</a:t>
              </a:r>
              <a:endParaRPr lang="es-BO" sz="1100" b="1" dirty="0">
                <a:solidFill>
                  <a:schemeClr val="bg2"/>
                </a:solidFill>
                <a:latin typeface="Tw Cen MT" panose="020B0602020104020603" pitchFamily="34" charset="0"/>
              </a:endParaRPr>
            </a:p>
          </p:txBody>
        </p:sp>
        <p:sp>
          <p:nvSpPr>
            <p:cNvPr id="6" name="Rectángulo 5">
              <a:extLst>
                <a:ext uri="{FF2B5EF4-FFF2-40B4-BE49-F238E27FC236}">
                  <a16:creationId xmlns:a16="http://schemas.microsoft.com/office/drawing/2014/main" id="{606CEFB2-DC7B-D96B-E48D-F10F3A234A7E}"/>
                </a:ext>
              </a:extLst>
            </p:cNvPr>
            <p:cNvSpPr/>
            <p:nvPr/>
          </p:nvSpPr>
          <p:spPr>
            <a:xfrm>
              <a:off x="6650735" y="2184434"/>
              <a:ext cx="1176523" cy="3279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100"/>
                </a:lnSpc>
              </a:pPr>
              <a:r>
                <a:rPr lang="es-MX" sz="1100" b="1" dirty="0">
                  <a:solidFill>
                    <a:schemeClr val="bg2"/>
                  </a:solidFill>
                  <a:latin typeface="Tw Cen MT" panose="020B0602020104020603" pitchFamily="34" charset="0"/>
                </a:rPr>
                <a:t>Unidad de Alimentación</a:t>
              </a:r>
              <a:endParaRPr lang="es-BO" sz="1100" b="1" dirty="0">
                <a:solidFill>
                  <a:schemeClr val="bg2"/>
                </a:solidFill>
                <a:latin typeface="Tw Cen MT" panose="020B0602020104020603" pitchFamily="34" charset="0"/>
              </a:endParaRPr>
            </a:p>
          </p:txBody>
        </p:sp>
        <p:sp>
          <p:nvSpPr>
            <p:cNvPr id="7" name="Rectángulo 6">
              <a:extLst>
                <a:ext uri="{FF2B5EF4-FFF2-40B4-BE49-F238E27FC236}">
                  <a16:creationId xmlns:a16="http://schemas.microsoft.com/office/drawing/2014/main" id="{791A50A3-A9F4-DBAB-B3CF-E4C766EAFE7D}"/>
                </a:ext>
              </a:extLst>
            </p:cNvPr>
            <p:cNvSpPr/>
            <p:nvPr/>
          </p:nvSpPr>
          <p:spPr>
            <a:xfrm>
              <a:off x="3393379" y="2387251"/>
              <a:ext cx="906013" cy="3279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100"/>
                </a:lnSpc>
              </a:pPr>
              <a:r>
                <a:rPr lang="es-MX" sz="1100" b="1" dirty="0">
                  <a:solidFill>
                    <a:schemeClr val="bg2"/>
                  </a:solidFill>
                  <a:latin typeface="Tw Cen MT" panose="020B0602020104020603" pitchFamily="34" charset="0"/>
                </a:rPr>
                <a:t>Unidad de Selección</a:t>
              </a:r>
              <a:endParaRPr lang="es-BO" sz="1100" b="1" dirty="0">
                <a:solidFill>
                  <a:schemeClr val="bg2"/>
                </a:solidFill>
                <a:latin typeface="Tw Cen MT" panose="020B0602020104020603" pitchFamily="34" charset="0"/>
              </a:endParaRPr>
            </a:p>
          </p:txBody>
        </p:sp>
        <p:sp>
          <p:nvSpPr>
            <p:cNvPr id="8" name="Rectángulo 7">
              <a:extLst>
                <a:ext uri="{FF2B5EF4-FFF2-40B4-BE49-F238E27FC236}">
                  <a16:creationId xmlns:a16="http://schemas.microsoft.com/office/drawing/2014/main" id="{32AFE80D-B28F-CA67-36B2-347A89E9DC14}"/>
                </a:ext>
              </a:extLst>
            </p:cNvPr>
            <p:cNvSpPr/>
            <p:nvPr/>
          </p:nvSpPr>
          <p:spPr>
            <a:xfrm>
              <a:off x="5455919" y="3593958"/>
              <a:ext cx="1194816" cy="3279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100"/>
                </a:lnSpc>
              </a:pPr>
              <a:r>
                <a:rPr lang="es-MX" sz="1100" b="1" dirty="0">
                  <a:solidFill>
                    <a:schemeClr val="bg2"/>
                  </a:solidFill>
                  <a:latin typeface="Tw Cen MT" panose="020B0602020104020603" pitchFamily="34" charset="0"/>
                </a:rPr>
                <a:t>Unidad de Transporte</a:t>
              </a:r>
              <a:endParaRPr lang="es-BO" sz="1100" b="1" dirty="0">
                <a:solidFill>
                  <a:schemeClr val="bg2"/>
                </a:solidFill>
                <a:latin typeface="Tw Cen MT" panose="020B0602020104020603" pitchFamily="34" charset="0"/>
              </a:endParaRPr>
            </a:p>
          </p:txBody>
        </p:sp>
        <p:sp>
          <p:nvSpPr>
            <p:cNvPr id="9" name="Rectángulo 8">
              <a:extLst>
                <a:ext uri="{FF2B5EF4-FFF2-40B4-BE49-F238E27FC236}">
                  <a16:creationId xmlns:a16="http://schemas.microsoft.com/office/drawing/2014/main" id="{E41A1193-AF90-E90F-E18B-4DBC3D717306}"/>
                </a:ext>
              </a:extLst>
            </p:cNvPr>
            <p:cNvSpPr/>
            <p:nvPr/>
          </p:nvSpPr>
          <p:spPr>
            <a:xfrm>
              <a:off x="2412814" y="2053992"/>
              <a:ext cx="906013" cy="8757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0" name="Rectángulo 9">
              <a:extLst>
                <a:ext uri="{FF2B5EF4-FFF2-40B4-BE49-F238E27FC236}">
                  <a16:creationId xmlns:a16="http://schemas.microsoft.com/office/drawing/2014/main" id="{97ECBE92-545B-150B-10EB-8D9F1639F723}"/>
                </a:ext>
              </a:extLst>
            </p:cNvPr>
            <p:cNvSpPr/>
            <p:nvPr/>
          </p:nvSpPr>
          <p:spPr>
            <a:xfrm>
              <a:off x="1451364" y="2924270"/>
              <a:ext cx="1295673" cy="3639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Rectángulo 10">
              <a:extLst>
                <a:ext uri="{FF2B5EF4-FFF2-40B4-BE49-F238E27FC236}">
                  <a16:creationId xmlns:a16="http://schemas.microsoft.com/office/drawing/2014/main" id="{138B0AEC-5C49-0CE5-1CDD-8B2567770597}"/>
                </a:ext>
              </a:extLst>
            </p:cNvPr>
            <p:cNvSpPr/>
            <p:nvPr/>
          </p:nvSpPr>
          <p:spPr>
            <a:xfrm>
              <a:off x="7069185" y="4145014"/>
              <a:ext cx="1017186" cy="3639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cxnSp>
          <p:nvCxnSpPr>
            <p:cNvPr id="13" name="Conector recto de flecha 12">
              <a:extLst>
                <a:ext uri="{FF2B5EF4-FFF2-40B4-BE49-F238E27FC236}">
                  <a16:creationId xmlns:a16="http://schemas.microsoft.com/office/drawing/2014/main" id="{D9ED3871-9DA0-434A-DA55-F3DD76FCC484}"/>
                </a:ext>
              </a:extLst>
            </p:cNvPr>
            <p:cNvCxnSpPr>
              <a:cxnSpLocks/>
              <a:stCxn id="4" idx="2"/>
            </p:cNvCxnSpPr>
            <p:nvPr/>
          </p:nvCxnSpPr>
          <p:spPr>
            <a:xfrm>
              <a:off x="4922295" y="2125726"/>
              <a:ext cx="0" cy="3785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7C566DC9-56B9-84EB-0055-89AAECB9C5CC}"/>
                </a:ext>
              </a:extLst>
            </p:cNvPr>
            <p:cNvCxnSpPr>
              <a:cxnSpLocks/>
            </p:cNvCxnSpPr>
            <p:nvPr/>
          </p:nvCxnSpPr>
          <p:spPr>
            <a:xfrm>
              <a:off x="5779008" y="2650389"/>
              <a:ext cx="0" cy="924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angular 17">
              <a:extLst>
                <a:ext uri="{FF2B5EF4-FFF2-40B4-BE49-F238E27FC236}">
                  <a16:creationId xmlns:a16="http://schemas.microsoft.com/office/drawing/2014/main" id="{5EBE8B9F-66A9-4856-C338-5889087DE11A}"/>
                </a:ext>
              </a:extLst>
            </p:cNvPr>
            <p:cNvCxnSpPr>
              <a:cxnSpLocks/>
              <a:stCxn id="6" idx="2"/>
            </p:cNvCxnSpPr>
            <p:nvPr/>
          </p:nvCxnSpPr>
          <p:spPr>
            <a:xfrm rot="5400000">
              <a:off x="6754771" y="2408364"/>
              <a:ext cx="380190" cy="588262"/>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8A3E1EBA-148F-5A5D-5848-984674307283}"/>
                </a:ext>
              </a:extLst>
            </p:cNvPr>
            <p:cNvCxnSpPr>
              <a:cxnSpLocks/>
            </p:cNvCxnSpPr>
            <p:nvPr/>
          </p:nvCxnSpPr>
          <p:spPr>
            <a:xfrm>
              <a:off x="3822192" y="2729637"/>
              <a:ext cx="0" cy="924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r 24">
              <a:extLst>
                <a:ext uri="{FF2B5EF4-FFF2-40B4-BE49-F238E27FC236}">
                  <a16:creationId xmlns:a16="http://schemas.microsoft.com/office/drawing/2014/main" id="{4E058FE8-0988-40F1-9C71-04B2936A5503}"/>
                </a:ext>
              </a:extLst>
            </p:cNvPr>
            <p:cNvCxnSpPr>
              <a:cxnSpLocks/>
              <a:stCxn id="8" idx="0"/>
            </p:cNvCxnSpPr>
            <p:nvPr/>
          </p:nvCxnSpPr>
          <p:spPr>
            <a:xfrm rot="16200000" flipV="1">
              <a:off x="5534044" y="3074674"/>
              <a:ext cx="366667" cy="671901"/>
            </a:xfrm>
            <a:prstGeom prst="bentConnector2">
              <a:avLst/>
            </a:prstGeom>
            <a:ln w="19050">
              <a:solidFill>
                <a:schemeClr val="tx1"/>
              </a:solidFill>
              <a:tailEnd type="triangle"/>
            </a:ln>
            <a:effectLst>
              <a:glow rad="139700">
                <a:schemeClr val="bg1">
                  <a:alpha val="40000"/>
                </a:schemeClr>
              </a:glow>
            </a:effectLst>
          </p:spPr>
          <p:style>
            <a:lnRef idx="1">
              <a:schemeClr val="accent1"/>
            </a:lnRef>
            <a:fillRef idx="0">
              <a:schemeClr val="accent1"/>
            </a:fillRef>
            <a:effectRef idx="0">
              <a:schemeClr val="accent1"/>
            </a:effectRef>
            <a:fontRef idx="minor">
              <a:schemeClr val="tx1"/>
            </a:fontRef>
          </p:style>
        </p:cxnSp>
      </p:grpSp>
      <p:sp>
        <p:nvSpPr>
          <p:cNvPr id="2" name="Google Shape;93;p14">
            <a:extLst>
              <a:ext uri="{FF2B5EF4-FFF2-40B4-BE49-F238E27FC236}">
                <a16:creationId xmlns:a16="http://schemas.microsoft.com/office/drawing/2014/main" id="{0BDA3437-856D-2910-8703-A3C71EA4228E}"/>
              </a:ext>
            </a:extLst>
          </p:cNvPr>
          <p:cNvSpPr txBox="1">
            <a:spLocks/>
          </p:cNvSpPr>
          <p:nvPr/>
        </p:nvSpPr>
        <p:spPr>
          <a:xfrm>
            <a:off x="752790" y="1674477"/>
            <a:ext cx="2809942" cy="1607352"/>
          </a:xfrm>
          <a:prstGeom prst="rect">
            <a:avLst/>
          </a:prstGeom>
          <a:solidFill>
            <a:schemeClr val="bg1"/>
          </a:solidFill>
          <a:ln w="28575">
            <a:solidFill>
              <a:srgbClr val="C00000"/>
            </a:solid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268288" indent="-268288">
              <a:lnSpc>
                <a:spcPct val="100000"/>
              </a:lnSpc>
              <a:buClr>
                <a:schemeClr val="accent2">
                  <a:lumMod val="50000"/>
                </a:schemeClr>
              </a:buClr>
              <a:buSzPct val="100000"/>
              <a:buFont typeface="+mj-lt"/>
              <a:buAutoNum type="arabicPeriod"/>
            </a:pPr>
            <a:r>
              <a:rPr lang="es-MX" sz="1800" spc="-50" dirty="0">
                <a:solidFill>
                  <a:schemeClr val="accent2">
                    <a:lumMod val="50000"/>
                  </a:schemeClr>
                </a:solidFill>
                <a:latin typeface="Cambria" panose="02040503050406030204" pitchFamily="18" charset="0"/>
                <a:ea typeface="Cambria" panose="02040503050406030204" pitchFamily="18" charset="0"/>
              </a:rPr>
              <a:t>Unidad de Alimentación</a:t>
            </a:r>
          </a:p>
          <a:p>
            <a:pPr marL="268288" indent="-268288">
              <a:lnSpc>
                <a:spcPct val="100000"/>
              </a:lnSpc>
              <a:buClr>
                <a:schemeClr val="accent2">
                  <a:lumMod val="50000"/>
                </a:schemeClr>
              </a:buClr>
              <a:buSzPct val="100000"/>
              <a:buFont typeface="+mj-lt"/>
              <a:buAutoNum type="arabicPeriod"/>
            </a:pPr>
            <a:r>
              <a:rPr lang="es-MX" sz="1800" spc="-50" dirty="0">
                <a:solidFill>
                  <a:schemeClr val="accent2">
                    <a:lumMod val="50000"/>
                  </a:schemeClr>
                </a:solidFill>
                <a:latin typeface="Cambria" panose="02040503050406030204" pitchFamily="18" charset="0"/>
                <a:ea typeface="Cambria" panose="02040503050406030204" pitchFamily="18" charset="0"/>
              </a:rPr>
              <a:t>Unidad de Ensamblaje</a:t>
            </a:r>
          </a:p>
          <a:p>
            <a:pPr marL="268288" indent="-268288">
              <a:lnSpc>
                <a:spcPct val="100000"/>
              </a:lnSpc>
              <a:buClr>
                <a:schemeClr val="accent2">
                  <a:lumMod val="50000"/>
                </a:schemeClr>
              </a:buClr>
              <a:buSzPct val="100000"/>
              <a:buFont typeface="+mj-lt"/>
              <a:buAutoNum type="arabicPeriod"/>
            </a:pPr>
            <a:r>
              <a:rPr lang="es-MX" sz="1800" spc="-50" dirty="0">
                <a:solidFill>
                  <a:schemeClr val="accent2">
                    <a:lumMod val="50000"/>
                  </a:schemeClr>
                </a:solidFill>
                <a:latin typeface="Cambria" panose="02040503050406030204" pitchFamily="18" charset="0"/>
                <a:ea typeface="Cambria" panose="02040503050406030204" pitchFamily="18" charset="0"/>
              </a:rPr>
              <a:t>Unidad de Procesamiento</a:t>
            </a:r>
          </a:p>
          <a:p>
            <a:pPr marL="268288" indent="-268288">
              <a:lnSpc>
                <a:spcPct val="100000"/>
              </a:lnSpc>
              <a:buClr>
                <a:schemeClr val="accent2">
                  <a:lumMod val="50000"/>
                </a:schemeClr>
              </a:buClr>
              <a:buSzPct val="100000"/>
              <a:buFont typeface="+mj-lt"/>
              <a:buAutoNum type="arabicPeriod"/>
            </a:pPr>
            <a:r>
              <a:rPr lang="es-MX" sz="1800" spc="-50" dirty="0">
                <a:solidFill>
                  <a:schemeClr val="accent2">
                    <a:lumMod val="50000"/>
                  </a:schemeClr>
                </a:solidFill>
                <a:latin typeface="Cambria" panose="02040503050406030204" pitchFamily="18" charset="0"/>
                <a:ea typeface="Cambria" panose="02040503050406030204" pitchFamily="18" charset="0"/>
              </a:rPr>
              <a:t>Unidad de Selección</a:t>
            </a:r>
          </a:p>
          <a:p>
            <a:pPr marL="268288" indent="-268288">
              <a:lnSpc>
                <a:spcPct val="100000"/>
              </a:lnSpc>
              <a:buClr>
                <a:schemeClr val="accent2">
                  <a:lumMod val="50000"/>
                </a:schemeClr>
              </a:buClr>
              <a:buSzPct val="100000"/>
              <a:buFont typeface="+mj-lt"/>
              <a:buAutoNum type="arabicPeriod"/>
            </a:pPr>
            <a:r>
              <a:rPr lang="es-MX" sz="1800" spc="-50" dirty="0">
                <a:solidFill>
                  <a:schemeClr val="accent2">
                    <a:lumMod val="50000"/>
                  </a:schemeClr>
                </a:solidFill>
                <a:latin typeface="Cambria" panose="02040503050406030204" pitchFamily="18" charset="0"/>
                <a:ea typeface="Cambria" panose="02040503050406030204" pitchFamily="18" charset="0"/>
              </a:rPr>
              <a:t>Unidad de Transporte</a:t>
            </a:r>
            <a:endParaRPr lang="es-MX" sz="1400" spc="-50" dirty="0">
              <a:solidFill>
                <a:schemeClr val="accent2">
                  <a:lumMod val="50000"/>
                </a:schemeClr>
              </a:solidFill>
              <a:latin typeface="Cambria" panose="02040503050406030204" pitchFamily="18" charset="0"/>
              <a:ea typeface="Cambria" panose="02040503050406030204" pitchFamily="18" charset="0"/>
            </a:endParaRPr>
          </a:p>
        </p:txBody>
      </p:sp>
      <p:sp>
        <p:nvSpPr>
          <p:cNvPr id="17" name="Google Shape;92;p14">
            <a:extLst>
              <a:ext uri="{FF2B5EF4-FFF2-40B4-BE49-F238E27FC236}">
                <a16:creationId xmlns:a16="http://schemas.microsoft.com/office/drawing/2014/main" id="{57F99EE0-8021-18AA-A4CF-C2EE3E2E30ED}"/>
              </a:ext>
            </a:extLst>
          </p:cNvPr>
          <p:cNvSpPr txBox="1">
            <a:spLocks/>
          </p:cNvSpPr>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s-419" sz="2400" dirty="0">
                <a:solidFill>
                  <a:schemeClr val="accent6">
                    <a:lumMod val="25000"/>
                  </a:schemeClr>
                </a:solidFill>
              </a:rPr>
              <a:t>Introducción</a:t>
            </a:r>
          </a:p>
        </p:txBody>
      </p:sp>
      <p:sp>
        <p:nvSpPr>
          <p:cNvPr id="14" name="Google Shape;93;p14">
            <a:extLst>
              <a:ext uri="{FF2B5EF4-FFF2-40B4-BE49-F238E27FC236}">
                <a16:creationId xmlns:a16="http://schemas.microsoft.com/office/drawing/2014/main" id="{42A4BDF2-7E16-37BE-1B87-13CDDF603530}"/>
              </a:ext>
            </a:extLst>
          </p:cNvPr>
          <p:cNvSpPr txBox="1">
            <a:spLocks/>
          </p:cNvSpPr>
          <p:nvPr/>
        </p:nvSpPr>
        <p:spPr>
          <a:xfrm>
            <a:off x="752790" y="3650815"/>
            <a:ext cx="2809942" cy="988104"/>
          </a:xfrm>
          <a:prstGeom prst="rect">
            <a:avLst/>
          </a:prstGeom>
          <a:solidFill>
            <a:schemeClr val="bg1"/>
          </a:solidFill>
          <a:ln w="28575">
            <a:solidFill>
              <a:schemeClr val="tx1">
                <a:lumMod val="75000"/>
              </a:schemeClr>
            </a:solid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85725" indent="0">
              <a:lnSpc>
                <a:spcPct val="115000"/>
              </a:lnSpc>
              <a:buNone/>
            </a:pPr>
            <a:r>
              <a:rPr lang="es-MX" sz="1600" dirty="0">
                <a:solidFill>
                  <a:schemeClr val="bg2"/>
                </a:solidFill>
                <a:effectLst/>
                <a:latin typeface="Cambria" panose="02040503050406030204" pitchFamily="18" charset="0"/>
                <a:ea typeface="Cambria" panose="02040503050406030204" pitchFamily="18" charset="0"/>
              </a:rPr>
              <a:t>Además, se cuenta con una </a:t>
            </a:r>
            <a:r>
              <a:rPr lang="es-MX" sz="1600" b="1" dirty="0">
                <a:solidFill>
                  <a:schemeClr val="bg2"/>
                </a:solidFill>
                <a:effectLst/>
                <a:latin typeface="Cambria" panose="02040503050406030204" pitchFamily="18" charset="0"/>
                <a:ea typeface="Cambria" panose="02040503050406030204" pitchFamily="18" charset="0"/>
              </a:rPr>
              <a:t>unidad de suministro</a:t>
            </a:r>
            <a:r>
              <a:rPr lang="es-MX" sz="1600" dirty="0">
                <a:solidFill>
                  <a:schemeClr val="bg2"/>
                </a:solidFill>
                <a:effectLst/>
                <a:latin typeface="Cambria" panose="02040503050406030204" pitchFamily="18" charset="0"/>
                <a:ea typeface="Cambria" panose="02040503050406030204" pitchFamily="18" charset="0"/>
              </a:rPr>
              <a:t> continuo de aire comprimido  </a:t>
            </a:r>
            <a:endParaRPr lang="es-BO" sz="1600" u="none" strike="noStrike" dirty="0">
              <a:solidFill>
                <a:schemeClr val="bg2"/>
              </a:solidFill>
              <a:effectLst/>
              <a:latin typeface="Cambria" panose="02040503050406030204" pitchFamily="18" charset="0"/>
              <a:ea typeface="Cambria" panose="02040503050406030204" pitchFamily="18" charset="0"/>
            </a:endParaRPr>
          </a:p>
        </p:txBody>
      </p:sp>
      <p:pic>
        <p:nvPicPr>
          <p:cNvPr id="20" name="Imagen 19">
            <a:extLst>
              <a:ext uri="{FF2B5EF4-FFF2-40B4-BE49-F238E27FC236}">
                <a16:creationId xmlns:a16="http://schemas.microsoft.com/office/drawing/2014/main" id="{131850C8-0441-32FA-04F2-0AE785BFFC1D}"/>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4878" b="81843" l="25563" r="63813">
                        <a14:foregroundMark x1="56313" y1="42683" x2="56563" y2="77913"/>
                        <a14:foregroundMark x1="59375" y1="36043" x2="43563" y2="36043"/>
                        <a14:foregroundMark x1="41250" y1="9892" x2="55875" y2="7317"/>
                        <a14:foregroundMark x1="57500" y1="10840" x2="41938" y2="17480"/>
                        <a14:foregroundMark x1="51938" y1="18970" x2="50063" y2="39566"/>
                        <a14:foregroundMark x1="57750" y1="9892" x2="57750" y2="18970"/>
                        <a14:foregroundMark x1="56563" y1="4878" x2="46250" y2="5962"/>
                        <a14:foregroundMark x1="46250" y1="5962" x2="40563" y2="16938"/>
                        <a14:foregroundMark x1="31438" y1="28997" x2="44813" y2="29268"/>
                        <a14:foregroundMark x1="44813" y1="29268" x2="45438" y2="28997"/>
                        <a14:foregroundMark x1="25625" y1="41057" x2="27063" y2="52168"/>
                        <a14:foregroundMark x1="63813" y1="31572" x2="61687" y2="36585"/>
                        <a14:foregroundMark x1="54500" y1="69783" x2="58188" y2="73848"/>
                        <a14:foregroundMark x1="53563" y1="71816" x2="52875" y2="78455"/>
                        <a14:foregroundMark x1="54000" y1="81978" x2="55875" y2="81978"/>
                        <a14:foregroundMark x1="36125" y1="62737" x2="37250" y2="58808"/>
                        <a14:foregroundMark x1="31438" y1="66802" x2="32188" y2="61247"/>
                        <a14:foregroundMark x1="34000" y1="4878" x2="34000" y2="19919"/>
                        <a14:foregroundMark x1="32188" y1="12873" x2="33813" y2="30081"/>
                        <a14:foregroundMark x1="35625" y1="33062" x2="30312" y2="31030"/>
                        <a14:foregroundMark x1="32188" y1="16396" x2="31688" y2="16938"/>
                        <a14:foregroundMark x1="32711" y1="67979" x2="35438" y2="59756"/>
                        <a14:foregroundMark x1="31438" y1="71816" x2="31499" y2="71631"/>
                        <a14:backgroundMark x1="48875" y1="70867" x2="31250" y2="81436"/>
                        <a14:backgroundMark x1="29375" y1="66802" x2="33563" y2="71409"/>
                      </a14:backgroundRemoval>
                    </a14:imgEffect>
                  </a14:imgLayer>
                </a14:imgProps>
              </a:ext>
            </a:extLst>
          </a:blip>
          <a:srcRect l="22100" r="34263" b="13583"/>
          <a:stretch/>
        </p:blipFill>
        <p:spPr>
          <a:xfrm>
            <a:off x="4723385" y="3503612"/>
            <a:ext cx="1547942" cy="1413993"/>
          </a:xfrm>
          <a:prstGeom prst="rect">
            <a:avLst/>
          </a:prstGeom>
          <a:ln>
            <a:noFill/>
          </a:ln>
          <a:effectLst>
            <a:glow rad="228600">
              <a:srgbClr val="FFC000">
                <a:alpha val="40000"/>
              </a:srgbClr>
            </a:glow>
            <a:outerShdw blurRad="190500" algn="tl" rotWithShape="0">
              <a:srgbClr val="000000">
                <a:alpha val="70000"/>
              </a:srgbClr>
            </a:outerShdw>
          </a:effectLst>
        </p:spPr>
      </p:pic>
      <p:cxnSp>
        <p:nvCxnSpPr>
          <p:cNvPr id="22" name="Conector recto de flecha 21">
            <a:extLst>
              <a:ext uri="{FF2B5EF4-FFF2-40B4-BE49-F238E27FC236}">
                <a16:creationId xmlns:a16="http://schemas.microsoft.com/office/drawing/2014/main" id="{223A3020-D3CC-173C-4D69-44581ED0667E}"/>
              </a:ext>
            </a:extLst>
          </p:cNvPr>
          <p:cNvCxnSpPr>
            <a:stCxn id="14" idx="3"/>
            <a:endCxn id="20" idx="1"/>
          </p:cNvCxnSpPr>
          <p:nvPr/>
        </p:nvCxnSpPr>
        <p:spPr>
          <a:xfrm>
            <a:off x="3562732" y="4144867"/>
            <a:ext cx="1160653" cy="6574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45464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17" name="Google Shape;92;p14">
            <a:extLst>
              <a:ext uri="{FF2B5EF4-FFF2-40B4-BE49-F238E27FC236}">
                <a16:creationId xmlns:a16="http://schemas.microsoft.com/office/drawing/2014/main" id="{57F99EE0-8021-18AA-A4CF-C2EE3E2E30ED}"/>
              </a:ext>
            </a:extLst>
          </p:cNvPr>
          <p:cNvSpPr txBox="1">
            <a:spLocks/>
          </p:cNvSpPr>
          <p:nvPr/>
        </p:nvSpPr>
        <p:spPr>
          <a:xfrm>
            <a:off x="427612" y="-41032"/>
            <a:ext cx="5180708" cy="5352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s-MX" sz="2400" dirty="0">
                <a:solidFill>
                  <a:schemeClr val="accent6">
                    <a:lumMod val="25000"/>
                  </a:schemeClr>
                </a:solidFill>
              </a:rPr>
              <a:t>Procedimiento general de limpieza</a:t>
            </a:r>
            <a:endParaRPr lang="es-419" sz="2400" dirty="0">
              <a:solidFill>
                <a:schemeClr val="accent6">
                  <a:lumMod val="25000"/>
                </a:schemeClr>
              </a:solidFill>
            </a:endParaRPr>
          </a:p>
        </p:txBody>
      </p:sp>
      <p:grpSp>
        <p:nvGrpSpPr>
          <p:cNvPr id="67" name="Grupo 66">
            <a:extLst>
              <a:ext uri="{FF2B5EF4-FFF2-40B4-BE49-F238E27FC236}">
                <a16:creationId xmlns:a16="http://schemas.microsoft.com/office/drawing/2014/main" id="{96B8BC90-0300-7A5E-4CE7-D14BC4845C0D}"/>
              </a:ext>
            </a:extLst>
          </p:cNvPr>
          <p:cNvGrpSpPr/>
          <p:nvPr/>
        </p:nvGrpSpPr>
        <p:grpSpPr>
          <a:xfrm>
            <a:off x="625192" y="1028296"/>
            <a:ext cx="1476055" cy="4000722"/>
            <a:chOff x="625192" y="1028296"/>
            <a:chExt cx="1476055" cy="4000722"/>
          </a:xfrm>
        </p:grpSpPr>
        <p:pic>
          <p:nvPicPr>
            <p:cNvPr id="6" name="Picture 2">
              <a:extLst>
                <a:ext uri="{FF2B5EF4-FFF2-40B4-BE49-F238E27FC236}">
                  <a16:creationId xmlns:a16="http://schemas.microsoft.com/office/drawing/2014/main" id="{30743235-8C5E-99D5-AA6B-64004DEEB1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192" y="2597293"/>
              <a:ext cx="1302388" cy="1104768"/>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86.png">
              <a:extLst>
                <a:ext uri="{FF2B5EF4-FFF2-40B4-BE49-F238E27FC236}">
                  <a16:creationId xmlns:a16="http://schemas.microsoft.com/office/drawing/2014/main" id="{FC7102D7-0412-F88B-5A0E-CB2D1C26FEC1}"/>
                </a:ext>
              </a:extLst>
            </p:cNvPr>
            <p:cNvPicPr/>
            <p:nvPr/>
          </p:nvPicPr>
          <p:blipFill>
            <a:blip r:embed="rId4">
              <a:extLst>
                <a:ext uri="{BEBA8EAE-BF5A-486C-A8C5-ECC9F3942E4B}">
                  <a14:imgProps xmlns:a14="http://schemas.microsoft.com/office/drawing/2010/main">
                    <a14:imgLayer r:embed="rId5">
                      <a14:imgEffect>
                        <a14:backgroundRemoval t="9955" b="89593" l="6608" r="89868">
                          <a14:foregroundMark x1="63877" y1="34389" x2="62115" y2="40724"/>
                          <a14:foregroundMark x1="42731" y1="41629" x2="40969" y2="41629"/>
                          <a14:foregroundMark x1="7489" y1="25339" x2="6608" y2="37104"/>
                          <a14:foregroundMark x1="74890" y1="64706" x2="55947" y2="58371"/>
                          <a14:foregroundMark x1="47137" y1="72398" x2="61233" y2="65611"/>
                          <a14:foregroundMark x1="65639" y1="61086" x2="49780" y2="68326"/>
                          <a14:foregroundMark x1="39207" y1="68326" x2="10573" y2="52036"/>
                          <a14:foregroundMark x1="44493" y1="36199" x2="44493" y2="52941"/>
                        </a14:backgroundRemoval>
                      </a14:imgEffect>
                    </a14:imgLayer>
                  </a14:imgProps>
                </a:ext>
              </a:extLst>
            </a:blip>
            <a:srcRect/>
            <a:stretch>
              <a:fillRect/>
            </a:stretch>
          </p:blipFill>
          <p:spPr>
            <a:xfrm>
              <a:off x="966120" y="1893835"/>
              <a:ext cx="1134221" cy="942687"/>
            </a:xfrm>
            <a:prstGeom prst="rect">
              <a:avLst/>
            </a:prstGeom>
            <a:ln>
              <a:noFill/>
            </a:ln>
            <a:effectLst>
              <a:outerShdw blurRad="190500" algn="tl" rotWithShape="0">
                <a:srgbClr val="000000">
                  <a:alpha val="70000"/>
                </a:srgbClr>
              </a:outerShdw>
            </a:effectLst>
          </p:spPr>
        </p:pic>
        <p:pic>
          <p:nvPicPr>
            <p:cNvPr id="3" name="Picture 2">
              <a:extLst>
                <a:ext uri="{FF2B5EF4-FFF2-40B4-BE49-F238E27FC236}">
                  <a16:creationId xmlns:a16="http://schemas.microsoft.com/office/drawing/2014/main" id="{F210B5FB-478C-6E5C-529D-3BAC1510FD7A}"/>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273" b="96970" l="3521" r="98944">
                          <a14:foregroundMark x1="77817" y1="14394" x2="90493" y2="14394"/>
                          <a14:foregroundMark x1="91549" y1="12121" x2="97183" y2="7576"/>
                          <a14:foregroundMark x1="97183" y1="6818" x2="98944" y2="5303"/>
                          <a14:foregroundMark x1="13906" y1="41285" x2="46479" y2="83333"/>
                          <a14:foregroundMark x1="46479" y1="83333" x2="49738" y2="83506"/>
                          <a14:foregroundMark x1="9843" y1="76282" x2="9510" y2="76393"/>
                          <a14:foregroundMark x1="76799" y1="54072" x2="11215" y2="75827"/>
                          <a14:foregroundMark x1="86268" y1="27273" x2="86276" y2="27514"/>
                          <a14:foregroundMark x1="47518" y1="5605" x2="46271" y2="5419"/>
                          <a14:foregroundMark x1="55634" y1="6818" x2="54882" y2="6706"/>
                          <a14:foregroundMark x1="83896" y1="27273" x2="85101" y2="29319"/>
                          <a14:foregroundMark x1="70070" y1="3788" x2="83896" y2="27273"/>
                          <a14:foregroundMark x1="62566" y1="77821" x2="10749" y2="66188"/>
                          <a14:foregroundMark x1="89092" y1="83777" x2="88996" y2="83755"/>
                          <a14:foregroundMark x1="90493" y1="84091" x2="90101" y2="84003"/>
                          <a14:foregroundMark x1="14991" y1="84404" x2="35523" y2="89585"/>
                          <a14:foregroundMark x1="29225" y1="87879" x2="16521" y2="87879"/>
                          <a14:backgroundMark x1="3873" y1="10606" x2="16549" y2="9091"/>
                          <a14:backgroundMark x1="12324" y1="6818" x2="25704" y2="6818"/>
                          <a14:backgroundMark x1="28521" y1="3788" x2="34507" y2="3030"/>
                          <a14:backgroundMark x1="10915" y1="15909" x2="3521" y2="74242"/>
                          <a14:backgroundMark x1="3521" y1="74242" x2="3521" y2="78788"/>
                          <a14:backgroundMark x1="60563" y1="85606" x2="94366" y2="68182"/>
                          <a14:backgroundMark x1="94366" y1="68182" x2="93310" y2="56818"/>
                          <a14:backgroundMark x1="46479" y1="6061" x2="18662" y2="14394"/>
                          <a14:backgroundMark x1="16197" y1="18182" x2="21831" y2="21212"/>
                          <a14:backgroundMark x1="9507" y1="91667" x2="4577" y2="79545"/>
                          <a14:backgroundMark x1="5986" y1="82576" x2="12324" y2="96970"/>
                          <a14:backgroundMark x1="33451" y1="96970" x2="70423" y2="90152"/>
                          <a14:backgroundMark x1="90845" y1="40909" x2="83451" y2="76515"/>
                          <a14:backgroundMark x1="83451" y1="76515" x2="83451" y2="76515"/>
                          <a14:backgroundMark x1="97887" y1="34091" x2="97887" y2="82576"/>
                          <a14:backgroundMark x1="97535" y1="25758" x2="82746" y2="48485"/>
                          <a14:backgroundMark x1="82746" y1="48485" x2="83099" y2="96212"/>
                          <a14:backgroundMark x1="83099" y1="96212" x2="88028" y2="74242"/>
                          <a14:backgroundMark x1="84859" y1="27273" x2="84859" y2="27273"/>
                          <a14:backgroundMark x1="79930" y1="40152" x2="77113" y2="50758"/>
                          <a14:backgroundMark x1="87676" y1="91667" x2="90493" y2="81818"/>
                          <a14:backgroundMark x1="48239" y1="3030" x2="56338" y2="1515"/>
                        </a14:backgroundRemoval>
                      </a14:imgEffect>
                    </a14:imgLayer>
                  </a14:imgProps>
                </a:ext>
                <a:ext uri="{28A0092B-C50C-407E-A947-70E740481C1C}">
                  <a14:useLocalDpi xmlns:a14="http://schemas.microsoft.com/office/drawing/2010/main" val="0"/>
                </a:ext>
              </a:extLst>
            </a:blip>
            <a:srcRect/>
            <a:stretch>
              <a:fillRect/>
            </a:stretch>
          </p:blipFill>
          <p:spPr bwMode="auto">
            <a:xfrm>
              <a:off x="797953" y="3673776"/>
              <a:ext cx="1302388" cy="69176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8D82F39F-ADB0-EB40-B9AF-E51AD063729A}"/>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7692" b="69221" l="21113" r="91235">
                          <a14:foregroundMark x1="36111" y1="66250" x2="62778" y2="65417"/>
                          <a14:foregroundMark x1="31667" y1="57500" x2="78333" y2="57500"/>
                          <a14:foregroundMark x1="21667" y1="57083" x2="31667" y2="57500"/>
                          <a14:foregroundMark x1="27778" y1="62917" x2="43333" y2="61667"/>
                          <a14:foregroundMark x1="31667" y1="68750" x2="49444" y2="64167"/>
                          <a14:backgroundMark x1="81667" y1="23333" x2="82778" y2="43333"/>
                          <a14:backgroundMark x1="42222" y1="19583" x2="44444" y2="14583"/>
                        </a14:backgroundRemoval>
                      </a14:imgEffect>
                    </a14:imgLayer>
                  </a14:imgProps>
                </a:ext>
                <a:ext uri="{28A0092B-C50C-407E-A947-70E740481C1C}">
                  <a14:useLocalDpi xmlns:a14="http://schemas.microsoft.com/office/drawing/2010/main" val="0"/>
                </a:ext>
              </a:extLst>
            </a:blip>
            <a:srcRect l="12348" b="23088"/>
            <a:stretch/>
          </p:blipFill>
          <p:spPr bwMode="auto">
            <a:xfrm rot="5400000" flipV="1">
              <a:off x="904872" y="861959"/>
              <a:ext cx="1030037" cy="136271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5084D1BE-DE88-B51B-3B4D-15731BA944D1}"/>
                </a:ext>
              </a:extLst>
            </p:cNvPr>
            <p:cNvPicPr>
              <a:picLocks noChangeAspect="1" noChangeArrowheads="1"/>
            </p:cNvPicPr>
            <p:nvPr/>
          </p:nvPicPr>
          <p:blipFill rotWithShape="1">
            <a:blip r:embed="rId10">
              <a:extLst>
                <a:ext uri="{BEBA8EAE-BF5A-486C-A8C5-ECC9F3942E4B}">
                  <a14:imgProps xmlns:a14="http://schemas.microsoft.com/office/drawing/2010/main">
                    <a14:imgLayer r:embed="rId11">
                      <a14:imgEffect>
                        <a14:backgroundRemoval t="41276" b="58073" l="51025" r="66252">
                          <a14:foregroundMark x1="51318" y1="46745" x2="52489" y2="48047"/>
                          <a14:foregroundMark x1="53001" y1="55599" x2="59078" y2="55469"/>
                          <a14:foregroundMark x1="59078" y1="55469" x2="59444" y2="56771"/>
                          <a14:foregroundMark x1="60615" y1="57292" x2="52343" y2="56250"/>
                          <a14:foregroundMark x1="65447" y1="42448" x2="65593" y2="42448"/>
                          <a14:foregroundMark x1="64788" y1="42318" x2="64641" y2="44271"/>
                          <a14:foregroundMark x1="66252" y1="44271" x2="58858" y2="45443"/>
                          <a14:foregroundMark x1="58858" y1="45443" x2="63982" y2="45052"/>
                          <a14:foregroundMark x1="63982" y1="45052" x2="64348" y2="45052"/>
                          <a14:foregroundMark x1="61054" y1="58073" x2="60615" y2="54297"/>
                        </a14:backgroundRemoval>
                      </a14:imgEffect>
                    </a14:imgLayer>
                  </a14:imgProps>
                </a:ext>
                <a:ext uri="{28A0092B-C50C-407E-A947-70E740481C1C}">
                  <a14:useLocalDpi xmlns:a14="http://schemas.microsoft.com/office/drawing/2010/main" val="0"/>
                </a:ext>
              </a:extLst>
            </a:blip>
            <a:srcRect l="49280" t="39587" r="32733" b="40725"/>
            <a:stretch/>
          </p:blipFill>
          <p:spPr bwMode="auto">
            <a:xfrm>
              <a:off x="919288" y="4337254"/>
              <a:ext cx="1124149" cy="691764"/>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grpSp>
      <p:sp>
        <p:nvSpPr>
          <p:cNvPr id="10" name="Google Shape;93;p14">
            <a:extLst>
              <a:ext uri="{FF2B5EF4-FFF2-40B4-BE49-F238E27FC236}">
                <a16:creationId xmlns:a16="http://schemas.microsoft.com/office/drawing/2014/main" id="{EAC2A8A4-E9C5-B163-635A-A9788200A1DA}"/>
              </a:ext>
            </a:extLst>
          </p:cNvPr>
          <p:cNvSpPr txBox="1">
            <a:spLocks/>
          </p:cNvSpPr>
          <p:nvPr/>
        </p:nvSpPr>
        <p:spPr>
          <a:xfrm rot="16200000">
            <a:off x="-998214" y="2475629"/>
            <a:ext cx="2820508" cy="461457"/>
          </a:xfrm>
          <a:prstGeom prst="rect">
            <a:avLst/>
          </a:prstGeom>
          <a:solidFill>
            <a:schemeClr val="bg1"/>
          </a:solidFill>
          <a:ln w="28575">
            <a:solidFill>
              <a:schemeClr val="tx1">
                <a:lumMod val="75000"/>
              </a:schemeClr>
            </a:solid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354013" indent="-268288">
              <a:lnSpc>
                <a:spcPct val="115000"/>
              </a:lnSpc>
              <a:buNone/>
            </a:pPr>
            <a:r>
              <a:rPr lang="es-MX" sz="1400" b="1" dirty="0">
                <a:solidFill>
                  <a:schemeClr val="bg2"/>
                </a:solidFill>
                <a:effectLst/>
                <a:latin typeface="Cambria" panose="02040503050406030204" pitchFamily="18" charset="0"/>
                <a:ea typeface="Cambria" panose="02040503050406030204" pitchFamily="18" charset="0"/>
              </a:rPr>
              <a:t> </a:t>
            </a:r>
            <a:r>
              <a:rPr lang="es-MX" sz="1400" u="none" strike="noStrike" dirty="0">
                <a:solidFill>
                  <a:schemeClr val="bg2"/>
                </a:solidFill>
                <a:effectLst/>
                <a:latin typeface="Cambria" panose="02040503050406030204" pitchFamily="18" charset="0"/>
                <a:ea typeface="Cambria" panose="02040503050406030204" pitchFamily="18" charset="0"/>
              </a:rPr>
              <a:t>Inspección y limpieza y fijación</a:t>
            </a:r>
          </a:p>
        </p:txBody>
      </p:sp>
      <p:sp>
        <p:nvSpPr>
          <p:cNvPr id="19" name="Google Shape;93;p14">
            <a:extLst>
              <a:ext uri="{FF2B5EF4-FFF2-40B4-BE49-F238E27FC236}">
                <a16:creationId xmlns:a16="http://schemas.microsoft.com/office/drawing/2014/main" id="{EECDD765-B72B-9647-06E0-590341F5E2F5}"/>
              </a:ext>
            </a:extLst>
          </p:cNvPr>
          <p:cNvSpPr txBox="1">
            <a:spLocks/>
          </p:cNvSpPr>
          <p:nvPr/>
        </p:nvSpPr>
        <p:spPr>
          <a:xfrm rot="16200000">
            <a:off x="1182590" y="2510118"/>
            <a:ext cx="2820508" cy="461457"/>
          </a:xfrm>
          <a:prstGeom prst="rect">
            <a:avLst/>
          </a:prstGeom>
          <a:solidFill>
            <a:schemeClr val="bg1"/>
          </a:solidFill>
          <a:ln w="28575">
            <a:solidFill>
              <a:schemeClr val="tx1">
                <a:lumMod val="75000"/>
              </a:schemeClr>
            </a:solid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354013" indent="-268288">
              <a:lnSpc>
                <a:spcPct val="115000"/>
              </a:lnSpc>
              <a:buNone/>
            </a:pPr>
            <a:r>
              <a:rPr lang="es-MX" sz="1400" b="1" dirty="0">
                <a:solidFill>
                  <a:schemeClr val="bg2"/>
                </a:solidFill>
                <a:effectLst/>
                <a:latin typeface="Cambria" panose="02040503050406030204" pitchFamily="18" charset="0"/>
                <a:ea typeface="Cambria" panose="02040503050406030204" pitchFamily="18" charset="0"/>
              </a:rPr>
              <a:t> </a:t>
            </a:r>
            <a:r>
              <a:rPr lang="es-MX" sz="1400" u="none" strike="noStrike" dirty="0">
                <a:solidFill>
                  <a:schemeClr val="bg2"/>
                </a:solidFill>
                <a:effectLst/>
                <a:latin typeface="Cambria" panose="02040503050406030204" pitchFamily="18" charset="0"/>
                <a:ea typeface="Cambria" panose="02040503050406030204" pitchFamily="18" charset="0"/>
              </a:rPr>
              <a:t>Inspección y limpieza y fijación</a:t>
            </a:r>
          </a:p>
        </p:txBody>
      </p:sp>
      <p:grpSp>
        <p:nvGrpSpPr>
          <p:cNvPr id="42" name="Grupo 41">
            <a:extLst>
              <a:ext uri="{FF2B5EF4-FFF2-40B4-BE49-F238E27FC236}">
                <a16:creationId xmlns:a16="http://schemas.microsoft.com/office/drawing/2014/main" id="{7A5934D9-1362-C118-52D6-AB261E5EC8AF}"/>
              </a:ext>
            </a:extLst>
          </p:cNvPr>
          <p:cNvGrpSpPr/>
          <p:nvPr/>
        </p:nvGrpSpPr>
        <p:grpSpPr>
          <a:xfrm flipH="1">
            <a:off x="-89361" y="1468089"/>
            <a:ext cx="971645" cy="2418909"/>
            <a:chOff x="6697201" y="698500"/>
            <a:chExt cx="977095" cy="2400593"/>
          </a:xfrm>
          <a:solidFill>
            <a:srgbClr val="FFFF00"/>
          </a:solidFill>
        </p:grpSpPr>
        <p:pic>
          <p:nvPicPr>
            <p:cNvPr id="2050" name="Picture 2" descr="Mano Limpiando Con Diseño De Ilustración Vectorial De Tela Ilustraciones  Svg, Vectoriales, Clip Art Vectorizado Libre De Derechos. Image 87998341.">
              <a:extLst>
                <a:ext uri="{FF2B5EF4-FFF2-40B4-BE49-F238E27FC236}">
                  <a16:creationId xmlns:a16="http://schemas.microsoft.com/office/drawing/2014/main" id="{CA46DB87-54BA-7ED3-089C-32A294A5CB30}"/>
                </a:ext>
              </a:extLst>
            </p:cNvPr>
            <p:cNvPicPr>
              <a:picLocks noChangeAspect="1" noChangeArrowheads="1"/>
            </p:cNvPicPr>
            <p:nvPr/>
          </p:nvPicPr>
          <p:blipFill rotWithShape="1">
            <a:blip r:embed="rId12">
              <a:extLst>
                <a:ext uri="{BEBA8EAE-BF5A-486C-A8C5-ECC9F3942E4B}">
                  <a14:imgProps xmlns:a14="http://schemas.microsoft.com/office/drawing/2010/main">
                    <a14:imgLayer r:embed="rId13">
                      <a14:imgEffect>
                        <a14:backgroundRemoval t="24000" b="79308" l="10462" r="89462">
                          <a14:foregroundMark x1="10615" y1="40462" x2="29692" y2="41231"/>
                          <a14:foregroundMark x1="89462" y1="62077" x2="86154" y2="74231"/>
                          <a14:foregroundMark x1="81692" y1="78615" x2="73308" y2="76769"/>
                          <a14:foregroundMark x1="34462" y1="79308" x2="42846" y2="79308"/>
                          <a14:foregroundMark x1="77000" y1="33154" x2="75462" y2="33846"/>
                          <a14:foregroundMark x1="71077" y1="24000" x2="71077" y2="24000"/>
                          <a14:foregroundMark x1="71077" y1="24000" x2="71077" y2="24000"/>
                          <a14:foregroundMark x1="64154" y1="31308" x2="64154" y2="31308"/>
                          <a14:foregroundMark x1="64154" y1="31308" x2="64154" y2="31308"/>
                          <a14:foregroundMark x1="81692" y1="42308" x2="81692" y2="42308"/>
                          <a14:foregroundMark x1="81692" y1="42308" x2="81692" y2="42308"/>
                          <a14:foregroundMark x1="85385" y1="30538" x2="85385" y2="30538"/>
                          <a14:foregroundMark x1="85385" y1="30538" x2="85385" y2="30538"/>
                        </a14:backgroundRemoval>
                      </a14:imgEffect>
                    </a14:imgLayer>
                  </a14:imgProps>
                </a:ext>
                <a:ext uri="{28A0092B-C50C-407E-A947-70E740481C1C}">
                  <a14:useLocalDpi xmlns:a14="http://schemas.microsoft.com/office/drawing/2010/main" val="0"/>
                </a:ext>
              </a:extLst>
            </a:blip>
            <a:srcRect l="5843" t="19202" r="5072" b="16641"/>
            <a:stretch/>
          </p:blipFill>
          <p:spPr bwMode="auto">
            <a:xfrm flipH="1">
              <a:off x="6796720" y="1660771"/>
              <a:ext cx="778059" cy="601699"/>
            </a:xfrm>
            <a:prstGeom prst="rect">
              <a:avLst/>
            </a:prstGeom>
            <a:grpFill/>
          </p:spPr>
        </p:pic>
        <p:pic>
          <p:nvPicPr>
            <p:cNvPr id="2052" name="Picture 4" descr="Bote de metal con ilustración de vector de pintura en aerosol en estilo de  dibujos animados | Vector Premium">
              <a:extLst>
                <a:ext uri="{FF2B5EF4-FFF2-40B4-BE49-F238E27FC236}">
                  <a16:creationId xmlns:a16="http://schemas.microsoft.com/office/drawing/2014/main" id="{B92887A4-D399-2F8B-BB69-95C1C1808251}"/>
                </a:ext>
              </a:extLst>
            </p:cNvPr>
            <p:cNvPicPr>
              <a:picLocks noChangeAspect="1" noChangeArrowheads="1"/>
            </p:cNvPicPr>
            <p:nvPr/>
          </p:nvPicPr>
          <p:blipFill rotWithShape="1">
            <a:blip r:embed="rId14">
              <a:extLst>
                <a:ext uri="{BEBA8EAE-BF5A-486C-A8C5-ECC9F3942E4B}">
                  <a14:imgProps xmlns:a14="http://schemas.microsoft.com/office/drawing/2010/main">
                    <a14:imgLayer r:embed="rId15">
                      <a14:imgEffect>
                        <a14:backgroundRemoval t="5950" b="92700" l="32200" r="71000">
                          <a14:foregroundMark x1="52350" y1="92700" x2="61850" y2="92450"/>
                          <a14:foregroundMark x1="53550" y1="12550" x2="57350" y2="32950"/>
                          <a14:foregroundMark x1="57350" y1="32950" x2="57350" y2="32950"/>
                          <a14:foregroundMark x1="38600" y1="11850" x2="44800" y2="11600"/>
                          <a14:foregroundMark x1="32200" y1="5950" x2="44850" y2="12400"/>
                          <a14:foregroundMark x1="44850" y1="12400" x2="45500" y2="10900"/>
                          <a14:foregroundMark x1="47650" y1="11850" x2="43350" y2="10650"/>
                          <a14:foregroundMark x1="48800" y1="11400" x2="44550" y2="10650"/>
                        </a14:backgroundRemoval>
                      </a14:imgEffect>
                    </a14:imgLayer>
                  </a14:imgProps>
                </a:ext>
                <a:ext uri="{28A0092B-C50C-407E-A947-70E740481C1C}">
                  <a14:useLocalDpi xmlns:a14="http://schemas.microsoft.com/office/drawing/2010/main" val="0"/>
                </a:ext>
              </a:extLst>
            </a:blip>
            <a:srcRect l="28192" r="24204"/>
            <a:stretch/>
          </p:blipFill>
          <p:spPr bwMode="auto">
            <a:xfrm>
              <a:off x="6859959" y="698500"/>
              <a:ext cx="494497" cy="1038778"/>
            </a:xfrm>
            <a:prstGeom prst="rect">
              <a:avLst/>
            </a:prstGeom>
            <a:grpFill/>
          </p:spPr>
        </p:pic>
        <p:pic>
          <p:nvPicPr>
            <p:cNvPr id="2054" name="Picture 6" descr="Atornillar #Soyvisual">
              <a:extLst>
                <a:ext uri="{FF2B5EF4-FFF2-40B4-BE49-F238E27FC236}">
                  <a16:creationId xmlns:a16="http://schemas.microsoft.com/office/drawing/2014/main" id="{9F9C2BEC-3EB3-E8A4-DB9C-91D876021104}"/>
                </a:ext>
              </a:extLst>
            </p:cNvPr>
            <p:cNvPicPr>
              <a:picLocks noChangeAspect="1" noChangeArrowheads="1"/>
            </p:cNvPicPr>
            <p:nvPr/>
          </p:nvPicPr>
          <p:blipFill rotWithShape="1">
            <a:blip r:embed="rId16">
              <a:extLst>
                <a:ext uri="{BEBA8EAE-BF5A-486C-A8C5-ECC9F3942E4B}">
                  <a14:imgProps xmlns:a14="http://schemas.microsoft.com/office/drawing/2010/main">
                    <a14:imgLayer r:embed="rId17">
                      <a14:imgEffect>
                        <a14:backgroundRemoval t="12444" b="82667" l="8000" r="84000">
                          <a14:foregroundMark x1="16889" y1="16889" x2="30667" y2="46222"/>
                          <a14:foregroundMark x1="12444" y1="12889" x2="13778" y2="37333"/>
                          <a14:foregroundMark x1="8000" y1="12444" x2="12444" y2="14667"/>
                        </a14:backgroundRemoval>
                      </a14:imgEffect>
                    </a14:imgLayer>
                  </a14:imgProps>
                </a:ext>
                <a:ext uri="{28A0092B-C50C-407E-A947-70E740481C1C}">
                  <a14:useLocalDpi xmlns:a14="http://schemas.microsoft.com/office/drawing/2010/main" val="0"/>
                </a:ext>
              </a:extLst>
            </a:blip>
            <a:srcRect l="7690" t="10655" r="6976" b="9049"/>
            <a:stretch/>
          </p:blipFill>
          <p:spPr bwMode="auto">
            <a:xfrm flipH="1" flipV="1">
              <a:off x="6697201" y="2262470"/>
              <a:ext cx="977095" cy="836623"/>
            </a:xfrm>
            <a:prstGeom prst="rect">
              <a:avLst/>
            </a:prstGeom>
            <a:grpFill/>
            <a:ln>
              <a:noFill/>
            </a:ln>
            <a:effectLst>
              <a:outerShdw blurRad="190500" algn="tl" rotWithShape="0">
                <a:srgbClr val="000000">
                  <a:alpha val="70000"/>
                </a:srgbClr>
              </a:outerShdw>
            </a:effectLst>
          </p:spPr>
        </p:pic>
      </p:grpSp>
      <p:sp>
        <p:nvSpPr>
          <p:cNvPr id="60" name="Google Shape;93;p14">
            <a:extLst>
              <a:ext uri="{FF2B5EF4-FFF2-40B4-BE49-F238E27FC236}">
                <a16:creationId xmlns:a16="http://schemas.microsoft.com/office/drawing/2014/main" id="{A8F4EE5F-682E-D3C9-32A6-01BD49CA7CD9}"/>
              </a:ext>
            </a:extLst>
          </p:cNvPr>
          <p:cNvSpPr txBox="1">
            <a:spLocks noGrp="1"/>
          </p:cNvSpPr>
          <p:nvPr>
            <p:ph type="body" idx="1"/>
          </p:nvPr>
        </p:nvSpPr>
        <p:spPr>
          <a:xfrm>
            <a:off x="746142" y="527257"/>
            <a:ext cx="1200915" cy="469584"/>
          </a:xfrm>
          <a:prstGeom prst="rect">
            <a:avLst/>
          </a:prstGeom>
          <a:solidFill>
            <a:schemeClr val="bg1"/>
          </a:solidFill>
          <a:ln w="28575">
            <a:solidFill>
              <a:srgbClr val="FF0066"/>
            </a:solidFill>
          </a:ln>
        </p:spPr>
        <p:txBody>
          <a:bodyPr spcFirstLastPara="1" wrap="square" lIns="91425" tIns="91425" rIns="91425" bIns="91425" anchor="t" anchorCtr="0">
            <a:normAutofit lnSpcReduction="10000"/>
          </a:bodyPr>
          <a:lstStyle/>
          <a:p>
            <a:pPr marL="146050" indent="0">
              <a:buNone/>
            </a:pPr>
            <a:r>
              <a:rPr lang="es-MX" sz="1700" b="1" i="0" u="none" strike="noStrike" spc="-50" dirty="0">
                <a:solidFill>
                  <a:srgbClr val="000000"/>
                </a:solidFill>
                <a:effectLst/>
                <a:latin typeface="Cambria" panose="02040503050406030204" pitchFamily="18" charset="0"/>
                <a:ea typeface="Cambria" panose="02040503050406030204" pitchFamily="18" charset="0"/>
              </a:rPr>
              <a:t>Sensores</a:t>
            </a:r>
            <a:endParaRPr sz="1000" spc="-50" dirty="0">
              <a:solidFill>
                <a:schemeClr val="bg2">
                  <a:lumMod val="75000"/>
                  <a:lumOff val="25000"/>
                </a:schemeClr>
              </a:solidFill>
              <a:latin typeface="Cambria" panose="02040503050406030204" pitchFamily="18" charset="0"/>
              <a:ea typeface="Cambria" panose="02040503050406030204" pitchFamily="18" charset="0"/>
            </a:endParaRPr>
          </a:p>
        </p:txBody>
      </p:sp>
      <p:grpSp>
        <p:nvGrpSpPr>
          <p:cNvPr id="66" name="Grupo 65">
            <a:extLst>
              <a:ext uri="{FF2B5EF4-FFF2-40B4-BE49-F238E27FC236}">
                <a16:creationId xmlns:a16="http://schemas.microsoft.com/office/drawing/2014/main" id="{73DC94EE-4A37-04E2-A786-399F21E805C5}"/>
              </a:ext>
            </a:extLst>
          </p:cNvPr>
          <p:cNvGrpSpPr/>
          <p:nvPr/>
        </p:nvGrpSpPr>
        <p:grpSpPr>
          <a:xfrm>
            <a:off x="2889174" y="527257"/>
            <a:ext cx="1536564" cy="4801872"/>
            <a:chOff x="2421239" y="462020"/>
            <a:chExt cx="1536564" cy="4801872"/>
          </a:xfrm>
        </p:grpSpPr>
        <p:grpSp>
          <p:nvGrpSpPr>
            <p:cNvPr id="41" name="Grupo 40">
              <a:extLst>
                <a:ext uri="{FF2B5EF4-FFF2-40B4-BE49-F238E27FC236}">
                  <a16:creationId xmlns:a16="http://schemas.microsoft.com/office/drawing/2014/main" id="{8EDD783A-6D4C-20A3-9F74-A211BE487D4B}"/>
                </a:ext>
              </a:extLst>
            </p:cNvPr>
            <p:cNvGrpSpPr/>
            <p:nvPr/>
          </p:nvGrpSpPr>
          <p:grpSpPr>
            <a:xfrm>
              <a:off x="2421239" y="644013"/>
              <a:ext cx="1536564" cy="4619879"/>
              <a:chOff x="2524562" y="621654"/>
              <a:chExt cx="1536564" cy="4619879"/>
            </a:xfrm>
          </p:grpSpPr>
          <p:grpSp>
            <p:nvGrpSpPr>
              <p:cNvPr id="18" name="Grupo 17">
                <a:extLst>
                  <a:ext uri="{FF2B5EF4-FFF2-40B4-BE49-F238E27FC236}">
                    <a16:creationId xmlns:a16="http://schemas.microsoft.com/office/drawing/2014/main" id="{C8DF9BDA-D1AC-10A6-0FE5-B4898E401AE5}"/>
                  </a:ext>
                </a:extLst>
              </p:cNvPr>
              <p:cNvGrpSpPr/>
              <p:nvPr/>
            </p:nvGrpSpPr>
            <p:grpSpPr>
              <a:xfrm>
                <a:off x="2524562" y="621654"/>
                <a:ext cx="1536564" cy="3897214"/>
                <a:chOff x="2886764" y="633445"/>
                <a:chExt cx="1536564" cy="4143356"/>
              </a:xfrm>
            </p:grpSpPr>
            <p:pic>
              <p:nvPicPr>
                <p:cNvPr id="2" name="image65.png">
                  <a:extLst>
                    <a:ext uri="{FF2B5EF4-FFF2-40B4-BE49-F238E27FC236}">
                      <a16:creationId xmlns:a16="http://schemas.microsoft.com/office/drawing/2014/main" id="{660BE9C5-DA06-E43E-6F78-8C1AB8878764}"/>
                    </a:ext>
                  </a:extLst>
                </p:cNvPr>
                <p:cNvPicPr/>
                <p:nvPr/>
              </p:nvPicPr>
              <p:blipFill rotWithShape="1">
                <a:blip r:embed="rId18">
                  <a:extLst>
                    <a:ext uri="{BEBA8EAE-BF5A-486C-A8C5-ECC9F3942E4B}">
                      <a14:imgProps xmlns:a14="http://schemas.microsoft.com/office/drawing/2010/main">
                        <a14:imgLayer r:embed="rId19">
                          <a14:imgEffect>
                            <a14:backgroundRemoval t="3506" b="39668" l="9955" r="91176">
                              <a14:foregroundMark x1="11991" y1="39668" x2="23529" y2="37085"/>
                              <a14:foregroundMark x1="82805" y1="14945" x2="75566" y2="16605"/>
                              <a14:foregroundMark x1="79186" y1="3690" x2="79186" y2="9225"/>
                              <a14:foregroundMark x1="91176" y1="8487" x2="85973" y2="9779"/>
                              <a14:foregroundMark x1="14027" y1="25277" x2="14027" y2="31734"/>
                            </a14:backgroundRemoval>
                          </a14:imgEffect>
                        </a14:imgLayer>
                      </a14:imgProps>
                    </a:ext>
                  </a:extLst>
                </a:blip>
                <a:srcRect b="57341"/>
                <a:stretch/>
              </p:blipFill>
              <p:spPr>
                <a:xfrm>
                  <a:off x="2886764" y="633445"/>
                  <a:ext cx="1459618" cy="1095094"/>
                </a:xfrm>
                <a:prstGeom prst="rect">
                  <a:avLst/>
                </a:prstGeom>
                <a:ln>
                  <a:noFill/>
                </a:ln>
                <a:effectLst>
                  <a:outerShdw blurRad="190500" algn="tl" rotWithShape="0">
                    <a:srgbClr val="000000">
                      <a:alpha val="70000"/>
                    </a:srgbClr>
                  </a:outerShdw>
                </a:effectLst>
              </p:spPr>
            </p:pic>
            <p:pic>
              <p:nvPicPr>
                <p:cNvPr id="12" name="image61.png">
                  <a:extLst>
                    <a:ext uri="{FF2B5EF4-FFF2-40B4-BE49-F238E27FC236}">
                      <a16:creationId xmlns:a16="http://schemas.microsoft.com/office/drawing/2014/main" id="{F5A620F4-A93A-36EF-373B-C5CB2E040634}"/>
                    </a:ext>
                  </a:extLst>
                </p:cNvPr>
                <p:cNvPicPr/>
                <p:nvPr/>
              </p:nvPicPr>
              <p:blipFill>
                <a:blip r:embed="rId20">
                  <a:extLst>
                    <a:ext uri="{BEBA8EAE-BF5A-486C-A8C5-ECC9F3942E4B}">
                      <a14:imgProps xmlns:a14="http://schemas.microsoft.com/office/drawing/2010/main">
                        <a14:imgLayer r:embed="rId21">
                          <a14:imgEffect>
                            <a14:backgroundRemoval t="10000" b="90000" l="10000" r="90000"/>
                          </a14:imgEffect>
                        </a14:imgLayer>
                      </a14:imgProps>
                    </a:ext>
                  </a:extLst>
                </a:blip>
                <a:srcRect/>
                <a:stretch>
                  <a:fillRect/>
                </a:stretch>
              </p:blipFill>
              <p:spPr>
                <a:xfrm>
                  <a:off x="3017966" y="1341266"/>
                  <a:ext cx="1302388" cy="1186127"/>
                </a:xfrm>
                <a:prstGeom prst="rect">
                  <a:avLst/>
                </a:prstGeom>
                <a:ln>
                  <a:noFill/>
                </a:ln>
                <a:effectLst>
                  <a:outerShdw blurRad="190500" algn="tl" rotWithShape="0">
                    <a:srgbClr val="000000">
                      <a:alpha val="70000"/>
                    </a:srgbClr>
                  </a:outerShdw>
                </a:effectLst>
              </p:spPr>
            </p:pic>
            <p:pic>
              <p:nvPicPr>
                <p:cNvPr id="13" name="image23.png">
                  <a:extLst>
                    <a:ext uri="{FF2B5EF4-FFF2-40B4-BE49-F238E27FC236}">
                      <a16:creationId xmlns:a16="http://schemas.microsoft.com/office/drawing/2014/main" id="{1E0B9C94-3C83-224F-0D00-84C4CCE42EE9}"/>
                    </a:ext>
                  </a:extLst>
                </p:cNvPr>
                <p:cNvPicPr/>
                <p:nvPr/>
              </p:nvPicPr>
              <p:blipFill>
                <a:blip r:embed="rId22">
                  <a:extLst>
                    <a:ext uri="{BEBA8EAE-BF5A-486C-A8C5-ECC9F3942E4B}">
                      <a14:imgProps xmlns:a14="http://schemas.microsoft.com/office/drawing/2010/main">
                        <a14:imgLayer r:embed="rId23">
                          <a14:imgEffect>
                            <a14:backgroundRemoval t="9639" b="90763" l="5161" r="94409">
                              <a14:foregroundMark x1="5591" y1="67470" x2="16344" y2="76305"/>
                              <a14:foregroundMark x1="94409" y1="23695" x2="85376" y2="36948"/>
                              <a14:foregroundMark x1="23441" y1="90763" x2="15269" y2="79920"/>
                            </a14:backgroundRemoval>
                          </a14:imgEffect>
                        </a14:imgLayer>
                      </a14:imgProps>
                    </a:ext>
                  </a:extLst>
                </a:blip>
                <a:srcRect/>
                <a:stretch>
                  <a:fillRect/>
                </a:stretch>
              </p:blipFill>
              <p:spPr>
                <a:xfrm>
                  <a:off x="3035228" y="2263047"/>
                  <a:ext cx="1242060" cy="836295"/>
                </a:xfrm>
                <a:prstGeom prst="rect">
                  <a:avLst/>
                </a:prstGeom>
                <a:ln>
                  <a:noFill/>
                </a:ln>
                <a:effectLst>
                  <a:outerShdw blurRad="190500" algn="tl" rotWithShape="0">
                    <a:srgbClr val="000000">
                      <a:alpha val="70000"/>
                    </a:srgbClr>
                  </a:outerShdw>
                </a:effectLst>
              </p:spPr>
            </p:pic>
            <p:pic>
              <p:nvPicPr>
                <p:cNvPr id="14" name="image103.png">
                  <a:extLst>
                    <a:ext uri="{FF2B5EF4-FFF2-40B4-BE49-F238E27FC236}">
                      <a16:creationId xmlns:a16="http://schemas.microsoft.com/office/drawing/2014/main" id="{42352F89-99D0-6F70-DD99-A1DDE7BAE096}"/>
                    </a:ext>
                  </a:extLst>
                </p:cNvPr>
                <p:cNvPicPr/>
                <p:nvPr/>
              </p:nvPicPr>
              <p:blipFill rotWithShape="1">
                <a:blip r:embed="rId24">
                  <a:extLst>
                    <a:ext uri="{BEBA8EAE-BF5A-486C-A8C5-ECC9F3942E4B}">
                      <a14:imgProps xmlns:a14="http://schemas.microsoft.com/office/drawing/2010/main">
                        <a14:imgLayer r:embed="rId25">
                          <a14:imgEffect>
                            <a14:backgroundRemoval t="4828" b="90690" l="20599" r="76056">
                              <a14:foregroundMark x1="41549" y1="5517" x2="50000" y2="18621"/>
                              <a14:foregroundMark x1="24120" y1="33448" x2="27289" y2="43448"/>
                              <a14:foregroundMark x1="22711" y1="33448" x2="26761" y2="25517"/>
                              <a14:foregroundMark x1="76408" y1="70690" x2="69190" y2="63448"/>
                              <a14:foregroundMark x1="54930" y1="90690" x2="55282" y2="86897"/>
                              <a14:foregroundMark x1="20599" y1="32414" x2="24472" y2="32414"/>
                            </a14:backgroundRemoval>
                          </a14:imgEffect>
                        </a14:imgLayer>
                      </a14:imgProps>
                    </a:ext>
                  </a:extLst>
                </a:blip>
                <a:srcRect l="19227" r="18976"/>
                <a:stretch/>
              </p:blipFill>
              <p:spPr>
                <a:xfrm>
                  <a:off x="3011253" y="2926535"/>
                  <a:ext cx="1412075" cy="1104393"/>
                </a:xfrm>
                <a:prstGeom prst="rect">
                  <a:avLst/>
                </a:prstGeom>
                <a:ln/>
              </p:spPr>
            </p:pic>
            <p:pic>
              <p:nvPicPr>
                <p:cNvPr id="15" name="image98.png">
                  <a:extLst>
                    <a:ext uri="{FF2B5EF4-FFF2-40B4-BE49-F238E27FC236}">
                      <a16:creationId xmlns:a16="http://schemas.microsoft.com/office/drawing/2014/main" id="{30FF5EE6-54C4-21DD-228F-84B87AF311AE}"/>
                    </a:ext>
                  </a:extLst>
                </p:cNvPr>
                <p:cNvPicPr/>
                <p:nvPr/>
              </p:nvPicPr>
              <p:blipFill rotWithShape="1">
                <a:blip r:embed="rId26">
                  <a:duotone>
                    <a:prstClr val="black"/>
                    <a:schemeClr val="accent1">
                      <a:tint val="45000"/>
                      <a:satMod val="400000"/>
                    </a:schemeClr>
                  </a:duotone>
                  <a:extLst>
                    <a:ext uri="{BEBA8EAE-BF5A-486C-A8C5-ECC9F3942E4B}">
                      <a14:imgProps xmlns:a14="http://schemas.microsoft.com/office/drawing/2010/main">
                        <a14:imgLayer r:embed="rId27">
                          <a14:imgEffect>
                            <a14:backgroundRemoval t="55466" b="96964" l="7513" r="69430">
                              <a14:foregroundMark x1="16062" y1="96964" x2="57772" y2="75709"/>
                              <a14:foregroundMark x1="65544" y1="65587" x2="54404" y2="85223"/>
                              <a14:foregroundMark x1="54404" y1="85223" x2="50777" y2="85830"/>
                              <a14:foregroundMark x1="69430" y1="79352" x2="51295" y2="84818"/>
                            </a14:backgroundRemoval>
                          </a14:imgEffect>
                        </a14:imgLayer>
                      </a14:imgProps>
                    </a:ext>
                  </a:extLst>
                </a:blip>
                <a:srcRect t="50700" r="24802"/>
                <a:stretch/>
              </p:blipFill>
              <p:spPr>
                <a:xfrm flipH="1">
                  <a:off x="2933829" y="3672408"/>
                  <a:ext cx="1343459" cy="1104393"/>
                </a:xfrm>
                <a:prstGeom prst="rect">
                  <a:avLst/>
                </a:prstGeom>
                <a:ln/>
              </p:spPr>
            </p:pic>
          </p:grpSp>
          <p:pic>
            <p:nvPicPr>
              <p:cNvPr id="33" name="Imagen 32">
                <a:extLst>
                  <a:ext uri="{FF2B5EF4-FFF2-40B4-BE49-F238E27FC236}">
                    <a16:creationId xmlns:a16="http://schemas.microsoft.com/office/drawing/2014/main" id="{61090688-C030-B978-413A-A33916AED6CE}"/>
                  </a:ext>
                </a:extLst>
              </p:cNvPr>
              <p:cNvPicPr>
                <a:picLocks noChangeAspect="1"/>
              </p:cNvPicPr>
              <p:nvPr/>
            </p:nvPicPr>
            <p:blipFill>
              <a:blip r:embed="rId28">
                <a:extLst>
                  <a:ext uri="{BEBA8EAE-BF5A-486C-A8C5-ECC9F3942E4B}">
                    <a14:imgProps xmlns:a14="http://schemas.microsoft.com/office/drawing/2010/main">
                      <a14:imgLayer r:embed="rId29">
                        <a14:imgEffect>
                          <a14:backgroundRemoval t="10000" b="90000" l="10000" r="90000"/>
                        </a14:imgEffect>
                      </a14:imgLayer>
                    </a14:imgProps>
                  </a:ext>
                </a:extLst>
              </a:blip>
              <a:stretch>
                <a:fillRect/>
              </a:stretch>
            </p:blipFill>
            <p:spPr>
              <a:xfrm flipH="1">
                <a:off x="2740259" y="4264673"/>
                <a:ext cx="1036346" cy="976860"/>
              </a:xfrm>
              <a:prstGeom prst="rect">
                <a:avLst/>
              </a:prstGeom>
            </p:spPr>
          </p:pic>
        </p:grpSp>
        <p:sp>
          <p:nvSpPr>
            <p:cNvPr id="61" name="Google Shape;93;p14">
              <a:extLst>
                <a:ext uri="{FF2B5EF4-FFF2-40B4-BE49-F238E27FC236}">
                  <a16:creationId xmlns:a16="http://schemas.microsoft.com/office/drawing/2014/main" id="{26A8AE20-7BDC-0773-AD73-6E9798332952}"/>
                </a:ext>
              </a:extLst>
            </p:cNvPr>
            <p:cNvSpPr txBox="1">
              <a:spLocks/>
            </p:cNvSpPr>
            <p:nvPr/>
          </p:nvSpPr>
          <p:spPr>
            <a:xfrm>
              <a:off x="2601880" y="462020"/>
              <a:ext cx="1200915" cy="416566"/>
            </a:xfrm>
            <a:prstGeom prst="rect">
              <a:avLst/>
            </a:prstGeom>
            <a:solidFill>
              <a:schemeClr val="bg1"/>
            </a:solidFill>
            <a:ln w="28575">
              <a:solidFill>
                <a:srgbClr val="FF0066"/>
              </a:solid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0" indent="0">
                <a:lnSpc>
                  <a:spcPct val="100000"/>
                </a:lnSpc>
                <a:buFont typeface="Lato"/>
                <a:buNone/>
              </a:pPr>
              <a:r>
                <a:rPr lang="es-MX" sz="1700" b="1" spc="-50" dirty="0">
                  <a:solidFill>
                    <a:srgbClr val="000000"/>
                  </a:solidFill>
                  <a:latin typeface="Cambria" panose="02040503050406030204" pitchFamily="18" charset="0"/>
                  <a:ea typeface="Cambria" panose="02040503050406030204" pitchFamily="18" charset="0"/>
                </a:rPr>
                <a:t>Actuadores</a:t>
              </a:r>
              <a:endParaRPr lang="es-MX" sz="1000" spc="-50" dirty="0">
                <a:solidFill>
                  <a:schemeClr val="bg2">
                    <a:lumMod val="75000"/>
                    <a:lumOff val="25000"/>
                  </a:schemeClr>
                </a:solidFill>
                <a:latin typeface="Cambria" panose="02040503050406030204" pitchFamily="18" charset="0"/>
                <a:ea typeface="Cambria" panose="02040503050406030204" pitchFamily="18" charset="0"/>
              </a:endParaRPr>
            </a:p>
          </p:txBody>
        </p:sp>
      </p:grpSp>
      <p:grpSp>
        <p:nvGrpSpPr>
          <p:cNvPr id="65" name="Grupo 64">
            <a:extLst>
              <a:ext uri="{FF2B5EF4-FFF2-40B4-BE49-F238E27FC236}">
                <a16:creationId xmlns:a16="http://schemas.microsoft.com/office/drawing/2014/main" id="{D2CB7608-2680-AD2A-2213-B891A3B63FFE}"/>
              </a:ext>
            </a:extLst>
          </p:cNvPr>
          <p:cNvGrpSpPr/>
          <p:nvPr/>
        </p:nvGrpSpPr>
        <p:grpSpPr>
          <a:xfrm>
            <a:off x="5058331" y="527257"/>
            <a:ext cx="1679001" cy="4569509"/>
            <a:chOff x="4084058" y="544545"/>
            <a:chExt cx="1679001" cy="4569509"/>
          </a:xfrm>
        </p:grpSpPr>
        <p:grpSp>
          <p:nvGrpSpPr>
            <p:cNvPr id="59" name="Grupo 58">
              <a:extLst>
                <a:ext uri="{FF2B5EF4-FFF2-40B4-BE49-F238E27FC236}">
                  <a16:creationId xmlns:a16="http://schemas.microsoft.com/office/drawing/2014/main" id="{0B8830D8-2E84-A5AF-DDEA-6868E090701F}"/>
                </a:ext>
              </a:extLst>
            </p:cNvPr>
            <p:cNvGrpSpPr/>
            <p:nvPr/>
          </p:nvGrpSpPr>
          <p:grpSpPr>
            <a:xfrm>
              <a:off x="4084058" y="1086290"/>
              <a:ext cx="1679001" cy="4027764"/>
              <a:chOff x="4036665" y="796248"/>
              <a:chExt cx="1679001" cy="4027764"/>
            </a:xfrm>
          </p:grpSpPr>
          <p:pic>
            <p:nvPicPr>
              <p:cNvPr id="32" name="Imagen 31">
                <a:extLst>
                  <a:ext uri="{FF2B5EF4-FFF2-40B4-BE49-F238E27FC236}">
                    <a16:creationId xmlns:a16="http://schemas.microsoft.com/office/drawing/2014/main" id="{628D359B-AADE-3A69-FBA3-D598E73C0286}"/>
                  </a:ext>
                </a:extLst>
              </p:cNvPr>
              <p:cNvPicPr>
                <a:picLocks noChangeAspect="1"/>
              </p:cNvPicPr>
              <p:nvPr/>
            </p:nvPicPr>
            <p:blipFill>
              <a:blip r:embed="rId30"/>
              <a:stretch>
                <a:fillRect/>
              </a:stretch>
            </p:blipFill>
            <p:spPr>
              <a:xfrm>
                <a:off x="4113339" y="796248"/>
                <a:ext cx="1302388" cy="1302388"/>
              </a:xfrm>
              <a:prstGeom prst="rect">
                <a:avLst/>
              </a:prstGeom>
            </p:spPr>
          </p:pic>
          <p:pic>
            <p:nvPicPr>
              <p:cNvPr id="47" name="Imagen 46">
                <a:extLst>
                  <a:ext uri="{FF2B5EF4-FFF2-40B4-BE49-F238E27FC236}">
                    <a16:creationId xmlns:a16="http://schemas.microsoft.com/office/drawing/2014/main" id="{09925A58-F3FB-3129-80E4-37796A02953F}"/>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4036665" y="2035977"/>
                <a:ext cx="1531149" cy="695141"/>
              </a:xfrm>
              <a:prstGeom prst="rect">
                <a:avLst/>
              </a:prstGeom>
            </p:spPr>
          </p:pic>
          <p:pic>
            <p:nvPicPr>
              <p:cNvPr id="52" name="Imagen 51">
                <a:extLst>
                  <a:ext uri="{FF2B5EF4-FFF2-40B4-BE49-F238E27FC236}">
                    <a16:creationId xmlns:a16="http://schemas.microsoft.com/office/drawing/2014/main" id="{53F6EE4A-FAF3-0E80-4C8A-34CCEFCD8BA1}"/>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4308042" y="2676981"/>
                <a:ext cx="1276141" cy="834596"/>
              </a:xfrm>
              <a:prstGeom prst="rect">
                <a:avLst/>
              </a:prstGeom>
            </p:spPr>
          </p:pic>
          <p:pic>
            <p:nvPicPr>
              <p:cNvPr id="56" name="Imagen 55">
                <a:extLst>
                  <a:ext uri="{FF2B5EF4-FFF2-40B4-BE49-F238E27FC236}">
                    <a16:creationId xmlns:a16="http://schemas.microsoft.com/office/drawing/2014/main" id="{6828AD3F-5A5D-17D5-BE8A-7AF87B9F44E8}"/>
                  </a:ext>
                </a:extLst>
              </p:cNvPr>
              <p:cNvPicPr>
                <a:picLocks noChangeAspect="1"/>
              </p:cNvPicPr>
              <p:nvPr/>
            </p:nvPicPr>
            <p:blipFill rotWithShape="1">
              <a:blip r:embed="rId33" cstate="print">
                <a:extLst>
                  <a:ext uri="{BEBA8EAE-BF5A-486C-A8C5-ECC9F3942E4B}">
                    <a14:imgProps xmlns:a14="http://schemas.microsoft.com/office/drawing/2010/main">
                      <a14:imgLayer r:embed="rId34">
                        <a14:imgEffect>
                          <a14:backgroundRemoval t="40938" b="58438" l="43225" r="77236">
                            <a14:foregroundMark x1="61642" y1="56352" x2="62602" y2="56313"/>
                            <a14:foregroundMark x1="62602" y1="56313" x2="64905" y2="54937"/>
                            <a14:foregroundMark x1="68970" y1="58313" x2="66125" y2="55188"/>
                            <a14:foregroundMark x1="44715" y1="58438" x2="47290" y2="55937"/>
                            <a14:foregroundMark x1="45257" y1="40938" x2="48103" y2="41875"/>
                            <a14:foregroundMark x1="43225" y1="42125" x2="45799" y2="43438"/>
                            <a14:foregroundMark x1="65041" y1="43688" x2="53794" y2="43688"/>
                            <a14:foregroundMark x1="50678" y1="45438" x2="49322" y2="50187"/>
                            <a14:foregroundMark x1="63279" y1="53875" x2="53252" y2="54875"/>
                            <a14:foregroundMark x1="70054" y1="44750" x2="70054" y2="49625"/>
                            <a14:foregroundMark x1="75277" y1="51780" x2="77236" y2="54375"/>
                            <a14:foregroundMark x1="73035" y1="48813" x2="74315" y2="50508"/>
                            <a14:foregroundMark x1="77236" y1="54375" x2="77236" y2="58188"/>
                            <a14:foregroundMark x1="72087" y1="47813" x2="76423" y2="48875"/>
                            <a14:foregroundMark x1="46070" y1="44250" x2="46341" y2="47500"/>
                            <a14:foregroundMark x1="47561" y1="44250" x2="46612" y2="44125"/>
                            <a14:foregroundMark x1="50136" y1="43938" x2="44715" y2="43563"/>
                            <a14:foregroundMark x1="48916" y1="43563" x2="46341" y2="43563"/>
                            <a14:foregroundMark x1="48103" y1="43188" x2="46612" y2="43188"/>
                            <a14:backgroundMark x1="51897" y1="55937" x2="61789" y2="56250"/>
                            <a14:backgroundMark x1="72764" y1="51625" x2="74119" y2="55437"/>
                            <a14:backgroundMark x1="72764" y1="50563" x2="74119" y2="58750"/>
                          </a14:backgroundRemoval>
                        </a14:imgEffect>
                      </a14:imgLayer>
                    </a14:imgProps>
                  </a:ext>
                  <a:ext uri="{28A0092B-C50C-407E-A947-70E740481C1C}">
                    <a14:useLocalDpi xmlns:a14="http://schemas.microsoft.com/office/drawing/2010/main" val="0"/>
                  </a:ext>
                </a:extLst>
              </a:blip>
              <a:srcRect l="42223" t="40133" r="19446" b="40983"/>
              <a:stretch/>
            </p:blipFill>
            <p:spPr bwMode="auto">
              <a:xfrm>
                <a:off x="4184518" y="3457399"/>
                <a:ext cx="1531148" cy="1366613"/>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grpSp>
        <p:sp>
          <p:nvSpPr>
            <p:cNvPr id="62" name="Google Shape;93;p14">
              <a:extLst>
                <a:ext uri="{FF2B5EF4-FFF2-40B4-BE49-F238E27FC236}">
                  <a16:creationId xmlns:a16="http://schemas.microsoft.com/office/drawing/2014/main" id="{60D7954F-1BE9-97A5-336D-2263B2E1B311}"/>
                </a:ext>
              </a:extLst>
            </p:cNvPr>
            <p:cNvSpPr txBox="1">
              <a:spLocks/>
            </p:cNvSpPr>
            <p:nvPr/>
          </p:nvSpPr>
          <p:spPr>
            <a:xfrm>
              <a:off x="4295352" y="544545"/>
              <a:ext cx="1302388" cy="580213"/>
            </a:xfrm>
            <a:prstGeom prst="rect">
              <a:avLst/>
            </a:prstGeom>
            <a:solidFill>
              <a:schemeClr val="bg1"/>
            </a:solidFill>
            <a:ln w="28575">
              <a:solidFill>
                <a:srgbClr val="FF0066"/>
              </a:solid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0" indent="0">
                <a:lnSpc>
                  <a:spcPct val="100000"/>
                </a:lnSpc>
                <a:buFont typeface="Lato"/>
                <a:buNone/>
              </a:pPr>
              <a:r>
                <a:rPr lang="es-MX" sz="1700" b="1" spc="-50" dirty="0">
                  <a:solidFill>
                    <a:srgbClr val="000000"/>
                  </a:solidFill>
                  <a:latin typeface="Cambria" panose="02040503050406030204" pitchFamily="18" charset="0"/>
                  <a:ea typeface="Cambria" panose="02040503050406030204" pitchFamily="18" charset="0"/>
                </a:rPr>
                <a:t>Adaptadores                        de señal</a:t>
              </a:r>
              <a:endParaRPr lang="es-MX" sz="1000" spc="-50" dirty="0">
                <a:solidFill>
                  <a:schemeClr val="bg2">
                    <a:lumMod val="75000"/>
                    <a:lumOff val="25000"/>
                  </a:schemeClr>
                </a:solidFill>
                <a:latin typeface="Cambria" panose="02040503050406030204" pitchFamily="18" charset="0"/>
                <a:ea typeface="Cambria" panose="02040503050406030204" pitchFamily="18" charset="0"/>
              </a:endParaRPr>
            </a:p>
          </p:txBody>
        </p:sp>
      </p:grpSp>
      <p:grpSp>
        <p:nvGrpSpPr>
          <p:cNvPr id="64" name="Grupo 63">
            <a:extLst>
              <a:ext uri="{FF2B5EF4-FFF2-40B4-BE49-F238E27FC236}">
                <a16:creationId xmlns:a16="http://schemas.microsoft.com/office/drawing/2014/main" id="{1BBC908A-83E5-FAF1-2B86-58CAA62706F6}"/>
              </a:ext>
            </a:extLst>
          </p:cNvPr>
          <p:cNvGrpSpPr/>
          <p:nvPr/>
        </p:nvGrpSpPr>
        <p:grpSpPr>
          <a:xfrm>
            <a:off x="7660300" y="535014"/>
            <a:ext cx="1302389" cy="4464256"/>
            <a:chOff x="6152193" y="576588"/>
            <a:chExt cx="1302389" cy="4464256"/>
          </a:xfrm>
        </p:grpSpPr>
        <p:pic>
          <p:nvPicPr>
            <p:cNvPr id="57" name="Imagen 56">
              <a:extLst>
                <a:ext uri="{FF2B5EF4-FFF2-40B4-BE49-F238E27FC236}">
                  <a16:creationId xmlns:a16="http://schemas.microsoft.com/office/drawing/2014/main" id="{358F10AC-B1C7-246D-B31F-FE2A028ADA1D}"/>
                </a:ext>
              </a:extLst>
            </p:cNvPr>
            <p:cNvPicPr>
              <a:picLocks noChangeAspect="1"/>
            </p:cNvPicPr>
            <p:nvPr/>
          </p:nvPicPr>
          <p:blipFill rotWithShape="1">
            <a:blip r:embed="rId35" cstate="print">
              <a:extLst>
                <a:ext uri="{BEBA8EAE-BF5A-486C-A8C5-ECC9F3942E4B}">
                  <a14:imgProps xmlns:a14="http://schemas.microsoft.com/office/drawing/2010/main">
                    <a14:imgLayer r:embed="rId36">
                      <a14:imgEffect>
                        <a14:backgroundRemoval t="18564" b="85230" l="7067" r="79800">
                          <a14:foregroundMark x1="11945" y1="23442" x2="37086" y2="58672"/>
                          <a14:foregroundMark x1="51907" y1="35772" x2="74984" y2="61789"/>
                          <a14:foregroundMark x1="75547" y1="36450" x2="50719" y2="35230"/>
                          <a14:foregroundMark x1="62414" y1="30217" x2="50156" y2="27778"/>
                          <a14:foregroundMark x1="38211" y1="27236" x2="14822" y2="22222"/>
                          <a14:foregroundMark x1="37336" y1="37669" x2="21513" y2="37940"/>
                          <a14:foregroundMark x1="21513" y1="37940" x2="9381" y2="61518"/>
                          <a14:foregroundMark x1="9381" y1="61518" x2="9381" y2="62331"/>
                          <a14:foregroundMark x1="7129" y1="56233" x2="9694" y2="32791"/>
                          <a14:foregroundMark x1="11945" y1="22900" x2="29081" y2="22900"/>
                          <a14:foregroundMark x1="10006" y1="18564" x2="22514" y2="21003"/>
                          <a14:foregroundMark x1="33896" y1="46883" x2="37086" y2="32791"/>
                          <a14:foregroundMark x1="37649" y1="45664" x2="37649" y2="58672"/>
                          <a14:foregroundMark x1="38211" y1="27236" x2="38211" y2="51220"/>
                          <a14:foregroundMark x1="48780" y1="30894" x2="64978" y2="55014"/>
                          <a14:foregroundMark x1="65854" y1="36450" x2="75860" y2="55556"/>
                          <a14:foregroundMark x1="76423" y1="38347" x2="60163" y2="34011"/>
                          <a14:foregroundMark x1="47905" y1="34011" x2="64790" y2="60569"/>
                          <a14:foregroundMark x1="64790" y1="60569" x2="69856" y2="60569"/>
                          <a14:foregroundMark x1="75547" y1="39566" x2="66979" y2="35230"/>
                          <a14:foregroundMark x1="74984" y1="34011" x2="63852" y2="32791"/>
                          <a14:foregroundMark x1="50469" y1="57453" x2="64415" y2="59892"/>
                          <a14:foregroundMark x1="49593" y1="52439" x2="59850" y2="52439"/>
                          <a14:foregroundMark x1="77548" y1="39566" x2="77548" y2="61789"/>
                          <a14:foregroundMark x1="33646" y1="25339" x2="28518" y2="24119"/>
                          <a14:foregroundMark x1="68730" y1="32114" x2="77548" y2="53794"/>
                          <a14:foregroundMark x1="78424" y1="41328" x2="78424" y2="65447"/>
                          <a14:foregroundMark x1="49031" y1="43902" x2="49031" y2="32114"/>
                          <a14:foregroundMark x1="38462" y1="25339" x2="38462" y2="35772"/>
                          <a14:foregroundMark x1="38774" y1="25339" x2="38211" y2="40108"/>
                          <a14:foregroundMark x1="39337" y1="23442" x2="39337" y2="23442"/>
                          <a14:foregroundMark x1="80425" y1="45664" x2="72608" y2="76152"/>
                          <a14:foregroundMark x1="72608" y1="76152" x2="63852" y2="82791"/>
                          <a14:foregroundMark x1="66729" y1="74797" x2="73859" y2="70461"/>
                          <a14:foregroundMark x1="67292" y1="74797" x2="79737" y2="53523"/>
                          <a14:foregroundMark x1="79737" y1="53523" x2="79800" y2="53117"/>
                          <a14:foregroundMark x1="79237" y1="63686" x2="67730" y2="82656"/>
                          <a14:foregroundMark x1="67730" y1="82656" x2="66166" y2="77778"/>
                          <a14:foregroundMark x1="67292" y1="75339" x2="57598" y2="85230"/>
                          <a14:foregroundMark x1="48155" y1="30217" x2="48155" y2="45664"/>
                          <a14:foregroundMark x1="48155" y1="29675" x2="53033" y2="28997"/>
                          <a14:foregroundMark x1="48155" y1="26558" x2="50719" y2="26558"/>
                          <a14:foregroundMark x1="35335" y1="50678" x2="35647" y2="54336"/>
                          <a14:foregroundMark x1="7578" y1="74462" x2="19006" y2="73387"/>
                        </a14:backgroundRemoval>
                      </a14:imgEffect>
                    </a14:imgLayer>
                  </a14:imgProps>
                </a:ext>
                <a:ext uri="{28A0092B-C50C-407E-A947-70E740481C1C}">
                  <a14:useLocalDpi xmlns:a14="http://schemas.microsoft.com/office/drawing/2010/main" val="0"/>
                </a:ext>
              </a:extLst>
            </a:blip>
            <a:srcRect l="3706" t="14207" r="19358" b="14141"/>
            <a:stretch/>
          </p:blipFill>
          <p:spPr bwMode="auto">
            <a:xfrm rot="16200000">
              <a:off x="5647484" y="1688244"/>
              <a:ext cx="1770418" cy="761000"/>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pic>
          <p:nvPicPr>
            <p:cNvPr id="58" name="Imagen 57">
              <a:extLst>
                <a:ext uri="{FF2B5EF4-FFF2-40B4-BE49-F238E27FC236}">
                  <a16:creationId xmlns:a16="http://schemas.microsoft.com/office/drawing/2014/main" id="{9F36D3E0-D561-8CE8-F07B-000821A770BC}"/>
                </a:ext>
              </a:extLst>
            </p:cNvPr>
            <p:cNvPicPr>
              <a:picLocks noChangeAspect="1"/>
            </p:cNvPicPr>
            <p:nvPr/>
          </p:nvPicPr>
          <p:blipFill rotWithShape="1">
            <a:blip r:embed="rId37">
              <a:extLst>
                <a:ext uri="{BEBA8EAE-BF5A-486C-A8C5-ECC9F3942E4B}">
                  <a14:imgProps xmlns:a14="http://schemas.microsoft.com/office/drawing/2010/main">
                    <a14:imgLayer r:embed="rId38">
                      <a14:imgEffect>
                        <a14:sharpenSoften amount="50000"/>
                      </a14:imgEffect>
                    </a14:imgLayer>
                  </a14:imgProps>
                </a:ext>
              </a:extLst>
            </a:blip>
            <a:srcRect l="1998" t="3833" r="19775" b="9331"/>
            <a:stretch/>
          </p:blipFill>
          <p:spPr>
            <a:xfrm rot="16200000">
              <a:off x="5829055" y="3415317"/>
              <a:ext cx="1948665" cy="1302389"/>
            </a:xfrm>
            <a:prstGeom prst="rect">
              <a:avLst/>
            </a:prstGeom>
            <a:ln w="38100" cap="sq">
              <a:solidFill>
                <a:srgbClr val="000000"/>
              </a:solidFill>
              <a:prstDash val="solid"/>
              <a:miter lim="800000"/>
            </a:ln>
            <a:effectLst>
              <a:glow rad="101600">
                <a:srgbClr val="FFC000">
                  <a:alpha val="40000"/>
                </a:srgbClr>
              </a:glow>
              <a:outerShdw blurRad="50800" dist="38100" dir="2700000" algn="tl" rotWithShape="0">
                <a:srgbClr val="000000">
                  <a:alpha val="43000"/>
                </a:srgbClr>
              </a:outerShdw>
            </a:effectLst>
          </p:spPr>
        </p:pic>
        <p:sp>
          <p:nvSpPr>
            <p:cNvPr id="63" name="Google Shape;93;p14">
              <a:extLst>
                <a:ext uri="{FF2B5EF4-FFF2-40B4-BE49-F238E27FC236}">
                  <a16:creationId xmlns:a16="http://schemas.microsoft.com/office/drawing/2014/main" id="{99F1AE9E-AC27-3631-9BA0-50C46EF39460}"/>
                </a:ext>
              </a:extLst>
            </p:cNvPr>
            <p:cNvSpPr txBox="1">
              <a:spLocks/>
            </p:cNvSpPr>
            <p:nvPr/>
          </p:nvSpPr>
          <p:spPr>
            <a:xfrm>
              <a:off x="6202929" y="576588"/>
              <a:ext cx="1200915" cy="416566"/>
            </a:xfrm>
            <a:prstGeom prst="rect">
              <a:avLst/>
            </a:prstGeom>
            <a:solidFill>
              <a:schemeClr val="bg1"/>
            </a:solidFill>
            <a:ln w="28575">
              <a:solidFill>
                <a:srgbClr val="FF0066"/>
              </a:solid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0" indent="0">
                <a:lnSpc>
                  <a:spcPct val="100000"/>
                </a:lnSpc>
                <a:buFont typeface="Lato"/>
                <a:buNone/>
              </a:pPr>
              <a:r>
                <a:rPr lang="es-MX" sz="1700" b="1" spc="-50" dirty="0">
                  <a:solidFill>
                    <a:srgbClr val="000000"/>
                  </a:solidFill>
                  <a:latin typeface="Cambria" panose="02040503050406030204" pitchFamily="18" charset="0"/>
                  <a:ea typeface="Cambria" panose="02040503050406030204" pitchFamily="18" charset="0"/>
                </a:rPr>
                <a:t>Conexiones</a:t>
              </a:r>
              <a:endParaRPr lang="es-MX" sz="1000" spc="-50" dirty="0">
                <a:solidFill>
                  <a:schemeClr val="bg2">
                    <a:lumMod val="75000"/>
                    <a:lumOff val="25000"/>
                  </a:schemeClr>
                </a:solidFill>
                <a:latin typeface="Cambria" panose="02040503050406030204" pitchFamily="18" charset="0"/>
                <a:ea typeface="Cambria" panose="02040503050406030204" pitchFamily="18" charset="0"/>
              </a:endParaRPr>
            </a:p>
          </p:txBody>
        </p:sp>
      </p:grpSp>
      <p:grpSp>
        <p:nvGrpSpPr>
          <p:cNvPr id="68" name="Grupo 67">
            <a:extLst>
              <a:ext uri="{FF2B5EF4-FFF2-40B4-BE49-F238E27FC236}">
                <a16:creationId xmlns:a16="http://schemas.microsoft.com/office/drawing/2014/main" id="{85503AF6-E53D-E656-A934-8AE9EE9F7F11}"/>
              </a:ext>
            </a:extLst>
          </p:cNvPr>
          <p:cNvGrpSpPr/>
          <p:nvPr/>
        </p:nvGrpSpPr>
        <p:grpSpPr>
          <a:xfrm flipH="1">
            <a:off x="2046321" y="1531391"/>
            <a:ext cx="971645" cy="2418909"/>
            <a:chOff x="6697201" y="698500"/>
            <a:chExt cx="977095" cy="2400593"/>
          </a:xfrm>
          <a:solidFill>
            <a:srgbClr val="FFFF00"/>
          </a:solidFill>
        </p:grpSpPr>
        <p:pic>
          <p:nvPicPr>
            <p:cNvPr id="69" name="Picture 2" descr="Mano Limpiando Con Diseño De Ilustración Vectorial De Tela Ilustraciones  Svg, Vectoriales, Clip Art Vectorizado Libre De Derechos. Image 87998341.">
              <a:extLst>
                <a:ext uri="{FF2B5EF4-FFF2-40B4-BE49-F238E27FC236}">
                  <a16:creationId xmlns:a16="http://schemas.microsoft.com/office/drawing/2014/main" id="{EEEB5D56-0CBF-D4C9-09BA-5DA1CDB5B665}"/>
                </a:ext>
              </a:extLst>
            </p:cNvPr>
            <p:cNvPicPr>
              <a:picLocks noChangeAspect="1" noChangeArrowheads="1"/>
            </p:cNvPicPr>
            <p:nvPr/>
          </p:nvPicPr>
          <p:blipFill rotWithShape="1">
            <a:blip r:embed="rId12">
              <a:extLst>
                <a:ext uri="{BEBA8EAE-BF5A-486C-A8C5-ECC9F3942E4B}">
                  <a14:imgProps xmlns:a14="http://schemas.microsoft.com/office/drawing/2010/main">
                    <a14:imgLayer r:embed="rId13">
                      <a14:imgEffect>
                        <a14:backgroundRemoval t="24000" b="79308" l="10462" r="89462">
                          <a14:foregroundMark x1="10615" y1="40462" x2="29692" y2="41231"/>
                          <a14:foregroundMark x1="89462" y1="62077" x2="86154" y2="74231"/>
                          <a14:foregroundMark x1="81692" y1="78615" x2="73308" y2="76769"/>
                          <a14:foregroundMark x1="34462" y1="79308" x2="42846" y2="79308"/>
                          <a14:foregroundMark x1="77000" y1="33154" x2="75462" y2="33846"/>
                          <a14:foregroundMark x1="71077" y1="24000" x2="71077" y2="24000"/>
                          <a14:foregroundMark x1="71077" y1="24000" x2="71077" y2="24000"/>
                          <a14:foregroundMark x1="64154" y1="31308" x2="64154" y2="31308"/>
                          <a14:foregroundMark x1="64154" y1="31308" x2="64154" y2="31308"/>
                          <a14:foregroundMark x1="81692" y1="42308" x2="81692" y2="42308"/>
                          <a14:foregroundMark x1="81692" y1="42308" x2="81692" y2="42308"/>
                          <a14:foregroundMark x1="85385" y1="30538" x2="85385" y2="30538"/>
                          <a14:foregroundMark x1="85385" y1="30538" x2="85385" y2="30538"/>
                        </a14:backgroundRemoval>
                      </a14:imgEffect>
                    </a14:imgLayer>
                  </a14:imgProps>
                </a:ext>
                <a:ext uri="{28A0092B-C50C-407E-A947-70E740481C1C}">
                  <a14:useLocalDpi xmlns:a14="http://schemas.microsoft.com/office/drawing/2010/main" val="0"/>
                </a:ext>
              </a:extLst>
            </a:blip>
            <a:srcRect l="5843" t="19202" r="5072" b="16641"/>
            <a:stretch/>
          </p:blipFill>
          <p:spPr bwMode="auto">
            <a:xfrm flipH="1">
              <a:off x="6796720" y="1660771"/>
              <a:ext cx="778059" cy="601699"/>
            </a:xfrm>
            <a:prstGeom prst="rect">
              <a:avLst/>
            </a:prstGeom>
            <a:grpFill/>
          </p:spPr>
        </p:pic>
        <p:pic>
          <p:nvPicPr>
            <p:cNvPr id="70" name="Picture 4" descr="Bote de metal con ilustración de vector de pintura en aerosol en estilo de  dibujos animados | Vector Premium">
              <a:extLst>
                <a:ext uri="{FF2B5EF4-FFF2-40B4-BE49-F238E27FC236}">
                  <a16:creationId xmlns:a16="http://schemas.microsoft.com/office/drawing/2014/main" id="{84777A76-779F-65F1-D462-8FD0E2B14E8D}"/>
                </a:ext>
              </a:extLst>
            </p:cNvPr>
            <p:cNvPicPr>
              <a:picLocks noChangeAspect="1" noChangeArrowheads="1"/>
            </p:cNvPicPr>
            <p:nvPr/>
          </p:nvPicPr>
          <p:blipFill rotWithShape="1">
            <a:blip r:embed="rId14">
              <a:extLst>
                <a:ext uri="{BEBA8EAE-BF5A-486C-A8C5-ECC9F3942E4B}">
                  <a14:imgProps xmlns:a14="http://schemas.microsoft.com/office/drawing/2010/main">
                    <a14:imgLayer r:embed="rId15">
                      <a14:imgEffect>
                        <a14:backgroundRemoval t="5950" b="92700" l="32200" r="71000">
                          <a14:foregroundMark x1="52350" y1="92700" x2="61850" y2="92450"/>
                          <a14:foregroundMark x1="53550" y1="12550" x2="57350" y2="32950"/>
                          <a14:foregroundMark x1="57350" y1="32950" x2="57350" y2="32950"/>
                          <a14:foregroundMark x1="38600" y1="11850" x2="44800" y2="11600"/>
                          <a14:foregroundMark x1="32200" y1="5950" x2="44850" y2="12400"/>
                          <a14:foregroundMark x1="44850" y1="12400" x2="45500" y2="10900"/>
                          <a14:foregroundMark x1="47650" y1="11850" x2="43350" y2="10650"/>
                          <a14:foregroundMark x1="48800" y1="11400" x2="44550" y2="10650"/>
                        </a14:backgroundRemoval>
                      </a14:imgEffect>
                    </a14:imgLayer>
                  </a14:imgProps>
                </a:ext>
                <a:ext uri="{28A0092B-C50C-407E-A947-70E740481C1C}">
                  <a14:useLocalDpi xmlns:a14="http://schemas.microsoft.com/office/drawing/2010/main" val="0"/>
                </a:ext>
              </a:extLst>
            </a:blip>
            <a:srcRect l="28192" r="24204"/>
            <a:stretch/>
          </p:blipFill>
          <p:spPr bwMode="auto">
            <a:xfrm>
              <a:off x="6859959" y="698500"/>
              <a:ext cx="494497" cy="1038778"/>
            </a:xfrm>
            <a:prstGeom prst="rect">
              <a:avLst/>
            </a:prstGeom>
            <a:grpFill/>
          </p:spPr>
        </p:pic>
        <p:pic>
          <p:nvPicPr>
            <p:cNvPr id="71" name="Picture 6" descr="Atornillar #Soyvisual">
              <a:extLst>
                <a:ext uri="{FF2B5EF4-FFF2-40B4-BE49-F238E27FC236}">
                  <a16:creationId xmlns:a16="http://schemas.microsoft.com/office/drawing/2014/main" id="{E03B6D41-64C3-1653-B167-7700AF041E1F}"/>
                </a:ext>
              </a:extLst>
            </p:cNvPr>
            <p:cNvPicPr>
              <a:picLocks noChangeAspect="1" noChangeArrowheads="1"/>
            </p:cNvPicPr>
            <p:nvPr/>
          </p:nvPicPr>
          <p:blipFill rotWithShape="1">
            <a:blip r:embed="rId16">
              <a:extLst>
                <a:ext uri="{BEBA8EAE-BF5A-486C-A8C5-ECC9F3942E4B}">
                  <a14:imgProps xmlns:a14="http://schemas.microsoft.com/office/drawing/2010/main">
                    <a14:imgLayer r:embed="rId17">
                      <a14:imgEffect>
                        <a14:backgroundRemoval t="12444" b="82667" l="8000" r="84000">
                          <a14:foregroundMark x1="16889" y1="16889" x2="30667" y2="46222"/>
                          <a14:foregroundMark x1="12444" y1="12889" x2="13778" y2="37333"/>
                          <a14:foregroundMark x1="8000" y1="12444" x2="12444" y2="14667"/>
                        </a14:backgroundRemoval>
                      </a14:imgEffect>
                    </a14:imgLayer>
                  </a14:imgProps>
                </a:ext>
                <a:ext uri="{28A0092B-C50C-407E-A947-70E740481C1C}">
                  <a14:useLocalDpi xmlns:a14="http://schemas.microsoft.com/office/drawing/2010/main" val="0"/>
                </a:ext>
              </a:extLst>
            </a:blip>
            <a:srcRect l="7690" t="10655" r="6976" b="9049"/>
            <a:stretch/>
          </p:blipFill>
          <p:spPr bwMode="auto">
            <a:xfrm flipH="1" flipV="1">
              <a:off x="6697201" y="2262470"/>
              <a:ext cx="977095" cy="836623"/>
            </a:xfrm>
            <a:prstGeom prst="rect">
              <a:avLst/>
            </a:prstGeom>
            <a:grpFill/>
            <a:ln>
              <a:noFill/>
            </a:ln>
            <a:effectLst>
              <a:outerShdw blurRad="190500" algn="tl" rotWithShape="0">
                <a:srgbClr val="000000">
                  <a:alpha val="70000"/>
                </a:srgbClr>
              </a:outerShdw>
            </a:effectLst>
          </p:spPr>
        </p:pic>
      </p:grpSp>
      <p:sp>
        <p:nvSpPr>
          <p:cNvPr id="76" name="Google Shape;93;p14">
            <a:extLst>
              <a:ext uri="{FF2B5EF4-FFF2-40B4-BE49-F238E27FC236}">
                <a16:creationId xmlns:a16="http://schemas.microsoft.com/office/drawing/2014/main" id="{F3696FC7-B7A4-4022-9750-40AF722B9230}"/>
              </a:ext>
            </a:extLst>
          </p:cNvPr>
          <p:cNvSpPr txBox="1">
            <a:spLocks/>
          </p:cNvSpPr>
          <p:nvPr/>
        </p:nvSpPr>
        <p:spPr>
          <a:xfrm rot="16200000">
            <a:off x="3379011" y="2513073"/>
            <a:ext cx="2820508" cy="461457"/>
          </a:xfrm>
          <a:prstGeom prst="rect">
            <a:avLst/>
          </a:prstGeom>
          <a:solidFill>
            <a:schemeClr val="bg1"/>
          </a:solidFill>
          <a:ln w="28575">
            <a:solidFill>
              <a:schemeClr val="tx1">
                <a:lumMod val="75000"/>
              </a:schemeClr>
            </a:solid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354013" indent="-268288">
              <a:lnSpc>
                <a:spcPct val="115000"/>
              </a:lnSpc>
              <a:buNone/>
            </a:pPr>
            <a:r>
              <a:rPr lang="es-MX" sz="1400" b="1" dirty="0">
                <a:solidFill>
                  <a:schemeClr val="bg2"/>
                </a:solidFill>
                <a:effectLst/>
                <a:latin typeface="Cambria" panose="02040503050406030204" pitchFamily="18" charset="0"/>
                <a:ea typeface="Cambria" panose="02040503050406030204" pitchFamily="18" charset="0"/>
              </a:rPr>
              <a:t> </a:t>
            </a:r>
            <a:r>
              <a:rPr lang="es-MX" sz="1400" u="none" strike="noStrike" dirty="0">
                <a:solidFill>
                  <a:schemeClr val="bg2"/>
                </a:solidFill>
                <a:effectLst/>
                <a:latin typeface="Cambria" panose="02040503050406030204" pitchFamily="18" charset="0"/>
                <a:ea typeface="Cambria" panose="02040503050406030204" pitchFamily="18" charset="0"/>
              </a:rPr>
              <a:t>Inspección y limpieza y fijación</a:t>
            </a:r>
          </a:p>
        </p:txBody>
      </p:sp>
      <p:grpSp>
        <p:nvGrpSpPr>
          <p:cNvPr id="72" name="Grupo 71">
            <a:extLst>
              <a:ext uri="{FF2B5EF4-FFF2-40B4-BE49-F238E27FC236}">
                <a16:creationId xmlns:a16="http://schemas.microsoft.com/office/drawing/2014/main" id="{8E424E2D-606C-6BF5-340B-E0482FBDA9E1}"/>
              </a:ext>
            </a:extLst>
          </p:cNvPr>
          <p:cNvGrpSpPr/>
          <p:nvPr/>
        </p:nvGrpSpPr>
        <p:grpSpPr>
          <a:xfrm flipH="1">
            <a:off x="4345950" y="1543315"/>
            <a:ext cx="971645" cy="2418909"/>
            <a:chOff x="6697201" y="698500"/>
            <a:chExt cx="977095" cy="2400593"/>
          </a:xfrm>
          <a:solidFill>
            <a:srgbClr val="FFFF00"/>
          </a:solidFill>
        </p:grpSpPr>
        <p:pic>
          <p:nvPicPr>
            <p:cNvPr id="73" name="Picture 2" descr="Mano Limpiando Con Diseño De Ilustración Vectorial De Tela Ilustraciones  Svg, Vectoriales, Clip Art Vectorizado Libre De Derechos. Image 87998341.">
              <a:extLst>
                <a:ext uri="{FF2B5EF4-FFF2-40B4-BE49-F238E27FC236}">
                  <a16:creationId xmlns:a16="http://schemas.microsoft.com/office/drawing/2014/main" id="{3761F76B-E0C2-CBB1-1C68-ED3D6D43F884}"/>
                </a:ext>
              </a:extLst>
            </p:cNvPr>
            <p:cNvPicPr>
              <a:picLocks noChangeAspect="1" noChangeArrowheads="1"/>
            </p:cNvPicPr>
            <p:nvPr/>
          </p:nvPicPr>
          <p:blipFill rotWithShape="1">
            <a:blip r:embed="rId12">
              <a:extLst>
                <a:ext uri="{BEBA8EAE-BF5A-486C-A8C5-ECC9F3942E4B}">
                  <a14:imgProps xmlns:a14="http://schemas.microsoft.com/office/drawing/2010/main">
                    <a14:imgLayer r:embed="rId13">
                      <a14:imgEffect>
                        <a14:backgroundRemoval t="24000" b="79308" l="10462" r="89462">
                          <a14:foregroundMark x1="10615" y1="40462" x2="29692" y2="41231"/>
                          <a14:foregroundMark x1="89462" y1="62077" x2="86154" y2="74231"/>
                          <a14:foregroundMark x1="81692" y1="78615" x2="73308" y2="76769"/>
                          <a14:foregroundMark x1="34462" y1="79308" x2="42846" y2="79308"/>
                          <a14:foregroundMark x1="77000" y1="33154" x2="75462" y2="33846"/>
                          <a14:foregroundMark x1="71077" y1="24000" x2="71077" y2="24000"/>
                          <a14:foregroundMark x1="71077" y1="24000" x2="71077" y2="24000"/>
                          <a14:foregroundMark x1="64154" y1="31308" x2="64154" y2="31308"/>
                          <a14:foregroundMark x1="64154" y1="31308" x2="64154" y2="31308"/>
                          <a14:foregroundMark x1="81692" y1="42308" x2="81692" y2="42308"/>
                          <a14:foregroundMark x1="81692" y1="42308" x2="81692" y2="42308"/>
                          <a14:foregroundMark x1="85385" y1="30538" x2="85385" y2="30538"/>
                          <a14:foregroundMark x1="85385" y1="30538" x2="85385" y2="30538"/>
                        </a14:backgroundRemoval>
                      </a14:imgEffect>
                    </a14:imgLayer>
                  </a14:imgProps>
                </a:ext>
                <a:ext uri="{28A0092B-C50C-407E-A947-70E740481C1C}">
                  <a14:useLocalDpi xmlns:a14="http://schemas.microsoft.com/office/drawing/2010/main" val="0"/>
                </a:ext>
              </a:extLst>
            </a:blip>
            <a:srcRect l="5843" t="19202" r="5072" b="16641"/>
            <a:stretch/>
          </p:blipFill>
          <p:spPr bwMode="auto">
            <a:xfrm flipH="1">
              <a:off x="6796720" y="1660771"/>
              <a:ext cx="778059" cy="601699"/>
            </a:xfrm>
            <a:prstGeom prst="rect">
              <a:avLst/>
            </a:prstGeom>
            <a:grpFill/>
          </p:spPr>
        </p:pic>
        <p:pic>
          <p:nvPicPr>
            <p:cNvPr id="74" name="Picture 4" descr="Bote de metal con ilustración de vector de pintura en aerosol en estilo de  dibujos animados | Vector Premium">
              <a:extLst>
                <a:ext uri="{FF2B5EF4-FFF2-40B4-BE49-F238E27FC236}">
                  <a16:creationId xmlns:a16="http://schemas.microsoft.com/office/drawing/2014/main" id="{644BDBF9-9181-6C80-465F-B8F51D0A2CA1}"/>
                </a:ext>
              </a:extLst>
            </p:cNvPr>
            <p:cNvPicPr>
              <a:picLocks noChangeAspect="1" noChangeArrowheads="1"/>
            </p:cNvPicPr>
            <p:nvPr/>
          </p:nvPicPr>
          <p:blipFill rotWithShape="1">
            <a:blip r:embed="rId14">
              <a:extLst>
                <a:ext uri="{BEBA8EAE-BF5A-486C-A8C5-ECC9F3942E4B}">
                  <a14:imgProps xmlns:a14="http://schemas.microsoft.com/office/drawing/2010/main">
                    <a14:imgLayer r:embed="rId15">
                      <a14:imgEffect>
                        <a14:backgroundRemoval t="5950" b="92700" l="32200" r="71000">
                          <a14:foregroundMark x1="52350" y1="92700" x2="61850" y2="92450"/>
                          <a14:foregroundMark x1="53550" y1="12550" x2="57350" y2="32950"/>
                          <a14:foregroundMark x1="57350" y1="32950" x2="57350" y2="32950"/>
                          <a14:foregroundMark x1="38600" y1="11850" x2="44800" y2="11600"/>
                          <a14:foregroundMark x1="32200" y1="5950" x2="44850" y2="12400"/>
                          <a14:foregroundMark x1="44850" y1="12400" x2="45500" y2="10900"/>
                          <a14:foregroundMark x1="47650" y1="11850" x2="43350" y2="10650"/>
                          <a14:foregroundMark x1="48800" y1="11400" x2="44550" y2="10650"/>
                        </a14:backgroundRemoval>
                      </a14:imgEffect>
                    </a14:imgLayer>
                  </a14:imgProps>
                </a:ext>
                <a:ext uri="{28A0092B-C50C-407E-A947-70E740481C1C}">
                  <a14:useLocalDpi xmlns:a14="http://schemas.microsoft.com/office/drawing/2010/main" val="0"/>
                </a:ext>
              </a:extLst>
            </a:blip>
            <a:srcRect l="28192" r="24204"/>
            <a:stretch/>
          </p:blipFill>
          <p:spPr bwMode="auto">
            <a:xfrm>
              <a:off x="6859959" y="698500"/>
              <a:ext cx="494497" cy="1038778"/>
            </a:xfrm>
            <a:prstGeom prst="rect">
              <a:avLst/>
            </a:prstGeom>
            <a:grpFill/>
          </p:spPr>
        </p:pic>
        <p:pic>
          <p:nvPicPr>
            <p:cNvPr id="75" name="Picture 6" descr="Atornillar #Soyvisual">
              <a:extLst>
                <a:ext uri="{FF2B5EF4-FFF2-40B4-BE49-F238E27FC236}">
                  <a16:creationId xmlns:a16="http://schemas.microsoft.com/office/drawing/2014/main" id="{2C918A19-790F-F93C-5CA2-F7F7FE88ACFF}"/>
                </a:ext>
              </a:extLst>
            </p:cNvPr>
            <p:cNvPicPr>
              <a:picLocks noChangeAspect="1" noChangeArrowheads="1"/>
            </p:cNvPicPr>
            <p:nvPr/>
          </p:nvPicPr>
          <p:blipFill rotWithShape="1">
            <a:blip r:embed="rId16">
              <a:extLst>
                <a:ext uri="{BEBA8EAE-BF5A-486C-A8C5-ECC9F3942E4B}">
                  <a14:imgProps xmlns:a14="http://schemas.microsoft.com/office/drawing/2010/main">
                    <a14:imgLayer r:embed="rId17">
                      <a14:imgEffect>
                        <a14:backgroundRemoval t="12444" b="82667" l="8000" r="84000">
                          <a14:foregroundMark x1="16889" y1="16889" x2="30667" y2="46222"/>
                          <a14:foregroundMark x1="12444" y1="12889" x2="13778" y2="37333"/>
                          <a14:foregroundMark x1="8000" y1="12444" x2="12444" y2="14667"/>
                        </a14:backgroundRemoval>
                      </a14:imgEffect>
                    </a14:imgLayer>
                  </a14:imgProps>
                </a:ext>
                <a:ext uri="{28A0092B-C50C-407E-A947-70E740481C1C}">
                  <a14:useLocalDpi xmlns:a14="http://schemas.microsoft.com/office/drawing/2010/main" val="0"/>
                </a:ext>
              </a:extLst>
            </a:blip>
            <a:srcRect l="7690" t="10655" r="6976" b="9049"/>
            <a:stretch/>
          </p:blipFill>
          <p:spPr bwMode="auto">
            <a:xfrm flipH="1" flipV="1">
              <a:off x="6697201" y="2262470"/>
              <a:ext cx="977095" cy="836623"/>
            </a:xfrm>
            <a:prstGeom prst="rect">
              <a:avLst/>
            </a:prstGeom>
            <a:grpFill/>
            <a:ln>
              <a:noFill/>
            </a:ln>
            <a:effectLst>
              <a:outerShdw blurRad="190500" algn="tl" rotWithShape="0">
                <a:srgbClr val="000000">
                  <a:alpha val="70000"/>
                </a:srgbClr>
              </a:outerShdw>
            </a:effectLst>
          </p:spPr>
        </p:pic>
      </p:grpSp>
      <p:sp>
        <p:nvSpPr>
          <p:cNvPr id="77" name="Google Shape;93;p14">
            <a:extLst>
              <a:ext uri="{FF2B5EF4-FFF2-40B4-BE49-F238E27FC236}">
                <a16:creationId xmlns:a16="http://schemas.microsoft.com/office/drawing/2014/main" id="{F62DB246-028C-B0B5-D2F7-8389EC5BBC3B}"/>
              </a:ext>
            </a:extLst>
          </p:cNvPr>
          <p:cNvSpPr txBox="1">
            <a:spLocks/>
          </p:cNvSpPr>
          <p:nvPr/>
        </p:nvSpPr>
        <p:spPr>
          <a:xfrm rot="16200000">
            <a:off x="5787495" y="2510118"/>
            <a:ext cx="2820508" cy="461457"/>
          </a:xfrm>
          <a:prstGeom prst="rect">
            <a:avLst/>
          </a:prstGeom>
          <a:solidFill>
            <a:schemeClr val="bg1"/>
          </a:solidFill>
          <a:ln w="28575">
            <a:solidFill>
              <a:schemeClr val="tx1">
                <a:lumMod val="75000"/>
              </a:schemeClr>
            </a:solid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354013" indent="-268288">
              <a:lnSpc>
                <a:spcPct val="115000"/>
              </a:lnSpc>
              <a:buNone/>
            </a:pPr>
            <a:r>
              <a:rPr lang="es-MX" sz="1400" b="1" dirty="0">
                <a:solidFill>
                  <a:schemeClr val="bg2"/>
                </a:solidFill>
                <a:effectLst/>
                <a:latin typeface="Cambria" panose="02040503050406030204" pitchFamily="18" charset="0"/>
                <a:ea typeface="Cambria" panose="02040503050406030204" pitchFamily="18" charset="0"/>
              </a:rPr>
              <a:t> </a:t>
            </a:r>
            <a:r>
              <a:rPr lang="es-MX" sz="1400" u="none" strike="noStrike" dirty="0">
                <a:solidFill>
                  <a:schemeClr val="bg2"/>
                </a:solidFill>
                <a:effectLst/>
                <a:latin typeface="Cambria" panose="02040503050406030204" pitchFamily="18" charset="0"/>
                <a:ea typeface="Cambria" panose="02040503050406030204" pitchFamily="18" charset="0"/>
              </a:rPr>
              <a:t>Inspección y limpieza y fijación</a:t>
            </a:r>
          </a:p>
        </p:txBody>
      </p:sp>
      <p:grpSp>
        <p:nvGrpSpPr>
          <p:cNvPr id="78" name="Grupo 77">
            <a:extLst>
              <a:ext uri="{FF2B5EF4-FFF2-40B4-BE49-F238E27FC236}">
                <a16:creationId xmlns:a16="http://schemas.microsoft.com/office/drawing/2014/main" id="{FF827F2D-5260-D006-BFD3-F5BD766BB93A}"/>
              </a:ext>
            </a:extLst>
          </p:cNvPr>
          <p:cNvGrpSpPr/>
          <p:nvPr/>
        </p:nvGrpSpPr>
        <p:grpSpPr>
          <a:xfrm flipH="1">
            <a:off x="6605849" y="1627067"/>
            <a:ext cx="971645" cy="2418909"/>
            <a:chOff x="6697201" y="698500"/>
            <a:chExt cx="977095" cy="2400593"/>
          </a:xfrm>
          <a:solidFill>
            <a:srgbClr val="FFFF00"/>
          </a:solidFill>
        </p:grpSpPr>
        <p:pic>
          <p:nvPicPr>
            <p:cNvPr id="79" name="Picture 2" descr="Mano Limpiando Con Diseño De Ilustración Vectorial De Tela Ilustraciones  Svg, Vectoriales, Clip Art Vectorizado Libre De Derechos. Image 87998341.">
              <a:extLst>
                <a:ext uri="{FF2B5EF4-FFF2-40B4-BE49-F238E27FC236}">
                  <a16:creationId xmlns:a16="http://schemas.microsoft.com/office/drawing/2014/main" id="{F8E3388D-EC22-B4B2-AE2E-C0435A14D71D}"/>
                </a:ext>
              </a:extLst>
            </p:cNvPr>
            <p:cNvPicPr>
              <a:picLocks noChangeAspect="1" noChangeArrowheads="1"/>
            </p:cNvPicPr>
            <p:nvPr/>
          </p:nvPicPr>
          <p:blipFill rotWithShape="1">
            <a:blip r:embed="rId12">
              <a:extLst>
                <a:ext uri="{BEBA8EAE-BF5A-486C-A8C5-ECC9F3942E4B}">
                  <a14:imgProps xmlns:a14="http://schemas.microsoft.com/office/drawing/2010/main">
                    <a14:imgLayer r:embed="rId13">
                      <a14:imgEffect>
                        <a14:backgroundRemoval t="24000" b="79308" l="10462" r="89462">
                          <a14:foregroundMark x1="10615" y1="40462" x2="29692" y2="41231"/>
                          <a14:foregroundMark x1="89462" y1="62077" x2="86154" y2="74231"/>
                          <a14:foregroundMark x1="81692" y1="78615" x2="73308" y2="76769"/>
                          <a14:foregroundMark x1="34462" y1="79308" x2="42846" y2="79308"/>
                          <a14:foregroundMark x1="77000" y1="33154" x2="75462" y2="33846"/>
                          <a14:foregroundMark x1="71077" y1="24000" x2="71077" y2="24000"/>
                          <a14:foregroundMark x1="71077" y1="24000" x2="71077" y2="24000"/>
                          <a14:foregroundMark x1="64154" y1="31308" x2="64154" y2="31308"/>
                          <a14:foregroundMark x1="64154" y1="31308" x2="64154" y2="31308"/>
                          <a14:foregroundMark x1="81692" y1="42308" x2="81692" y2="42308"/>
                          <a14:foregroundMark x1="81692" y1="42308" x2="81692" y2="42308"/>
                          <a14:foregroundMark x1="85385" y1="30538" x2="85385" y2="30538"/>
                          <a14:foregroundMark x1="85385" y1="30538" x2="85385" y2="30538"/>
                        </a14:backgroundRemoval>
                      </a14:imgEffect>
                    </a14:imgLayer>
                  </a14:imgProps>
                </a:ext>
                <a:ext uri="{28A0092B-C50C-407E-A947-70E740481C1C}">
                  <a14:useLocalDpi xmlns:a14="http://schemas.microsoft.com/office/drawing/2010/main" val="0"/>
                </a:ext>
              </a:extLst>
            </a:blip>
            <a:srcRect l="5843" t="19202" r="5072" b="16641"/>
            <a:stretch/>
          </p:blipFill>
          <p:spPr bwMode="auto">
            <a:xfrm flipH="1">
              <a:off x="6796720" y="1660771"/>
              <a:ext cx="778059" cy="601699"/>
            </a:xfrm>
            <a:prstGeom prst="rect">
              <a:avLst/>
            </a:prstGeom>
            <a:grpFill/>
          </p:spPr>
        </p:pic>
        <p:pic>
          <p:nvPicPr>
            <p:cNvPr id="80" name="Picture 4" descr="Bote de metal con ilustración de vector de pintura en aerosol en estilo de  dibujos animados | Vector Premium">
              <a:extLst>
                <a:ext uri="{FF2B5EF4-FFF2-40B4-BE49-F238E27FC236}">
                  <a16:creationId xmlns:a16="http://schemas.microsoft.com/office/drawing/2014/main" id="{82691974-86AF-3FB5-0112-A1C9F79388EB}"/>
                </a:ext>
              </a:extLst>
            </p:cNvPr>
            <p:cNvPicPr>
              <a:picLocks noChangeAspect="1" noChangeArrowheads="1"/>
            </p:cNvPicPr>
            <p:nvPr/>
          </p:nvPicPr>
          <p:blipFill rotWithShape="1">
            <a:blip r:embed="rId14">
              <a:extLst>
                <a:ext uri="{BEBA8EAE-BF5A-486C-A8C5-ECC9F3942E4B}">
                  <a14:imgProps xmlns:a14="http://schemas.microsoft.com/office/drawing/2010/main">
                    <a14:imgLayer r:embed="rId15">
                      <a14:imgEffect>
                        <a14:backgroundRemoval t="5950" b="92700" l="32200" r="71000">
                          <a14:foregroundMark x1="52350" y1="92700" x2="61850" y2="92450"/>
                          <a14:foregroundMark x1="53550" y1="12550" x2="57350" y2="32950"/>
                          <a14:foregroundMark x1="57350" y1="32950" x2="57350" y2="32950"/>
                          <a14:foregroundMark x1="38600" y1="11850" x2="44800" y2="11600"/>
                          <a14:foregroundMark x1="32200" y1="5950" x2="44850" y2="12400"/>
                          <a14:foregroundMark x1="44850" y1="12400" x2="45500" y2="10900"/>
                          <a14:foregroundMark x1="47650" y1="11850" x2="43350" y2="10650"/>
                          <a14:foregroundMark x1="48800" y1="11400" x2="44550" y2="10650"/>
                        </a14:backgroundRemoval>
                      </a14:imgEffect>
                    </a14:imgLayer>
                  </a14:imgProps>
                </a:ext>
                <a:ext uri="{28A0092B-C50C-407E-A947-70E740481C1C}">
                  <a14:useLocalDpi xmlns:a14="http://schemas.microsoft.com/office/drawing/2010/main" val="0"/>
                </a:ext>
              </a:extLst>
            </a:blip>
            <a:srcRect l="28192" r="24204"/>
            <a:stretch/>
          </p:blipFill>
          <p:spPr bwMode="auto">
            <a:xfrm>
              <a:off x="6859959" y="698500"/>
              <a:ext cx="494497" cy="1038778"/>
            </a:xfrm>
            <a:prstGeom prst="rect">
              <a:avLst/>
            </a:prstGeom>
            <a:grpFill/>
          </p:spPr>
        </p:pic>
        <p:pic>
          <p:nvPicPr>
            <p:cNvPr id="81" name="Picture 6" descr="Atornillar #Soyvisual">
              <a:extLst>
                <a:ext uri="{FF2B5EF4-FFF2-40B4-BE49-F238E27FC236}">
                  <a16:creationId xmlns:a16="http://schemas.microsoft.com/office/drawing/2014/main" id="{65E63FEF-B413-F776-8897-AD47A689E2E7}"/>
                </a:ext>
              </a:extLst>
            </p:cNvPr>
            <p:cNvPicPr>
              <a:picLocks noChangeAspect="1" noChangeArrowheads="1"/>
            </p:cNvPicPr>
            <p:nvPr/>
          </p:nvPicPr>
          <p:blipFill rotWithShape="1">
            <a:blip r:embed="rId16">
              <a:extLst>
                <a:ext uri="{BEBA8EAE-BF5A-486C-A8C5-ECC9F3942E4B}">
                  <a14:imgProps xmlns:a14="http://schemas.microsoft.com/office/drawing/2010/main">
                    <a14:imgLayer r:embed="rId17">
                      <a14:imgEffect>
                        <a14:backgroundRemoval t="12444" b="82667" l="8000" r="84000">
                          <a14:foregroundMark x1="16889" y1="16889" x2="30667" y2="46222"/>
                          <a14:foregroundMark x1="12444" y1="12889" x2="13778" y2="37333"/>
                          <a14:foregroundMark x1="8000" y1="12444" x2="12444" y2="14667"/>
                        </a14:backgroundRemoval>
                      </a14:imgEffect>
                    </a14:imgLayer>
                  </a14:imgProps>
                </a:ext>
                <a:ext uri="{28A0092B-C50C-407E-A947-70E740481C1C}">
                  <a14:useLocalDpi xmlns:a14="http://schemas.microsoft.com/office/drawing/2010/main" val="0"/>
                </a:ext>
              </a:extLst>
            </a:blip>
            <a:srcRect l="7690" t="10655" r="6976" b="9049"/>
            <a:stretch/>
          </p:blipFill>
          <p:spPr bwMode="auto">
            <a:xfrm flipH="1" flipV="1">
              <a:off x="6697201" y="2262470"/>
              <a:ext cx="977095" cy="836623"/>
            </a:xfrm>
            <a:prstGeom prst="rect">
              <a:avLst/>
            </a:prstGeom>
            <a:grpFill/>
            <a:ln>
              <a:noFill/>
            </a:ln>
            <a:effectLst>
              <a:outerShdw blurRad="190500" algn="tl" rotWithShape="0">
                <a:srgbClr val="000000">
                  <a:alpha val="70000"/>
                </a:srgbClr>
              </a:outerShdw>
            </a:effectLst>
          </p:spPr>
        </p:pic>
      </p:grpSp>
    </p:spTree>
    <p:extLst>
      <p:ext uri="{BB962C8B-B14F-4D97-AF65-F5344CB8AC3E}">
        <p14:creationId xmlns:p14="http://schemas.microsoft.com/office/powerpoint/2010/main" val="425994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0">
                                            <p:bg/>
                                          </p:spTgt>
                                        </p:tgtEl>
                                        <p:attrNameLst>
                                          <p:attrName>style.visibility</p:attrName>
                                        </p:attrNameLst>
                                      </p:cBhvr>
                                      <p:to>
                                        <p:strVal val="visible"/>
                                      </p:to>
                                    </p:set>
                                    <p:animEffect transition="in" filter="fade">
                                      <p:cBhvr>
                                        <p:cTn id="10" dur="500"/>
                                        <p:tgtEl>
                                          <p:spTgt spid="60">
                                            <p:bg/>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0">
                                            <p:txEl>
                                              <p:pRg st="0" end="0"/>
                                            </p:txEl>
                                          </p:spTgt>
                                        </p:tgtEl>
                                        <p:attrNameLst>
                                          <p:attrName>style.visibility</p:attrName>
                                        </p:attrNameLst>
                                      </p:cBhvr>
                                      <p:to>
                                        <p:strVal val="visible"/>
                                      </p:to>
                                    </p:set>
                                    <p:animEffect transition="in" filter="fade">
                                      <p:cBhvr>
                                        <p:cTn id="15" dur="500"/>
                                        <p:tgtEl>
                                          <p:spTgt spid="6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500"/>
                                        <p:tgtEl>
                                          <p:spTgt spid="4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6"/>
                                        </p:tgtEl>
                                        <p:attrNameLst>
                                          <p:attrName>style.visibility</p:attrName>
                                        </p:attrNameLst>
                                      </p:cBhvr>
                                      <p:to>
                                        <p:strVal val="visible"/>
                                      </p:to>
                                    </p:set>
                                    <p:animEffect transition="in" filter="fade">
                                      <p:cBhvr>
                                        <p:cTn id="30" dur="500"/>
                                        <p:tgtEl>
                                          <p:spTgt spid="6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8"/>
                                        </p:tgtEl>
                                        <p:attrNameLst>
                                          <p:attrName>style.visibility</p:attrName>
                                        </p:attrNameLst>
                                      </p:cBhvr>
                                      <p:to>
                                        <p:strVal val="visible"/>
                                      </p:to>
                                    </p:set>
                                    <p:animEffect transition="in" filter="fade">
                                      <p:cBhvr>
                                        <p:cTn id="40" dur="500"/>
                                        <p:tgtEl>
                                          <p:spTgt spid="6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65"/>
                                        </p:tgtEl>
                                        <p:attrNameLst>
                                          <p:attrName>style.visibility</p:attrName>
                                        </p:attrNameLst>
                                      </p:cBhvr>
                                      <p:to>
                                        <p:strVal val="visible"/>
                                      </p:to>
                                    </p:set>
                                    <p:animEffect transition="in" filter="fade">
                                      <p:cBhvr>
                                        <p:cTn id="45" dur="500"/>
                                        <p:tgtEl>
                                          <p:spTgt spid="6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6"/>
                                        </p:tgtEl>
                                        <p:attrNameLst>
                                          <p:attrName>style.visibility</p:attrName>
                                        </p:attrNameLst>
                                      </p:cBhvr>
                                      <p:to>
                                        <p:strVal val="visible"/>
                                      </p:to>
                                    </p:set>
                                    <p:animEffect transition="in" filter="fade">
                                      <p:cBhvr>
                                        <p:cTn id="50" dur="500"/>
                                        <p:tgtEl>
                                          <p:spTgt spid="7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fade">
                                      <p:cBhvr>
                                        <p:cTn id="55" dur="500"/>
                                        <p:tgtEl>
                                          <p:spTgt spid="7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64"/>
                                        </p:tgtEl>
                                        <p:attrNameLst>
                                          <p:attrName>style.visibility</p:attrName>
                                        </p:attrNameLst>
                                      </p:cBhvr>
                                      <p:to>
                                        <p:strVal val="visible"/>
                                      </p:to>
                                    </p:set>
                                    <p:animEffect transition="in" filter="fade">
                                      <p:cBhvr>
                                        <p:cTn id="60" dur="500"/>
                                        <p:tgtEl>
                                          <p:spTgt spid="6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77"/>
                                        </p:tgtEl>
                                        <p:attrNameLst>
                                          <p:attrName>style.visibility</p:attrName>
                                        </p:attrNameLst>
                                      </p:cBhvr>
                                      <p:to>
                                        <p:strVal val="visible"/>
                                      </p:to>
                                    </p:set>
                                    <p:animEffect transition="in" filter="fade">
                                      <p:cBhvr>
                                        <p:cTn id="65" dur="500"/>
                                        <p:tgtEl>
                                          <p:spTgt spid="7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78"/>
                                        </p:tgtEl>
                                        <p:attrNameLst>
                                          <p:attrName>style.visibility</p:attrName>
                                        </p:attrNameLst>
                                      </p:cBhvr>
                                      <p:to>
                                        <p:strVal val="visible"/>
                                      </p:to>
                                    </p:set>
                                    <p:animEffect transition="in" filter="fade">
                                      <p:cBhvr>
                                        <p:cTn id="70"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9" grpId="0" animBg="1"/>
      <p:bldP spid="60" grpId="0" uiExpand="1" build="p" animBg="1"/>
      <p:bldP spid="76" grpId="0" animBg="1"/>
      <p:bldP spid="7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3" name="Google Shape;93;p14"/>
          <p:cNvSpPr txBox="1">
            <a:spLocks noGrp="1"/>
          </p:cNvSpPr>
          <p:nvPr>
            <p:ph type="body" idx="1"/>
          </p:nvPr>
        </p:nvSpPr>
        <p:spPr>
          <a:xfrm>
            <a:off x="497971" y="3325644"/>
            <a:ext cx="3927725" cy="1485740"/>
          </a:xfrm>
          <a:prstGeom prst="rect">
            <a:avLst/>
          </a:prstGeom>
          <a:solidFill>
            <a:schemeClr val="bg1"/>
          </a:solidFill>
          <a:ln w="28575">
            <a:solidFill>
              <a:srgbClr val="FF0066"/>
            </a:solidFill>
          </a:ln>
        </p:spPr>
        <p:txBody>
          <a:bodyPr spcFirstLastPara="1" wrap="square" lIns="91425" tIns="91425" rIns="91425" bIns="91425" anchor="t" anchorCtr="0">
            <a:normAutofit lnSpcReduction="10000"/>
          </a:bodyPr>
          <a:lstStyle/>
          <a:p>
            <a:pPr marL="146050" indent="0">
              <a:buNone/>
            </a:pPr>
            <a:r>
              <a:rPr lang="es-MX" sz="1700" b="1" i="0" u="none" strike="noStrike" spc="-50" dirty="0">
                <a:solidFill>
                  <a:srgbClr val="000000"/>
                </a:solidFill>
                <a:effectLst/>
                <a:latin typeface="Cambria" panose="02040503050406030204" pitchFamily="18" charset="0"/>
                <a:ea typeface="Cambria" panose="02040503050406030204" pitchFamily="18" charset="0"/>
              </a:rPr>
              <a:t>Observaciones:</a:t>
            </a:r>
          </a:p>
          <a:p>
            <a:pPr marL="146050" indent="0" algn="just">
              <a:buNone/>
            </a:pPr>
            <a:r>
              <a:rPr lang="es-MX" sz="1600" spc="-50" dirty="0">
                <a:solidFill>
                  <a:schemeClr val="bg2">
                    <a:lumMod val="75000"/>
                    <a:lumOff val="25000"/>
                  </a:schemeClr>
                </a:solidFill>
                <a:effectLst/>
                <a:latin typeface="Cambria" panose="02040503050406030204" pitchFamily="18" charset="0"/>
                <a:ea typeface="Cambria" panose="02040503050406030204" pitchFamily="18" charset="0"/>
              </a:rPr>
              <a:t>Encontramos un desgaste en los solenoides, este desgaste es mecánico. Por lo pronto los transductores de esta unidad se encuentran funcionando correctamente.</a:t>
            </a:r>
            <a:endParaRPr sz="1000" spc="-50" dirty="0">
              <a:solidFill>
                <a:schemeClr val="bg2">
                  <a:lumMod val="75000"/>
                  <a:lumOff val="25000"/>
                </a:schemeClr>
              </a:solidFill>
              <a:latin typeface="Cambria" panose="02040503050406030204" pitchFamily="18" charset="0"/>
              <a:ea typeface="Cambria" panose="02040503050406030204" pitchFamily="18" charset="0"/>
            </a:endParaRPr>
          </a:p>
        </p:txBody>
      </p:sp>
      <p:sp>
        <p:nvSpPr>
          <p:cNvPr id="17" name="Google Shape;92;p14">
            <a:extLst>
              <a:ext uri="{FF2B5EF4-FFF2-40B4-BE49-F238E27FC236}">
                <a16:creationId xmlns:a16="http://schemas.microsoft.com/office/drawing/2014/main" id="{57F99EE0-8021-18AA-A4CF-C2EE3E2E30ED}"/>
              </a:ext>
            </a:extLst>
          </p:cNvPr>
          <p:cNvSpPr txBox="1">
            <a:spLocks/>
          </p:cNvSpPr>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s-419" sz="2400" dirty="0">
                <a:solidFill>
                  <a:schemeClr val="accent6">
                    <a:lumMod val="25000"/>
                  </a:schemeClr>
                </a:solidFill>
              </a:rPr>
              <a:t>1. Unidad de Alimentación</a:t>
            </a:r>
          </a:p>
        </p:txBody>
      </p:sp>
      <p:pic>
        <p:nvPicPr>
          <p:cNvPr id="16" name="Imagen 15">
            <a:extLst>
              <a:ext uri="{FF2B5EF4-FFF2-40B4-BE49-F238E27FC236}">
                <a16:creationId xmlns:a16="http://schemas.microsoft.com/office/drawing/2014/main" id="{FFD93612-6C56-56A9-AD1E-970B6F3E44A4}"/>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15833" b="85556" l="49144" r="81336">
                        <a14:foregroundMark x1="67466" y1="19444" x2="66267" y2="19444"/>
                        <a14:foregroundMark x1="80308" y1="74444" x2="76884" y2="74444"/>
                        <a14:foregroundMark x1="65753" y1="83333" x2="72260" y2="73333"/>
                        <a14:foregroundMark x1="51199" y1="71944" x2="54623" y2="71944"/>
                        <a14:foregroundMark x1="64726" y1="60833" x2="64726" y2="56944"/>
                        <a14:foregroundMark x1="52055" y1="82500" x2="58562" y2="82500"/>
                        <a14:foregroundMark x1="58562" y1="82500" x2="70034" y2="82222"/>
                        <a14:foregroundMark x1="70034" y1="82222" x2="75000" y2="83056"/>
                        <a14:foregroundMark x1="62329" y1="84722" x2="69007" y2="85833"/>
                        <a14:foregroundMark x1="70377" y1="85000" x2="79110" y2="78889"/>
                        <a14:foregroundMark x1="79623" y1="78611" x2="79623" y2="74167"/>
                        <a14:foregroundMark x1="79623" y1="70278" x2="77568" y2="69167"/>
                        <a14:foregroundMark x1="78767" y1="69167" x2="81336" y2="77222"/>
                        <a14:foregroundMark x1="81336" y1="77222" x2="81164" y2="78611"/>
                        <a14:foregroundMark x1="81164" y1="74444" x2="80993" y2="72500"/>
                        <a14:foregroundMark x1="56678" y1="79722" x2="49486" y2="73056"/>
                        <a14:foregroundMark x1="49486" y1="72778" x2="53767" y2="66667"/>
                        <a14:foregroundMark x1="53767" y1="66667" x2="55137" y2="65833"/>
                        <a14:foregroundMark x1="50000" y1="67778" x2="49486" y2="73333"/>
                        <a14:foregroundMark x1="60103" y1="80833" x2="65582" y2="82778"/>
                        <a14:foregroundMark x1="60616" y1="83056" x2="66781" y2="84444"/>
                        <a14:foregroundMark x1="72260" y1="86111" x2="64212" y2="86111"/>
                        <a14:foregroundMark x1="54795" y1="64167" x2="60616" y2="61111"/>
                        <a14:foregroundMark x1="60616" y1="61111" x2="64384" y2="26667"/>
                        <a14:foregroundMark x1="60274" y1="54167" x2="61815" y2="48333"/>
                        <a14:foregroundMark x1="60274" y1="48611" x2="61644" y2="56944"/>
                        <a14:foregroundMark x1="58904" y1="52778" x2="58048" y2="52500"/>
                        <a14:foregroundMark x1="58390" y1="51389" x2="60103" y2="48889"/>
                        <a14:foregroundMark x1="59247" y1="53889" x2="60616" y2="55556"/>
                        <a14:foregroundMark x1="64212" y1="44444" x2="64041" y2="48056"/>
                        <a14:foregroundMark x1="65068" y1="26389" x2="67808" y2="17222"/>
                        <a14:foregroundMark x1="67808" y1="17222" x2="69349" y2="44167"/>
                        <a14:foregroundMark x1="69178" y1="35000" x2="69007" y2="21389"/>
                        <a14:foregroundMark x1="69007" y1="21389" x2="69007" y2="20833"/>
                        <a14:foregroundMark x1="69007" y1="18611" x2="65068" y2="22778"/>
                        <a14:foregroundMark x1="65068" y1="22778" x2="69349" y2="17500"/>
                        <a14:foregroundMark x1="64726" y1="17500" x2="64555" y2="23889"/>
                        <a14:foregroundMark x1="64555" y1="17778" x2="68493" y2="15833"/>
                        <a14:foregroundMark x1="69521" y1="45556" x2="72945" y2="45833"/>
                        <a14:foregroundMark x1="72603" y1="44722" x2="69692" y2="44167"/>
                        <a14:foregroundMark x1="73459" y1="64167" x2="72945" y2="56667"/>
                        <a14:foregroundMark x1="73973" y1="62500" x2="76712" y2="59722"/>
                        <a14:foregroundMark x1="76712" y1="67809" x2="76712" y2="70000"/>
                        <a14:foregroundMark x1="76963" y1="54793" x2="77397" y2="55556"/>
                        <a14:foregroundMark x1="73573" y1="48834" x2="76728" y2="54380"/>
                        <a14:foregroundMark x1="77397" y1="55556" x2="77740" y2="56389"/>
                        <a14:backgroundMark x1="76712" y1="54444" x2="77397" y2="53056"/>
                        <a14:backgroundMark x1="73116" y1="49444" x2="74144" y2="46389"/>
                        <a14:backgroundMark x1="76712" y1="65833" x2="78938" y2="60833"/>
                      </a14:backgroundRemoval>
                    </a14:imgEffect>
                    <a14:imgEffect>
                      <a14:saturation sat="200000"/>
                    </a14:imgEffect>
                  </a14:imgLayer>
                </a14:imgProps>
              </a:ext>
            </a:extLst>
          </a:blip>
          <a:srcRect l="48898" t="11889" r="17710" b="12998"/>
          <a:stretch/>
        </p:blipFill>
        <p:spPr>
          <a:xfrm>
            <a:off x="4984626" y="347864"/>
            <a:ext cx="3927725" cy="4627867"/>
          </a:xfrm>
          <a:prstGeom prst="rect">
            <a:avLst/>
          </a:prstGeom>
        </p:spPr>
      </p:pic>
      <p:sp>
        <p:nvSpPr>
          <p:cNvPr id="20" name="Google Shape;93;p14">
            <a:extLst>
              <a:ext uri="{FF2B5EF4-FFF2-40B4-BE49-F238E27FC236}">
                <a16:creationId xmlns:a16="http://schemas.microsoft.com/office/drawing/2014/main" id="{E2B046C0-0694-BA1F-1C27-5D25A4C62BE0}"/>
              </a:ext>
            </a:extLst>
          </p:cNvPr>
          <p:cNvSpPr txBox="1">
            <a:spLocks/>
          </p:cNvSpPr>
          <p:nvPr/>
        </p:nvSpPr>
        <p:spPr>
          <a:xfrm>
            <a:off x="497971" y="746644"/>
            <a:ext cx="3927725" cy="1716140"/>
          </a:xfrm>
          <a:prstGeom prst="rect">
            <a:avLst/>
          </a:prstGeom>
          <a:solidFill>
            <a:schemeClr val="bg1"/>
          </a:solidFill>
          <a:ln w="28575">
            <a:solidFill>
              <a:schemeClr val="tx1">
                <a:lumMod val="75000"/>
              </a:schemeClr>
            </a:solid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354013" indent="-268288">
              <a:lnSpc>
                <a:spcPct val="115000"/>
              </a:lnSpc>
              <a:buNone/>
            </a:pPr>
            <a:r>
              <a:rPr lang="es-419" sz="1400" b="1" dirty="0">
                <a:solidFill>
                  <a:schemeClr val="bg2"/>
                </a:solidFill>
                <a:effectLst/>
                <a:latin typeface="Cambria" panose="02040503050406030204" pitchFamily="18" charset="0"/>
                <a:ea typeface="Cambria" panose="02040503050406030204" pitchFamily="18" charset="0"/>
              </a:rPr>
              <a:t>Actividades realizadas:</a:t>
            </a:r>
            <a:endParaRPr lang="es-BO" sz="1400" b="1" dirty="0">
              <a:solidFill>
                <a:schemeClr val="bg2"/>
              </a:solidFill>
              <a:effectLst/>
              <a:latin typeface="Cambria" panose="02040503050406030204" pitchFamily="18" charset="0"/>
              <a:ea typeface="Cambria" panose="02040503050406030204" pitchFamily="18" charset="0"/>
            </a:endParaRP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Inspección y limpieza	</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Verificación de los sensores</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Mantenimiento de los cilindros neumáticos</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Adaptación de señal</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Verificación de la regleta y las conexiones</a:t>
            </a:r>
          </a:p>
        </p:txBody>
      </p:sp>
    </p:spTree>
    <p:extLst>
      <p:ext uri="{BB962C8B-B14F-4D97-AF65-F5344CB8AC3E}">
        <p14:creationId xmlns:p14="http://schemas.microsoft.com/office/powerpoint/2010/main" val="559003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3" name="Google Shape;93;p14"/>
          <p:cNvSpPr txBox="1">
            <a:spLocks noGrp="1"/>
          </p:cNvSpPr>
          <p:nvPr>
            <p:ph type="body" idx="1"/>
          </p:nvPr>
        </p:nvSpPr>
        <p:spPr>
          <a:xfrm>
            <a:off x="497971" y="3325644"/>
            <a:ext cx="3927725" cy="1485740"/>
          </a:xfrm>
          <a:prstGeom prst="rect">
            <a:avLst/>
          </a:prstGeom>
          <a:solidFill>
            <a:schemeClr val="bg1"/>
          </a:solidFill>
          <a:ln w="28575">
            <a:solidFill>
              <a:srgbClr val="FF0066"/>
            </a:solidFill>
          </a:ln>
        </p:spPr>
        <p:txBody>
          <a:bodyPr spcFirstLastPara="1" wrap="square" lIns="91425" tIns="91425" rIns="91425" bIns="91425" anchor="t" anchorCtr="0">
            <a:normAutofit fontScale="92500" lnSpcReduction="10000"/>
          </a:bodyPr>
          <a:lstStyle/>
          <a:p>
            <a:pPr marL="146050" indent="0">
              <a:buNone/>
            </a:pPr>
            <a:r>
              <a:rPr lang="es-MX" sz="1700" b="1" i="0" u="none" strike="noStrike" spc="-50" dirty="0">
                <a:solidFill>
                  <a:srgbClr val="000000"/>
                </a:solidFill>
                <a:effectLst/>
                <a:latin typeface="Cambria" panose="02040503050406030204" pitchFamily="18" charset="0"/>
                <a:ea typeface="Cambria" panose="02040503050406030204" pitchFamily="18" charset="0"/>
              </a:rPr>
              <a:t>Observaciones:</a:t>
            </a:r>
          </a:p>
          <a:p>
            <a:pPr marL="146050" indent="0" algn="just">
              <a:buNone/>
            </a:pPr>
            <a:r>
              <a:rPr lang="es-MX" sz="1600" spc="-50" dirty="0">
                <a:solidFill>
                  <a:schemeClr val="bg2">
                    <a:lumMod val="75000"/>
                    <a:lumOff val="25000"/>
                  </a:schemeClr>
                </a:solidFill>
                <a:effectLst/>
                <a:latin typeface="Cambria" panose="02040503050406030204" pitchFamily="18" charset="0"/>
                <a:ea typeface="Cambria" panose="02040503050406030204" pitchFamily="18" charset="0"/>
              </a:rPr>
              <a:t>también se observó un desgaste en los solenoides, este desgaste es mecánico. Por lo pronto los transductores de esta unidad se encuentran funcionando correctamente.</a:t>
            </a:r>
            <a:endParaRPr sz="1000" spc="-50" dirty="0">
              <a:solidFill>
                <a:schemeClr val="bg2">
                  <a:lumMod val="75000"/>
                  <a:lumOff val="25000"/>
                </a:schemeClr>
              </a:solidFill>
              <a:latin typeface="Cambria" panose="02040503050406030204" pitchFamily="18" charset="0"/>
              <a:ea typeface="Cambria" panose="02040503050406030204" pitchFamily="18" charset="0"/>
            </a:endParaRPr>
          </a:p>
        </p:txBody>
      </p:sp>
      <p:sp>
        <p:nvSpPr>
          <p:cNvPr id="20" name="Google Shape;93;p14">
            <a:extLst>
              <a:ext uri="{FF2B5EF4-FFF2-40B4-BE49-F238E27FC236}">
                <a16:creationId xmlns:a16="http://schemas.microsoft.com/office/drawing/2014/main" id="{E2B046C0-0694-BA1F-1C27-5D25A4C62BE0}"/>
              </a:ext>
            </a:extLst>
          </p:cNvPr>
          <p:cNvSpPr txBox="1">
            <a:spLocks/>
          </p:cNvSpPr>
          <p:nvPr/>
        </p:nvSpPr>
        <p:spPr>
          <a:xfrm>
            <a:off x="497971" y="746644"/>
            <a:ext cx="3927725" cy="1716140"/>
          </a:xfrm>
          <a:prstGeom prst="rect">
            <a:avLst/>
          </a:prstGeom>
          <a:solidFill>
            <a:schemeClr val="bg1"/>
          </a:solidFill>
          <a:ln w="28575">
            <a:solidFill>
              <a:schemeClr val="tx1">
                <a:lumMod val="75000"/>
              </a:schemeClr>
            </a:solid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354013" indent="-268288">
              <a:lnSpc>
                <a:spcPct val="115000"/>
              </a:lnSpc>
              <a:buNone/>
            </a:pPr>
            <a:r>
              <a:rPr lang="es-419" sz="1400" b="1" dirty="0">
                <a:solidFill>
                  <a:schemeClr val="bg2"/>
                </a:solidFill>
                <a:effectLst/>
                <a:latin typeface="Cambria" panose="02040503050406030204" pitchFamily="18" charset="0"/>
                <a:ea typeface="Cambria" panose="02040503050406030204" pitchFamily="18" charset="0"/>
              </a:rPr>
              <a:t>Actividades realizadas:</a:t>
            </a:r>
            <a:endParaRPr lang="es-BO" sz="1400" b="1" dirty="0">
              <a:solidFill>
                <a:schemeClr val="bg2"/>
              </a:solidFill>
              <a:effectLst/>
              <a:latin typeface="Cambria" panose="02040503050406030204" pitchFamily="18" charset="0"/>
              <a:ea typeface="Cambria" panose="02040503050406030204" pitchFamily="18" charset="0"/>
            </a:endParaRP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Inspección y limpieza	</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Verificación de los sensores</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Mantenimiento de los cilindros neumáticos</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Adaptación de señal</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Verificación de la regleta y las conexiones</a:t>
            </a:r>
          </a:p>
        </p:txBody>
      </p:sp>
      <p:sp>
        <p:nvSpPr>
          <p:cNvPr id="2" name="Google Shape;92;p14">
            <a:extLst>
              <a:ext uri="{FF2B5EF4-FFF2-40B4-BE49-F238E27FC236}">
                <a16:creationId xmlns:a16="http://schemas.microsoft.com/office/drawing/2014/main" id="{EE9B54A4-EAAE-5360-B56C-20F34D3F33B0}"/>
              </a:ext>
            </a:extLst>
          </p:cNvPr>
          <p:cNvSpPr txBox="1">
            <a:spLocks/>
          </p:cNvSpPr>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s-419" sz="2400" dirty="0">
                <a:solidFill>
                  <a:schemeClr val="accent6">
                    <a:lumMod val="25000"/>
                  </a:schemeClr>
                </a:solidFill>
              </a:rPr>
              <a:t>2. Unidad de Ensamblaje</a:t>
            </a:r>
          </a:p>
        </p:txBody>
      </p:sp>
      <p:pic>
        <p:nvPicPr>
          <p:cNvPr id="3" name="Imagen 2">
            <a:extLst>
              <a:ext uri="{FF2B5EF4-FFF2-40B4-BE49-F238E27FC236}">
                <a16:creationId xmlns:a16="http://schemas.microsoft.com/office/drawing/2014/main" id="{5C758DA7-8D8A-CEF1-2C2F-0BE2567A3100}"/>
              </a:ext>
            </a:extLst>
          </p:cNvPr>
          <p:cNvPicPr>
            <a:picLocks noChangeAspect="1"/>
          </p:cNvPicPr>
          <p:nvPr/>
        </p:nvPicPr>
        <p:blipFill rotWithShape="1">
          <a:blip r:embed="rId3"/>
          <a:srcRect l="9151" r="3856"/>
          <a:stretch/>
        </p:blipFill>
        <p:spPr>
          <a:xfrm>
            <a:off x="5779135" y="746644"/>
            <a:ext cx="2866894" cy="4125335"/>
          </a:xfrm>
          <a:prstGeom prst="rect">
            <a:avLst/>
          </a:prstGeom>
        </p:spPr>
      </p:pic>
    </p:spTree>
    <p:extLst>
      <p:ext uri="{BB962C8B-B14F-4D97-AF65-F5344CB8AC3E}">
        <p14:creationId xmlns:p14="http://schemas.microsoft.com/office/powerpoint/2010/main" val="3133416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3" name="Google Shape;93;p14"/>
          <p:cNvSpPr txBox="1">
            <a:spLocks noGrp="1"/>
          </p:cNvSpPr>
          <p:nvPr>
            <p:ph type="body" idx="1"/>
          </p:nvPr>
        </p:nvSpPr>
        <p:spPr>
          <a:xfrm>
            <a:off x="497971" y="2571750"/>
            <a:ext cx="3927725" cy="2239634"/>
          </a:xfrm>
          <a:prstGeom prst="rect">
            <a:avLst/>
          </a:prstGeom>
          <a:solidFill>
            <a:schemeClr val="bg1"/>
          </a:solidFill>
          <a:ln w="28575">
            <a:solidFill>
              <a:srgbClr val="FF0066"/>
            </a:solidFill>
          </a:ln>
        </p:spPr>
        <p:txBody>
          <a:bodyPr spcFirstLastPara="1" wrap="square" lIns="91425" tIns="91425" rIns="91425" bIns="91425" anchor="t" anchorCtr="0">
            <a:normAutofit/>
          </a:bodyPr>
          <a:lstStyle/>
          <a:p>
            <a:pPr marL="146050" indent="0">
              <a:buNone/>
            </a:pPr>
            <a:r>
              <a:rPr lang="es-MX" sz="1700" b="1" i="0" u="none" strike="noStrike" spc="-50" dirty="0">
                <a:solidFill>
                  <a:srgbClr val="000000"/>
                </a:solidFill>
                <a:effectLst/>
                <a:latin typeface="Cambria" panose="02040503050406030204" pitchFamily="18" charset="0"/>
                <a:ea typeface="Cambria" panose="02040503050406030204" pitchFamily="18" charset="0"/>
              </a:rPr>
              <a:t>Observaciones:</a:t>
            </a:r>
          </a:p>
          <a:p>
            <a:pPr marL="146050" indent="0" algn="just">
              <a:buNone/>
            </a:pPr>
            <a:r>
              <a:rPr lang="es-MX" sz="1600" spc="-50" dirty="0">
                <a:solidFill>
                  <a:schemeClr val="bg2">
                    <a:lumMod val="75000"/>
                    <a:lumOff val="25000"/>
                  </a:schemeClr>
                </a:solidFill>
                <a:effectLst/>
                <a:latin typeface="Cambria" panose="02040503050406030204" pitchFamily="18" charset="0"/>
                <a:ea typeface="Cambria" panose="02040503050406030204" pitchFamily="18" charset="0"/>
              </a:rPr>
              <a:t>también se observó un desgaste en los solenoide #2, este desgaste es mecánico. Recomendamos reemplazar en un corto plazo este solenoide para que no presente fallas en proyectos futuros al utilizar esta unidad. </a:t>
            </a:r>
          </a:p>
          <a:p>
            <a:pPr marL="146050" indent="0" algn="just">
              <a:buNone/>
            </a:pPr>
            <a:endParaRPr sz="1000" spc="-50" dirty="0">
              <a:solidFill>
                <a:schemeClr val="bg2">
                  <a:lumMod val="75000"/>
                  <a:lumOff val="25000"/>
                </a:schemeClr>
              </a:solidFill>
              <a:latin typeface="Cambria" panose="02040503050406030204" pitchFamily="18" charset="0"/>
              <a:ea typeface="Cambria" panose="02040503050406030204" pitchFamily="18" charset="0"/>
            </a:endParaRPr>
          </a:p>
        </p:txBody>
      </p:sp>
      <p:sp>
        <p:nvSpPr>
          <p:cNvPr id="20" name="Google Shape;93;p14">
            <a:extLst>
              <a:ext uri="{FF2B5EF4-FFF2-40B4-BE49-F238E27FC236}">
                <a16:creationId xmlns:a16="http://schemas.microsoft.com/office/drawing/2014/main" id="{E2B046C0-0694-BA1F-1C27-5D25A4C62BE0}"/>
              </a:ext>
            </a:extLst>
          </p:cNvPr>
          <p:cNvSpPr txBox="1">
            <a:spLocks/>
          </p:cNvSpPr>
          <p:nvPr/>
        </p:nvSpPr>
        <p:spPr>
          <a:xfrm>
            <a:off x="497971" y="746644"/>
            <a:ext cx="3927725" cy="1716140"/>
          </a:xfrm>
          <a:prstGeom prst="rect">
            <a:avLst/>
          </a:prstGeom>
          <a:solidFill>
            <a:schemeClr val="bg1"/>
          </a:solidFill>
          <a:ln w="28575">
            <a:solidFill>
              <a:schemeClr val="tx1">
                <a:lumMod val="75000"/>
              </a:schemeClr>
            </a:solid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354013" indent="-268288">
              <a:lnSpc>
                <a:spcPct val="115000"/>
              </a:lnSpc>
              <a:buNone/>
            </a:pPr>
            <a:r>
              <a:rPr lang="es-419" sz="1400" b="1" dirty="0">
                <a:solidFill>
                  <a:schemeClr val="bg2"/>
                </a:solidFill>
                <a:effectLst/>
                <a:latin typeface="Cambria" panose="02040503050406030204" pitchFamily="18" charset="0"/>
                <a:ea typeface="Cambria" panose="02040503050406030204" pitchFamily="18" charset="0"/>
              </a:rPr>
              <a:t>Actividades realizadas:</a:t>
            </a:r>
            <a:endParaRPr lang="es-BO" sz="1400" b="1" dirty="0">
              <a:solidFill>
                <a:schemeClr val="bg2"/>
              </a:solidFill>
              <a:effectLst/>
              <a:latin typeface="Cambria" panose="02040503050406030204" pitchFamily="18" charset="0"/>
              <a:ea typeface="Cambria" panose="02040503050406030204" pitchFamily="18" charset="0"/>
            </a:endParaRP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Inspección y limpieza	</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Verificación de los sensores</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Mantenimiento de los cilindros neumáticos</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Adaptación de señal</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Verificación de la regleta y las conexiones</a:t>
            </a:r>
          </a:p>
        </p:txBody>
      </p:sp>
      <p:sp>
        <p:nvSpPr>
          <p:cNvPr id="4" name="Google Shape;92;p14">
            <a:extLst>
              <a:ext uri="{FF2B5EF4-FFF2-40B4-BE49-F238E27FC236}">
                <a16:creationId xmlns:a16="http://schemas.microsoft.com/office/drawing/2014/main" id="{8A7E7E77-C816-F56E-7DBC-AC0B85676A68}"/>
              </a:ext>
            </a:extLst>
          </p:cNvPr>
          <p:cNvSpPr txBox="1">
            <a:spLocks/>
          </p:cNvSpPr>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s-419" sz="2400" dirty="0">
                <a:solidFill>
                  <a:schemeClr val="accent6">
                    <a:lumMod val="25000"/>
                  </a:schemeClr>
                </a:solidFill>
              </a:rPr>
              <a:t>3. Unidad de Procesamiento</a:t>
            </a:r>
          </a:p>
        </p:txBody>
      </p:sp>
      <p:pic>
        <p:nvPicPr>
          <p:cNvPr id="5" name="Imagen 4">
            <a:extLst>
              <a:ext uri="{FF2B5EF4-FFF2-40B4-BE49-F238E27FC236}">
                <a16:creationId xmlns:a16="http://schemas.microsoft.com/office/drawing/2014/main" id="{202BC95C-37CA-3DBE-CDF7-69E3C3A10767}"/>
              </a:ext>
            </a:extLst>
          </p:cNvPr>
          <p:cNvPicPr>
            <a:picLocks noChangeAspect="1"/>
          </p:cNvPicPr>
          <p:nvPr/>
        </p:nvPicPr>
        <p:blipFill rotWithShape="1">
          <a:blip r:embed="rId3">
            <a:extLst>
              <a:ext uri="{BEBA8EAE-BF5A-486C-A8C5-ECC9F3942E4B}">
                <a14:imgProps xmlns:a14="http://schemas.microsoft.com/office/drawing/2010/main">
                  <a14:imgLayer r:embed="rId4">
                    <a14:imgEffect>
                      <a14:colorTemperature colorTemp="7200"/>
                    </a14:imgEffect>
                  </a14:imgLayer>
                </a14:imgProps>
              </a:ext>
            </a:extLst>
          </a:blip>
          <a:srcRect l="3585"/>
          <a:stretch/>
        </p:blipFill>
        <p:spPr>
          <a:xfrm>
            <a:off x="5907278" y="494169"/>
            <a:ext cx="3139186" cy="2888302"/>
          </a:xfrm>
          <a:prstGeom prst="rect">
            <a:avLst/>
          </a:prstGeom>
        </p:spPr>
      </p:pic>
      <p:pic>
        <p:nvPicPr>
          <p:cNvPr id="6" name="Imagen 5">
            <a:extLst>
              <a:ext uri="{FF2B5EF4-FFF2-40B4-BE49-F238E27FC236}">
                <a16:creationId xmlns:a16="http://schemas.microsoft.com/office/drawing/2014/main" id="{DAF3740A-5D09-D318-3883-CAE738689E97}"/>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ackgroundRemoval t="30938" b="58500" l="20190" r="91057">
                        <a14:foregroundMark x1="57995" y1="33188" x2="58130" y2="43063"/>
                        <a14:foregroundMark x1="58130" y1="43063" x2="90786" y2="47625"/>
                        <a14:foregroundMark x1="90786" y1="47625" x2="72764" y2="43063"/>
                        <a14:foregroundMark x1="72764" y1="43063" x2="40379" y2="46938"/>
                        <a14:foregroundMark x1="40379" y1="46938" x2="26558" y2="45375"/>
                        <a14:foregroundMark x1="26558" y1="45375" x2="40244" y2="48125"/>
                        <a14:foregroundMark x1="40244" y1="48125" x2="39702" y2="49938"/>
                        <a14:foregroundMark x1="25610" y1="52812" x2="49322" y2="53063"/>
                        <a14:foregroundMark x1="49322" y1="53063" x2="76423" y2="52125"/>
                        <a14:foregroundMark x1="76423" y1="52125" x2="88211" y2="48438"/>
                        <a14:foregroundMark x1="88211" y1="48438" x2="88211" y2="48188"/>
                        <a14:foregroundMark x1="90786" y1="53312" x2="72493" y2="53438"/>
                        <a14:foregroundMark x1="52981" y1="58562" x2="68564" y2="58500"/>
                        <a14:foregroundMark x1="68564" y1="58500" x2="69377" y2="58375"/>
                        <a14:foregroundMark x1="20461" y1="48938" x2="21409" y2="43313"/>
                        <a14:foregroundMark x1="21409" y1="43313" x2="48645" y2="39750"/>
                        <a14:foregroundMark x1="48645" y1="39750" x2="72900" y2="39938"/>
                        <a14:foregroundMark x1="22764" y1="39125" x2="41057" y2="39125"/>
                        <a14:foregroundMark x1="55014" y1="31625" x2="54607" y2="35125"/>
                        <a14:foregroundMark x1="46612" y1="32688" x2="47425" y2="36188"/>
                        <a14:foregroundMark x1="46612" y1="32375" x2="46612" y2="36625"/>
                        <a14:foregroundMark x1="37669" y1="34250" x2="32927" y2="36500"/>
                        <a14:foregroundMark x1="33198" y1="35438" x2="40650" y2="32688"/>
                        <a14:foregroundMark x1="61247" y1="31375" x2="61247" y2="31375"/>
                        <a14:foregroundMark x1="60569" y1="31688" x2="53117" y2="31938"/>
                        <a14:foregroundMark x1="52439" y1="30938" x2="55691" y2="31063"/>
                        <a14:foregroundMark x1="29675" y1="43813" x2="49051" y2="45313"/>
                        <a14:foregroundMark x1="49051" y1="45313" x2="49458" y2="45500"/>
                        <a14:foregroundMark x1="30217" y1="48813" x2="40244" y2="51875"/>
                        <a14:foregroundMark x1="40244" y1="51875" x2="40650" y2="51812"/>
                        <a14:foregroundMark x1="24390" y1="54438" x2="23442" y2="49250"/>
                        <a14:foregroundMark x1="30217" y1="45000" x2="36450" y2="44438"/>
                        <a14:foregroundMark x1="20190" y1="53688" x2="22087" y2="55375"/>
                        <a14:foregroundMark x1="78320" y1="54438" x2="90379" y2="54000"/>
                        <a14:foregroundMark x1="90379" y1="54000" x2="91057" y2="54000"/>
                        <a14:foregroundMark x1="70867" y1="49938" x2="76152" y2="47125"/>
                        <a14:foregroundMark x1="60434" y1="31813" x2="62737" y2="32375"/>
                        <a14:foregroundMark x1="45257" y1="34625" x2="45528" y2="37500"/>
                        <a14:foregroundMark x1="44986" y1="36438" x2="44851" y2="37625"/>
                        <a14:foregroundMark x1="44173" y1="36750" x2="44173" y2="38438"/>
                        <a14:foregroundMark x1="46883" y1="54625" x2="66938" y2="54313"/>
                      </a14:backgroundRemoval>
                    </a14:imgEffect>
                  </a14:imgLayer>
                </a14:imgProps>
              </a:ext>
              <a:ext uri="{28A0092B-C50C-407E-A947-70E740481C1C}">
                <a14:useLocalDpi xmlns:a14="http://schemas.microsoft.com/office/drawing/2010/main" val="0"/>
              </a:ext>
            </a:extLst>
          </a:blip>
          <a:srcRect l="17186" t="29777" r="6875" b="39588"/>
          <a:stretch/>
        </p:blipFill>
        <p:spPr bwMode="auto">
          <a:xfrm>
            <a:off x="5907278" y="3220789"/>
            <a:ext cx="1938020" cy="1695450"/>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
        <p:nvSpPr>
          <p:cNvPr id="7" name="Rectángulo 6">
            <a:extLst>
              <a:ext uri="{FF2B5EF4-FFF2-40B4-BE49-F238E27FC236}">
                <a16:creationId xmlns:a16="http://schemas.microsoft.com/office/drawing/2014/main" id="{93854E76-F0B4-72D4-82D7-311838C94F83}"/>
              </a:ext>
            </a:extLst>
          </p:cNvPr>
          <p:cNvSpPr/>
          <p:nvPr/>
        </p:nvSpPr>
        <p:spPr>
          <a:xfrm>
            <a:off x="6876288" y="3868282"/>
            <a:ext cx="266700" cy="781050"/>
          </a:xfrm>
          <a:prstGeom prst="rect">
            <a:avLst/>
          </a:prstGeom>
          <a:noFill/>
          <a:ln w="28575">
            <a:solidFill>
              <a:srgbClr val="FF0000"/>
            </a:solidFill>
          </a:ln>
          <a:effectLst>
            <a:glow rad="101600">
              <a:srgbClr val="FFC000">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BO">
              <a:effectLst>
                <a:glow rad="101600">
                  <a:srgbClr val="FFC000">
                    <a:alpha val="60000"/>
                  </a:srgbClr>
                </a:glow>
              </a:effectLst>
            </a:endParaRPr>
          </a:p>
        </p:txBody>
      </p:sp>
    </p:spTree>
    <p:extLst>
      <p:ext uri="{BB962C8B-B14F-4D97-AF65-F5344CB8AC3E}">
        <p14:creationId xmlns:p14="http://schemas.microsoft.com/office/powerpoint/2010/main" val="64345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3" name="Google Shape;93;p14"/>
          <p:cNvSpPr txBox="1">
            <a:spLocks noGrp="1"/>
          </p:cNvSpPr>
          <p:nvPr>
            <p:ph type="body" idx="1"/>
          </p:nvPr>
        </p:nvSpPr>
        <p:spPr>
          <a:xfrm>
            <a:off x="497971" y="3325644"/>
            <a:ext cx="3927725" cy="1485740"/>
          </a:xfrm>
          <a:prstGeom prst="rect">
            <a:avLst/>
          </a:prstGeom>
          <a:solidFill>
            <a:schemeClr val="bg1"/>
          </a:solidFill>
          <a:ln w="28575">
            <a:solidFill>
              <a:srgbClr val="FF0066"/>
            </a:solidFill>
          </a:ln>
        </p:spPr>
        <p:txBody>
          <a:bodyPr spcFirstLastPara="1" wrap="square" lIns="91425" tIns="91425" rIns="91425" bIns="91425" anchor="t" anchorCtr="0">
            <a:normAutofit fontScale="92500" lnSpcReduction="10000"/>
          </a:bodyPr>
          <a:lstStyle/>
          <a:p>
            <a:pPr marL="146050" indent="0">
              <a:buNone/>
            </a:pPr>
            <a:r>
              <a:rPr lang="es-MX" sz="1700" b="1" i="0" u="none" strike="noStrike" spc="-50" dirty="0">
                <a:solidFill>
                  <a:srgbClr val="000000"/>
                </a:solidFill>
                <a:effectLst/>
                <a:latin typeface="Cambria" panose="02040503050406030204" pitchFamily="18" charset="0"/>
                <a:ea typeface="Cambria" panose="02040503050406030204" pitchFamily="18" charset="0"/>
              </a:rPr>
              <a:t>Observaciones:</a:t>
            </a:r>
          </a:p>
          <a:p>
            <a:pPr marL="146050" indent="0" algn="just">
              <a:buNone/>
            </a:pPr>
            <a:r>
              <a:rPr lang="es-MX" sz="1600" spc="-50" dirty="0">
                <a:solidFill>
                  <a:schemeClr val="bg2">
                    <a:lumMod val="75000"/>
                    <a:lumOff val="25000"/>
                  </a:schemeClr>
                </a:solidFill>
                <a:effectLst/>
                <a:latin typeface="Cambria" panose="02040503050406030204" pitchFamily="18" charset="0"/>
                <a:ea typeface="Cambria" panose="02040503050406030204" pitchFamily="18" charset="0"/>
              </a:rPr>
              <a:t>también se observó un desgaste en los solenoides, este desgaste es mecánico. Por lo pronto los transductores de esta unidad se encuentran funcionando correctamente.</a:t>
            </a:r>
            <a:endParaRPr sz="1000" spc="-50" dirty="0">
              <a:solidFill>
                <a:schemeClr val="bg2">
                  <a:lumMod val="75000"/>
                  <a:lumOff val="25000"/>
                </a:schemeClr>
              </a:solidFill>
              <a:latin typeface="Cambria" panose="02040503050406030204" pitchFamily="18" charset="0"/>
              <a:ea typeface="Cambria" panose="02040503050406030204" pitchFamily="18" charset="0"/>
            </a:endParaRPr>
          </a:p>
        </p:txBody>
      </p:sp>
      <p:sp>
        <p:nvSpPr>
          <p:cNvPr id="20" name="Google Shape;93;p14">
            <a:extLst>
              <a:ext uri="{FF2B5EF4-FFF2-40B4-BE49-F238E27FC236}">
                <a16:creationId xmlns:a16="http://schemas.microsoft.com/office/drawing/2014/main" id="{E2B046C0-0694-BA1F-1C27-5D25A4C62BE0}"/>
              </a:ext>
            </a:extLst>
          </p:cNvPr>
          <p:cNvSpPr txBox="1">
            <a:spLocks/>
          </p:cNvSpPr>
          <p:nvPr/>
        </p:nvSpPr>
        <p:spPr>
          <a:xfrm>
            <a:off x="497971" y="746644"/>
            <a:ext cx="3927725" cy="2337932"/>
          </a:xfrm>
          <a:prstGeom prst="rect">
            <a:avLst/>
          </a:prstGeom>
          <a:solidFill>
            <a:schemeClr val="bg1"/>
          </a:solidFill>
          <a:ln w="28575">
            <a:solidFill>
              <a:schemeClr val="tx1">
                <a:lumMod val="75000"/>
              </a:schemeClr>
            </a:solid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354013" indent="-268288">
              <a:lnSpc>
                <a:spcPct val="115000"/>
              </a:lnSpc>
              <a:buNone/>
            </a:pPr>
            <a:r>
              <a:rPr lang="es-419" sz="1400" b="1" dirty="0">
                <a:solidFill>
                  <a:schemeClr val="bg2"/>
                </a:solidFill>
                <a:effectLst/>
                <a:latin typeface="Cambria" panose="02040503050406030204" pitchFamily="18" charset="0"/>
                <a:ea typeface="Cambria" panose="02040503050406030204" pitchFamily="18" charset="0"/>
              </a:rPr>
              <a:t>Actividades realizadas:</a:t>
            </a:r>
            <a:endParaRPr lang="es-BO" sz="1400" b="1" dirty="0">
              <a:solidFill>
                <a:schemeClr val="bg2"/>
              </a:solidFill>
              <a:effectLst/>
              <a:latin typeface="Cambria" panose="02040503050406030204" pitchFamily="18" charset="0"/>
              <a:ea typeface="Cambria" panose="02040503050406030204" pitchFamily="18" charset="0"/>
            </a:endParaRP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Inspección y limpieza	</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Verificación de los sensores</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Mantenimiento de los cilindros neumáticos</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Adaptación de señal</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Verificación de la regleta y las conexiones</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Verificación del variador de frecuencia</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Mantenimiento del motor trifásico:</a:t>
            </a:r>
          </a:p>
        </p:txBody>
      </p:sp>
      <p:sp>
        <p:nvSpPr>
          <p:cNvPr id="2" name="Google Shape;92;p14">
            <a:extLst>
              <a:ext uri="{FF2B5EF4-FFF2-40B4-BE49-F238E27FC236}">
                <a16:creationId xmlns:a16="http://schemas.microsoft.com/office/drawing/2014/main" id="{FE832751-06AB-EA5E-6C87-A1454B674BB1}"/>
              </a:ext>
            </a:extLst>
          </p:cNvPr>
          <p:cNvSpPr txBox="1">
            <a:spLocks/>
          </p:cNvSpPr>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s-419" sz="2400" dirty="0">
                <a:solidFill>
                  <a:schemeClr val="accent6">
                    <a:lumMod val="25000"/>
                  </a:schemeClr>
                </a:solidFill>
              </a:rPr>
              <a:t>4. Unidad de Selección</a:t>
            </a:r>
          </a:p>
        </p:txBody>
      </p:sp>
      <p:pic>
        <p:nvPicPr>
          <p:cNvPr id="3" name="Imagen 2">
            <a:extLst>
              <a:ext uri="{FF2B5EF4-FFF2-40B4-BE49-F238E27FC236}">
                <a16:creationId xmlns:a16="http://schemas.microsoft.com/office/drawing/2014/main" id="{8537FE5E-669B-B3C6-024F-C41013701223}"/>
              </a:ext>
            </a:extLst>
          </p:cNvPr>
          <p:cNvPicPr>
            <a:picLocks noChangeAspect="1"/>
          </p:cNvPicPr>
          <p:nvPr/>
        </p:nvPicPr>
        <p:blipFill>
          <a:blip r:embed="rId3"/>
          <a:stretch>
            <a:fillRect/>
          </a:stretch>
        </p:blipFill>
        <p:spPr>
          <a:xfrm>
            <a:off x="4807807" y="1503595"/>
            <a:ext cx="3838222" cy="2823041"/>
          </a:xfrm>
          <a:prstGeom prst="rect">
            <a:avLst/>
          </a:prstGeom>
        </p:spPr>
      </p:pic>
    </p:spTree>
    <p:extLst>
      <p:ext uri="{BB962C8B-B14F-4D97-AF65-F5344CB8AC3E}">
        <p14:creationId xmlns:p14="http://schemas.microsoft.com/office/powerpoint/2010/main" val="2129903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3" name="Google Shape;93;p14"/>
          <p:cNvSpPr txBox="1">
            <a:spLocks noGrp="1"/>
          </p:cNvSpPr>
          <p:nvPr>
            <p:ph type="body" idx="1"/>
          </p:nvPr>
        </p:nvSpPr>
        <p:spPr>
          <a:xfrm>
            <a:off x="497971" y="2556832"/>
            <a:ext cx="4134371" cy="2307775"/>
          </a:xfrm>
          <a:prstGeom prst="rect">
            <a:avLst/>
          </a:prstGeom>
          <a:solidFill>
            <a:schemeClr val="bg1"/>
          </a:solidFill>
          <a:ln w="28575">
            <a:solidFill>
              <a:srgbClr val="FF0066"/>
            </a:solidFill>
          </a:ln>
        </p:spPr>
        <p:txBody>
          <a:bodyPr spcFirstLastPara="1" wrap="square" lIns="91425" tIns="91425" rIns="91425" bIns="91425" anchor="t" anchorCtr="0">
            <a:normAutofit/>
          </a:bodyPr>
          <a:lstStyle/>
          <a:p>
            <a:pPr marL="146050" indent="0">
              <a:buNone/>
            </a:pPr>
            <a:r>
              <a:rPr lang="es-MX" sz="1700" b="1" i="0" u="none" strike="noStrike" spc="-50" dirty="0">
                <a:solidFill>
                  <a:srgbClr val="000000"/>
                </a:solidFill>
                <a:effectLst/>
                <a:latin typeface="Cambria" panose="02040503050406030204" pitchFamily="18" charset="0"/>
                <a:ea typeface="Cambria" panose="02040503050406030204" pitchFamily="18" charset="0"/>
              </a:rPr>
              <a:t>Observaciones:</a:t>
            </a:r>
          </a:p>
          <a:p>
            <a:pPr marL="146050" indent="0" algn="just">
              <a:buNone/>
            </a:pPr>
            <a:r>
              <a:rPr lang="es-MX" sz="1400" spc="-50" dirty="0">
                <a:solidFill>
                  <a:schemeClr val="bg2">
                    <a:lumMod val="75000"/>
                    <a:lumOff val="25000"/>
                  </a:schemeClr>
                </a:solidFill>
                <a:effectLst/>
                <a:latin typeface="Cambria" panose="02040503050406030204" pitchFamily="18" charset="0"/>
                <a:ea typeface="Cambria" panose="02040503050406030204" pitchFamily="18" charset="0"/>
              </a:rPr>
              <a:t>También se observó un desgaste en los solenoides, este desgaste es mecánico. </a:t>
            </a:r>
          </a:p>
          <a:p>
            <a:pPr marL="146050" indent="0" algn="just">
              <a:buNone/>
            </a:pPr>
            <a:r>
              <a:rPr lang="es-MX" sz="1400" spc="-50" dirty="0">
                <a:solidFill>
                  <a:schemeClr val="bg2">
                    <a:lumMod val="75000"/>
                    <a:lumOff val="25000"/>
                  </a:schemeClr>
                </a:solidFill>
                <a:latin typeface="Cambria" panose="02040503050406030204" pitchFamily="18" charset="0"/>
                <a:ea typeface="Cambria" panose="02040503050406030204" pitchFamily="18" charset="0"/>
              </a:rPr>
              <a:t>Realizamos el cambio de las conexiones a tierra del DB9 al DB15, ya que estás presentaban fallas debido a que el cable conexión DB9 se encuentran deterioradas. </a:t>
            </a:r>
          </a:p>
          <a:p>
            <a:pPr marL="146050" indent="0" algn="just">
              <a:buNone/>
            </a:pPr>
            <a:r>
              <a:rPr lang="es-MX" sz="1400" b="1" u="sng" spc="-50" dirty="0">
                <a:solidFill>
                  <a:schemeClr val="bg2">
                    <a:lumMod val="75000"/>
                    <a:lumOff val="25000"/>
                  </a:schemeClr>
                </a:solidFill>
                <a:latin typeface="Cambria" panose="02040503050406030204" pitchFamily="18" charset="0"/>
                <a:ea typeface="Cambria" panose="02040503050406030204" pitchFamily="18" charset="0"/>
              </a:rPr>
              <a:t>Se recomienda cambiar el cable de conexión DB9</a:t>
            </a:r>
            <a:endParaRPr sz="1400" b="1" u="sng" spc="-50" dirty="0">
              <a:solidFill>
                <a:schemeClr val="bg2">
                  <a:lumMod val="75000"/>
                  <a:lumOff val="25000"/>
                </a:schemeClr>
              </a:solidFill>
              <a:latin typeface="Cambria" panose="02040503050406030204" pitchFamily="18" charset="0"/>
              <a:ea typeface="Cambria" panose="02040503050406030204" pitchFamily="18" charset="0"/>
            </a:endParaRPr>
          </a:p>
        </p:txBody>
      </p:sp>
      <p:sp>
        <p:nvSpPr>
          <p:cNvPr id="20" name="Google Shape;93;p14">
            <a:extLst>
              <a:ext uri="{FF2B5EF4-FFF2-40B4-BE49-F238E27FC236}">
                <a16:creationId xmlns:a16="http://schemas.microsoft.com/office/drawing/2014/main" id="{E2B046C0-0694-BA1F-1C27-5D25A4C62BE0}"/>
              </a:ext>
            </a:extLst>
          </p:cNvPr>
          <p:cNvSpPr txBox="1">
            <a:spLocks/>
          </p:cNvSpPr>
          <p:nvPr/>
        </p:nvSpPr>
        <p:spPr>
          <a:xfrm>
            <a:off x="497971" y="746644"/>
            <a:ext cx="3927725" cy="1716140"/>
          </a:xfrm>
          <a:prstGeom prst="rect">
            <a:avLst/>
          </a:prstGeom>
          <a:solidFill>
            <a:schemeClr val="bg1"/>
          </a:solidFill>
          <a:ln w="28575">
            <a:solidFill>
              <a:schemeClr val="tx1">
                <a:lumMod val="75000"/>
              </a:schemeClr>
            </a:solid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354013" indent="-268288">
              <a:lnSpc>
                <a:spcPct val="115000"/>
              </a:lnSpc>
              <a:buNone/>
            </a:pPr>
            <a:r>
              <a:rPr lang="es-419" sz="1400" b="1" dirty="0">
                <a:solidFill>
                  <a:schemeClr val="bg2"/>
                </a:solidFill>
                <a:effectLst/>
                <a:latin typeface="Cambria" panose="02040503050406030204" pitchFamily="18" charset="0"/>
                <a:ea typeface="Cambria" panose="02040503050406030204" pitchFamily="18" charset="0"/>
              </a:rPr>
              <a:t>Actividades realizadas:</a:t>
            </a:r>
            <a:endParaRPr lang="es-BO" sz="1400" b="1" dirty="0">
              <a:solidFill>
                <a:schemeClr val="bg2"/>
              </a:solidFill>
              <a:effectLst/>
              <a:latin typeface="Cambria" panose="02040503050406030204" pitchFamily="18" charset="0"/>
              <a:ea typeface="Cambria" panose="02040503050406030204" pitchFamily="18" charset="0"/>
            </a:endParaRP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Inspección y limpieza	</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Verificación de los sensores</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Mantenimiento de los cilindros neumáticos</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Adaptación de señal</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Verificación de la regleta y las conexiones</a:t>
            </a:r>
          </a:p>
        </p:txBody>
      </p:sp>
      <p:sp>
        <p:nvSpPr>
          <p:cNvPr id="4" name="Google Shape;92;p14">
            <a:extLst>
              <a:ext uri="{FF2B5EF4-FFF2-40B4-BE49-F238E27FC236}">
                <a16:creationId xmlns:a16="http://schemas.microsoft.com/office/drawing/2014/main" id="{F7183E0A-7661-0468-AC52-607DEE42082D}"/>
              </a:ext>
            </a:extLst>
          </p:cNvPr>
          <p:cNvSpPr txBox="1">
            <a:spLocks/>
          </p:cNvSpPr>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s-419" sz="2400" dirty="0">
                <a:solidFill>
                  <a:schemeClr val="accent6">
                    <a:lumMod val="25000"/>
                  </a:schemeClr>
                </a:solidFill>
              </a:rPr>
              <a:t>5. Unidad de Transporte</a:t>
            </a:r>
          </a:p>
        </p:txBody>
      </p:sp>
      <p:pic>
        <p:nvPicPr>
          <p:cNvPr id="5" name="Imagen 4">
            <a:extLst>
              <a:ext uri="{FF2B5EF4-FFF2-40B4-BE49-F238E27FC236}">
                <a16:creationId xmlns:a16="http://schemas.microsoft.com/office/drawing/2014/main" id="{131CA4C0-94C8-A3E7-B5FE-172DDB669F89}"/>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863" b="74510" l="1230" r="96107">
                        <a14:foregroundMark x1="90779" y1="61111" x2="27254" y2="58170"/>
                        <a14:foregroundMark x1="27254" y1="58170" x2="5943" y2="68627"/>
                        <a14:foregroundMark x1="5943" y1="52614" x2="30738" y2="52614"/>
                        <a14:foregroundMark x1="30738" y1="52614" x2="47541" y2="51307"/>
                        <a14:foregroundMark x1="47541" y1="51307" x2="69672" y2="51307"/>
                        <a14:foregroundMark x1="69672" y1="51307" x2="93443" y2="49673"/>
                        <a14:foregroundMark x1="94057" y1="56863" x2="75820" y2="57190"/>
                        <a14:foregroundMark x1="93443" y1="46078" x2="56762" y2="49346"/>
                        <a14:foregroundMark x1="94672" y1="45098" x2="69877" y2="49346"/>
                        <a14:foregroundMark x1="90369" y1="22876" x2="70287" y2="26797"/>
                        <a14:foregroundMark x1="93033" y1="25163" x2="94672" y2="38562"/>
                        <a14:foregroundMark x1="94672" y1="26144" x2="95082" y2="38562"/>
                        <a14:foregroundMark x1="31557" y1="63725" x2="15369" y2="64706"/>
                        <a14:foregroundMark x1="96516" y1="61111" x2="71107" y2="64379"/>
                        <a14:foregroundMark x1="67418" y1="64379" x2="35246" y2="67647"/>
                        <a14:foregroundMark x1="35246" y1="67647" x2="35246" y2="67647"/>
                        <a14:foregroundMark x1="23361" y1="67647" x2="2254" y2="69935"/>
                        <a14:foregroundMark x1="2254" y1="69935" x2="1844" y2="55229"/>
                        <a14:foregroundMark x1="71516" y1="69608" x2="22336" y2="71895"/>
                        <a14:foregroundMark x1="15369" y1="72222" x2="3484" y2="74510"/>
                        <a14:foregroundMark x1="43238" y1="43464" x2="86680" y2="34314"/>
                        <a14:foregroundMark x1="29508" y1="19608" x2="29508" y2="27778"/>
                        <a14:foregroundMark x1="32172" y1="11111" x2="32172" y2="11111"/>
                        <a14:foregroundMark x1="32172" y1="7516" x2="32172" y2="7516"/>
                        <a14:foregroundMark x1="27049" y1="7843" x2="27049" y2="7843"/>
                        <a14:foregroundMark x1="32172" y1="6863" x2="32172" y2="6863"/>
                        <a14:foregroundMark x1="27049" y1="7843" x2="27049" y2="7843"/>
                        <a14:foregroundMark x1="27049" y1="7516" x2="27049" y2="7516"/>
                        <a14:foregroundMark x1="27459" y1="7843" x2="27459" y2="9477"/>
                      </a14:backgroundRemoval>
                    </a14:imgEffect>
                    <a14:imgEffect>
                      <a14:saturation sat="200000"/>
                    </a14:imgEffect>
                  </a14:imgLayer>
                </a14:imgProps>
              </a:ext>
            </a:extLst>
          </a:blip>
          <a:srcRect b="24714"/>
          <a:stretch/>
        </p:blipFill>
        <p:spPr>
          <a:xfrm>
            <a:off x="4632342" y="324554"/>
            <a:ext cx="4084046" cy="1928007"/>
          </a:xfrm>
          <a:prstGeom prst="rect">
            <a:avLst/>
          </a:prstGeom>
          <a:ln>
            <a:noFill/>
          </a:ln>
          <a:effectLst>
            <a:outerShdw blurRad="190500" algn="tl" rotWithShape="0">
              <a:srgbClr val="000000">
                <a:alpha val="70000"/>
              </a:srgbClr>
            </a:outerShdw>
          </a:effectLst>
        </p:spPr>
      </p:pic>
      <p:pic>
        <p:nvPicPr>
          <p:cNvPr id="6" name="Imagen 5">
            <a:extLst>
              <a:ext uri="{FF2B5EF4-FFF2-40B4-BE49-F238E27FC236}">
                <a16:creationId xmlns:a16="http://schemas.microsoft.com/office/drawing/2014/main" id="{A2F4B21C-F7E5-6233-7A03-FDEC8CE29BE9}"/>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ackgroundRemoval t="18564" b="85230" l="7067" r="79800">
                        <a14:foregroundMark x1="11945" y1="23442" x2="37086" y2="58672"/>
                        <a14:foregroundMark x1="51907" y1="35772" x2="74984" y2="61789"/>
                        <a14:foregroundMark x1="75547" y1="36450" x2="50719" y2="35230"/>
                        <a14:foregroundMark x1="62414" y1="30217" x2="50156" y2="27778"/>
                        <a14:foregroundMark x1="38211" y1="27236" x2="14822" y2="22222"/>
                        <a14:foregroundMark x1="37336" y1="37669" x2="21513" y2="37940"/>
                        <a14:foregroundMark x1="21513" y1="37940" x2="9381" y2="61518"/>
                        <a14:foregroundMark x1="9381" y1="61518" x2="9381" y2="62331"/>
                        <a14:foregroundMark x1="7129" y1="56233" x2="9694" y2="32791"/>
                        <a14:foregroundMark x1="11945" y1="22900" x2="29081" y2="22900"/>
                        <a14:foregroundMark x1="10006" y1="18564" x2="22514" y2="21003"/>
                        <a14:foregroundMark x1="33896" y1="46883" x2="37086" y2="32791"/>
                        <a14:foregroundMark x1="37649" y1="45664" x2="37649" y2="58672"/>
                        <a14:foregroundMark x1="38211" y1="27236" x2="38211" y2="51220"/>
                        <a14:foregroundMark x1="48780" y1="30894" x2="64978" y2="55014"/>
                        <a14:foregroundMark x1="65854" y1="36450" x2="75860" y2="55556"/>
                        <a14:foregroundMark x1="76423" y1="38347" x2="60163" y2="34011"/>
                        <a14:foregroundMark x1="47905" y1="34011" x2="64790" y2="60569"/>
                        <a14:foregroundMark x1="64790" y1="60569" x2="69856" y2="60569"/>
                        <a14:foregroundMark x1="75547" y1="39566" x2="66979" y2="35230"/>
                        <a14:foregroundMark x1="74984" y1="34011" x2="63852" y2="32791"/>
                        <a14:foregroundMark x1="50469" y1="57453" x2="64415" y2="59892"/>
                        <a14:foregroundMark x1="49593" y1="52439" x2="59850" y2="52439"/>
                        <a14:foregroundMark x1="77548" y1="39566" x2="77548" y2="61789"/>
                        <a14:foregroundMark x1="33646" y1="25339" x2="28518" y2="24119"/>
                        <a14:foregroundMark x1="68730" y1="32114" x2="77548" y2="53794"/>
                        <a14:foregroundMark x1="78424" y1="41328" x2="78424" y2="65447"/>
                        <a14:foregroundMark x1="49031" y1="43902" x2="49031" y2="32114"/>
                        <a14:foregroundMark x1="38462" y1="25339" x2="38462" y2="35772"/>
                        <a14:foregroundMark x1="38774" y1="25339" x2="38211" y2="40108"/>
                        <a14:foregroundMark x1="39337" y1="23442" x2="39337" y2="23442"/>
                        <a14:foregroundMark x1="80425" y1="45664" x2="72608" y2="76152"/>
                        <a14:foregroundMark x1="72608" y1="76152" x2="63852" y2="82791"/>
                        <a14:foregroundMark x1="66729" y1="74797" x2="73859" y2="70461"/>
                        <a14:foregroundMark x1="67292" y1="74797" x2="79737" y2="53523"/>
                        <a14:foregroundMark x1="79737" y1="53523" x2="79800" y2="53117"/>
                        <a14:foregroundMark x1="79237" y1="63686" x2="67730" y2="82656"/>
                        <a14:foregroundMark x1="67730" y1="82656" x2="66166" y2="77778"/>
                        <a14:foregroundMark x1="67292" y1="75339" x2="57598" y2="85230"/>
                        <a14:foregroundMark x1="48155" y1="30217" x2="48155" y2="45664"/>
                        <a14:foregroundMark x1="48155" y1="29675" x2="53033" y2="28997"/>
                        <a14:foregroundMark x1="48155" y1="26558" x2="50719" y2="26558"/>
                        <a14:foregroundMark x1="35335" y1="50678" x2="35647" y2="54336"/>
                      </a14:backgroundRemoval>
                    </a14:imgEffect>
                  </a14:imgLayer>
                </a14:imgProps>
              </a:ext>
              <a:ext uri="{28A0092B-C50C-407E-A947-70E740481C1C}">
                <a14:useLocalDpi xmlns:a14="http://schemas.microsoft.com/office/drawing/2010/main" val="0"/>
              </a:ext>
            </a:extLst>
          </a:blip>
          <a:srcRect l="3706" t="14207" r="19358" b="14141"/>
          <a:stretch/>
        </p:blipFill>
        <p:spPr bwMode="auto">
          <a:xfrm>
            <a:off x="5609470" y="2462784"/>
            <a:ext cx="2570480" cy="1104900"/>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pic>
        <p:nvPicPr>
          <p:cNvPr id="7" name="Imagen 6">
            <a:extLst>
              <a:ext uri="{FF2B5EF4-FFF2-40B4-BE49-F238E27FC236}">
                <a16:creationId xmlns:a16="http://schemas.microsoft.com/office/drawing/2014/main" id="{043480D1-6642-F490-78D9-2227E24D4BBD}"/>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20732" b="62060" l="8881" r="78987">
                        <a14:foregroundMark x1="12821" y1="20732" x2="34522" y2="20732"/>
                        <a14:foregroundMark x1="35147" y1="21274" x2="35397" y2="25474"/>
                        <a14:foregroundMark x1="34522" y1="31301" x2="25516" y2="34553"/>
                        <a14:foregroundMark x1="32520" y1="36450" x2="34522" y2="44580"/>
                        <a14:foregroundMark x1="8881" y1="42141" x2="17448" y2="43089"/>
                        <a14:foregroundMark x1="9756" y1="29810" x2="13071" y2="30352"/>
                        <a14:foregroundMark x1="10632" y1="60163" x2="23327" y2="50271"/>
                        <a14:foregroundMark x1="45028" y1="44038" x2="51407" y2="44038"/>
                        <a14:foregroundMark x1="44841" y1="24119" x2="60350" y2="24526"/>
                        <a14:foregroundMark x1="62351" y1="24526" x2="76798" y2="30759"/>
                        <a14:foregroundMark x1="47655" y1="23171" x2="53158" y2="24526"/>
                        <a14:foregroundMark x1="50719" y1="23171" x2="47217" y2="23171"/>
                        <a14:foregroundMark x1="47217" y1="23171" x2="51407" y2="23171"/>
                        <a14:foregroundMark x1="50719" y1="22629" x2="46341" y2="22629"/>
                        <a14:foregroundMark x1="46341" y1="22629" x2="48530" y2="22222"/>
                        <a14:foregroundMark x1="57098" y1="58808" x2="70607" y2="46883"/>
                        <a14:foregroundMark x1="70607" y1="46883" x2="71982" y2="44580"/>
                        <a14:foregroundMark x1="50969" y1="62060" x2="63852" y2="59079"/>
                        <a14:foregroundMark x1="63852" y1="59079" x2="55097" y2="58808"/>
                        <a14:foregroundMark x1="57724" y1="32249" x2="66729" y2="46612"/>
                        <a14:foregroundMark x1="66729" y1="46612" x2="66917" y2="48374"/>
                        <a14:foregroundMark x1="59912" y1="26016" x2="73609" y2="26965"/>
                        <a14:foregroundMark x1="73609" y1="26965" x2="78987" y2="32249"/>
                        <a14:foregroundMark x1="74797" y1="29810" x2="60350" y2="23171"/>
                        <a14:foregroundMark x1="60600" y1="21680" x2="71107" y2="27507"/>
                        <a14:foregroundMark x1="71107" y1="27507" x2="64540" y2="22222"/>
                        <a14:foregroundMark x1="65604" y1="22222" x2="71982" y2="26965"/>
                        <a14:foregroundMark x1="44590" y1="49729" x2="60225" y2="48374"/>
                        <a14:foregroundMark x1="60225" y1="48374" x2="60600" y2="47832"/>
                        <a14:foregroundMark x1="8881" y1="50271" x2="26517" y2="50000"/>
                        <a14:foregroundMark x1="26517" y1="50000" x2="26829" y2="49729"/>
                        <a14:foregroundMark x1="9568" y1="58808" x2="40838" y2="60976"/>
                        <a14:foregroundMark x1="40838" y1="60976" x2="47217" y2="60705"/>
                        <a14:foregroundMark x1="16760" y1="32656" x2="26642" y2="32656"/>
                        <a14:foregroundMark x1="72420" y1="40244" x2="65416" y2="59756"/>
                        <a14:foregroundMark x1="74797" y1="44580" x2="69543" y2="57317"/>
                        <a14:foregroundMark x1="76548" y1="44038" x2="77236" y2="44038"/>
                        <a14:foregroundMark x1="68480" y1="22629" x2="76986" y2="28455"/>
                      </a14:backgroundRemoval>
                    </a14:imgEffect>
                  </a14:imgLayer>
                </a14:imgProps>
              </a:ext>
              <a:ext uri="{28A0092B-C50C-407E-A947-70E740481C1C}">
                <a14:useLocalDpi xmlns:a14="http://schemas.microsoft.com/office/drawing/2010/main" val="0"/>
              </a:ext>
            </a:extLst>
          </a:blip>
          <a:srcRect l="6702" t="16051" r="29131" b="36179"/>
          <a:stretch/>
        </p:blipFill>
        <p:spPr bwMode="auto">
          <a:xfrm>
            <a:off x="5389125" y="4005659"/>
            <a:ext cx="2790825" cy="958850"/>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
        <p:nvSpPr>
          <p:cNvPr id="8" name="Flecha: hacia abajo 7">
            <a:extLst>
              <a:ext uri="{FF2B5EF4-FFF2-40B4-BE49-F238E27FC236}">
                <a16:creationId xmlns:a16="http://schemas.microsoft.com/office/drawing/2014/main" id="{D648D231-F41A-809D-D46E-952F9BE2457C}"/>
              </a:ext>
            </a:extLst>
          </p:cNvPr>
          <p:cNvSpPr/>
          <p:nvPr/>
        </p:nvSpPr>
        <p:spPr>
          <a:xfrm>
            <a:off x="6560699" y="3567684"/>
            <a:ext cx="447675" cy="561975"/>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BO"/>
          </a:p>
        </p:txBody>
      </p:sp>
    </p:spTree>
    <p:extLst>
      <p:ext uri="{BB962C8B-B14F-4D97-AF65-F5344CB8AC3E}">
        <p14:creationId xmlns:p14="http://schemas.microsoft.com/office/powerpoint/2010/main" val="3455016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3" name="Google Shape;93;p14"/>
          <p:cNvSpPr txBox="1">
            <a:spLocks noGrp="1"/>
          </p:cNvSpPr>
          <p:nvPr>
            <p:ph type="body" idx="1"/>
          </p:nvPr>
        </p:nvSpPr>
        <p:spPr>
          <a:xfrm>
            <a:off x="497971" y="2556832"/>
            <a:ext cx="4134371" cy="2307775"/>
          </a:xfrm>
          <a:prstGeom prst="rect">
            <a:avLst/>
          </a:prstGeom>
          <a:solidFill>
            <a:schemeClr val="bg1"/>
          </a:solidFill>
          <a:ln w="28575">
            <a:solidFill>
              <a:srgbClr val="FF0066"/>
            </a:solidFill>
          </a:ln>
        </p:spPr>
        <p:txBody>
          <a:bodyPr spcFirstLastPara="1" wrap="square" lIns="91425" tIns="91425" rIns="91425" bIns="91425" anchor="t" anchorCtr="0">
            <a:normAutofit/>
          </a:bodyPr>
          <a:lstStyle/>
          <a:p>
            <a:pPr marL="146050" indent="0">
              <a:buNone/>
            </a:pPr>
            <a:r>
              <a:rPr lang="es-MX" sz="1700" b="1" i="0" u="none" strike="noStrike" spc="-50" dirty="0">
                <a:solidFill>
                  <a:srgbClr val="000000"/>
                </a:solidFill>
                <a:effectLst/>
                <a:latin typeface="Cambria" panose="02040503050406030204" pitchFamily="18" charset="0"/>
                <a:ea typeface="Cambria" panose="02040503050406030204" pitchFamily="18" charset="0"/>
              </a:rPr>
              <a:t>Observaciones:</a:t>
            </a:r>
          </a:p>
          <a:p>
            <a:pPr marL="146050" indent="0" algn="just">
              <a:buNone/>
            </a:pPr>
            <a:r>
              <a:rPr lang="es-MX" sz="1600" spc="-50" dirty="0">
                <a:solidFill>
                  <a:schemeClr val="bg2">
                    <a:lumMod val="75000"/>
                    <a:lumOff val="25000"/>
                  </a:schemeClr>
                </a:solidFill>
                <a:effectLst/>
                <a:latin typeface="Cambria" panose="02040503050406030204" pitchFamily="18" charset="0"/>
                <a:ea typeface="Cambria" panose="02040503050406030204" pitchFamily="18" charset="0"/>
              </a:rPr>
              <a:t>Se realizó la inspección y limpieza de la compresora, incluyendo la remoción de la tapa metálica ubicada en la parte inferior. Al destapar dicha tapa, se encontró una acumulación de agua completamente sucia en su interior.</a:t>
            </a:r>
            <a:endParaRPr sz="1600" b="1" u="sng" spc="-50" dirty="0">
              <a:solidFill>
                <a:schemeClr val="bg2">
                  <a:lumMod val="75000"/>
                  <a:lumOff val="25000"/>
                </a:schemeClr>
              </a:solidFill>
              <a:latin typeface="Cambria" panose="02040503050406030204" pitchFamily="18" charset="0"/>
              <a:ea typeface="Cambria" panose="02040503050406030204" pitchFamily="18" charset="0"/>
            </a:endParaRPr>
          </a:p>
        </p:txBody>
      </p:sp>
      <p:sp>
        <p:nvSpPr>
          <p:cNvPr id="20" name="Google Shape;93;p14">
            <a:extLst>
              <a:ext uri="{FF2B5EF4-FFF2-40B4-BE49-F238E27FC236}">
                <a16:creationId xmlns:a16="http://schemas.microsoft.com/office/drawing/2014/main" id="{E2B046C0-0694-BA1F-1C27-5D25A4C62BE0}"/>
              </a:ext>
            </a:extLst>
          </p:cNvPr>
          <p:cNvSpPr txBox="1">
            <a:spLocks/>
          </p:cNvSpPr>
          <p:nvPr/>
        </p:nvSpPr>
        <p:spPr>
          <a:xfrm>
            <a:off x="497971" y="746644"/>
            <a:ext cx="4134371" cy="1240652"/>
          </a:xfrm>
          <a:prstGeom prst="rect">
            <a:avLst/>
          </a:prstGeom>
          <a:solidFill>
            <a:schemeClr val="bg1"/>
          </a:solidFill>
          <a:ln w="28575">
            <a:solidFill>
              <a:schemeClr val="tx1">
                <a:lumMod val="75000"/>
              </a:schemeClr>
            </a:solid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354013" indent="-268288">
              <a:lnSpc>
                <a:spcPct val="115000"/>
              </a:lnSpc>
              <a:buNone/>
            </a:pPr>
            <a:r>
              <a:rPr lang="es-419" sz="1400" b="1" dirty="0">
                <a:solidFill>
                  <a:schemeClr val="bg2"/>
                </a:solidFill>
                <a:effectLst/>
                <a:latin typeface="Cambria" panose="02040503050406030204" pitchFamily="18" charset="0"/>
                <a:ea typeface="Cambria" panose="02040503050406030204" pitchFamily="18" charset="0"/>
              </a:rPr>
              <a:t>Actividades realizadas:</a:t>
            </a:r>
            <a:endParaRPr lang="es-BO" sz="1400" b="1" dirty="0">
              <a:solidFill>
                <a:schemeClr val="bg2"/>
              </a:solidFill>
              <a:effectLst/>
              <a:latin typeface="Cambria" panose="02040503050406030204" pitchFamily="18" charset="0"/>
              <a:ea typeface="Cambria" panose="02040503050406030204" pitchFamily="18" charset="0"/>
            </a:endParaRP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Inspección y limpieza de la compresora de aire</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Limpieza del depósito de aire comprimido</a:t>
            </a:r>
          </a:p>
          <a:p>
            <a:pPr marL="354013" indent="-171450">
              <a:buSzPct val="100000"/>
            </a:pPr>
            <a:r>
              <a:rPr lang="es-MX" sz="1400" u="none" strike="noStrike" dirty="0">
                <a:solidFill>
                  <a:schemeClr val="bg2"/>
                </a:solidFill>
                <a:effectLst/>
                <a:latin typeface="Cambria" panose="02040503050406030204" pitchFamily="18" charset="0"/>
                <a:ea typeface="Cambria" panose="02040503050406030204" pitchFamily="18" charset="0"/>
              </a:rPr>
              <a:t>Inspección de las conexiones y tuberías de aire</a:t>
            </a:r>
          </a:p>
        </p:txBody>
      </p:sp>
      <p:sp>
        <p:nvSpPr>
          <p:cNvPr id="4" name="Google Shape;92;p14">
            <a:extLst>
              <a:ext uri="{FF2B5EF4-FFF2-40B4-BE49-F238E27FC236}">
                <a16:creationId xmlns:a16="http://schemas.microsoft.com/office/drawing/2014/main" id="{F7183E0A-7661-0468-AC52-607DEE42082D}"/>
              </a:ext>
            </a:extLst>
          </p:cNvPr>
          <p:cNvSpPr txBox="1">
            <a:spLocks/>
          </p:cNvSpPr>
          <p:nvPr/>
        </p:nvSpPr>
        <p:spPr>
          <a:xfrm>
            <a:off x="427612" y="-41032"/>
            <a:ext cx="7582532" cy="535200"/>
          </a:xfrm>
          <a:prstGeom prst="rect">
            <a:avLst/>
          </a:prstGeom>
          <a:noFill/>
          <a:ln>
            <a:noFill/>
          </a:ln>
        </p:spPr>
        <p:txBody>
          <a:bodyPr spcFirstLastPara="1" wrap="square" lIns="91425" tIns="91425" rIns="91425" bIns="91425"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s-419" sz="2400" dirty="0">
                <a:solidFill>
                  <a:schemeClr val="accent6">
                    <a:lumMod val="25000"/>
                  </a:schemeClr>
                </a:solidFill>
              </a:rPr>
              <a:t>6. Unidad de Suministro Continuo de Aire Comprimido</a:t>
            </a:r>
          </a:p>
        </p:txBody>
      </p:sp>
      <p:sp>
        <p:nvSpPr>
          <p:cNvPr id="8" name="Flecha: hacia abajo 7">
            <a:extLst>
              <a:ext uri="{FF2B5EF4-FFF2-40B4-BE49-F238E27FC236}">
                <a16:creationId xmlns:a16="http://schemas.microsoft.com/office/drawing/2014/main" id="{D648D231-F41A-809D-D46E-952F9BE2457C}"/>
              </a:ext>
            </a:extLst>
          </p:cNvPr>
          <p:cNvSpPr/>
          <p:nvPr/>
        </p:nvSpPr>
        <p:spPr>
          <a:xfrm rot="16200000">
            <a:off x="6317104" y="2187408"/>
            <a:ext cx="447675" cy="561975"/>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BO" dirty="0"/>
          </a:p>
        </p:txBody>
      </p:sp>
      <p:pic>
        <p:nvPicPr>
          <p:cNvPr id="2" name="Imagen 1">
            <a:extLst>
              <a:ext uri="{FF2B5EF4-FFF2-40B4-BE49-F238E27FC236}">
                <a16:creationId xmlns:a16="http://schemas.microsoft.com/office/drawing/2014/main" id="{C933BDDE-96AD-A398-AC5D-3EAF3CFEFAA2}"/>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2633" b="51345" l="28591" r="84553">
                        <a14:foregroundMark x1="67073" y1="14759" x2="73577" y2="27955"/>
                        <a14:foregroundMark x1="73577" y1="28705" x2="71003" y2="29268"/>
                        <a14:foregroundMark x1="67344" y1="31832" x2="60163" y2="16823"/>
                        <a14:foregroundMark x1="68699" y1="13821" x2="57046" y2="18574"/>
                        <a14:foregroundMark x1="57046" y1="18574" x2="56369" y2="21639"/>
                        <a14:foregroundMark x1="66802" y1="17699" x2="75610" y2="32520"/>
                        <a14:foregroundMark x1="75610" y1="32520" x2="66802" y2="31895"/>
                        <a14:foregroundMark x1="79133" y1="38149" x2="75881" y2="21326"/>
                        <a14:foregroundMark x1="75610" y1="16260" x2="75474" y2="26329"/>
                        <a14:foregroundMark x1="77236" y1="41463" x2="77507" y2="38149"/>
                        <a14:foregroundMark x1="83062" y1="49406" x2="83604" y2="47154"/>
                        <a14:foregroundMark x1="68022" y1="49406" x2="53659" y2="49031"/>
                        <a14:foregroundMark x1="44038" y1="46029" x2="43631" y2="49906"/>
                        <a14:foregroundMark x1="60298" y1="50469" x2="71680" y2="50031"/>
                        <a14:foregroundMark x1="42683" y1="44340" x2="42683" y2="48843"/>
                        <a14:foregroundMark x1="42683" y1="50969" x2="47561" y2="45091"/>
                        <a14:foregroundMark x1="44309" y1="51094" x2="44309" y2="49781"/>
                        <a14:foregroundMark x1="42683" y1="51407" x2="44851" y2="51220"/>
                        <a14:foregroundMark x1="28591" y1="38336" x2="39973" y2="37148"/>
                        <a14:foregroundMark x1="56640" y1="24078" x2="68970" y2="38336"/>
                        <a14:foregroundMark x1="71545" y1="31270" x2="69377" y2="37398"/>
                        <a14:foregroundMark x1="62602" y1="36648" x2="71545" y2="38649"/>
                        <a14:foregroundMark x1="61924" y1="37086" x2="60569" y2="32583"/>
                        <a14:foregroundMark x1="59892" y1="33208" x2="57317" y2="39087"/>
                        <a14:foregroundMark x1="57995" y1="23765" x2="54607" y2="27517"/>
                        <a14:foregroundMark x1="84282" y1="44778" x2="84282" y2="48280"/>
                        <a14:foregroundMark x1="82656" y1="42964" x2="78455" y2="32145"/>
                        <a14:foregroundMark x1="69377" y1="12633" x2="70732" y2="18824"/>
                        <a14:backgroundMark x1="77778" y1="51220" x2="73848" y2="52033"/>
                      </a14:backgroundRemoval>
                    </a14:imgEffect>
                  </a14:imgLayer>
                </a14:imgProps>
              </a:ext>
              <a:ext uri="{28A0092B-C50C-407E-A947-70E740481C1C}">
                <a14:useLocalDpi xmlns:a14="http://schemas.microsoft.com/office/drawing/2010/main" val="0"/>
              </a:ext>
            </a:extLst>
          </a:blip>
          <a:srcRect l="25066" t="9855" r="8789" b="46122"/>
          <a:stretch/>
        </p:blipFill>
        <p:spPr bwMode="auto">
          <a:xfrm>
            <a:off x="4630930" y="1285040"/>
            <a:ext cx="1763707" cy="2543583"/>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pic>
        <p:nvPicPr>
          <p:cNvPr id="9" name="Imagen 8">
            <a:extLst>
              <a:ext uri="{FF2B5EF4-FFF2-40B4-BE49-F238E27FC236}">
                <a16:creationId xmlns:a16="http://schemas.microsoft.com/office/drawing/2014/main" id="{6725D34D-A028-06DA-6EE3-B29B083FC53A}"/>
              </a:ext>
            </a:extLst>
          </p:cNvPr>
          <p:cNvPicPr>
            <a:picLocks noChangeAspect="1"/>
          </p:cNvPicPr>
          <p:nvPr/>
        </p:nvPicPr>
        <p:blipFill rotWithShape="1">
          <a:blip r:embed="rId5"/>
          <a:srcRect r="25705" b="36990"/>
          <a:stretch/>
        </p:blipFill>
        <p:spPr>
          <a:xfrm>
            <a:off x="6975788" y="847944"/>
            <a:ext cx="1763707" cy="32409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66224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3" name="Google Shape;93;p14"/>
          <p:cNvSpPr txBox="1">
            <a:spLocks noGrp="1"/>
          </p:cNvSpPr>
          <p:nvPr>
            <p:ph type="body" idx="1"/>
          </p:nvPr>
        </p:nvSpPr>
        <p:spPr>
          <a:xfrm>
            <a:off x="675180" y="848534"/>
            <a:ext cx="7852132" cy="2794889"/>
          </a:xfrm>
          <a:prstGeom prst="rect">
            <a:avLst/>
          </a:prstGeom>
          <a:solidFill>
            <a:schemeClr val="bg1"/>
          </a:solidFill>
          <a:ln w="28575">
            <a:solidFill>
              <a:srgbClr val="FF0066"/>
            </a:solidFill>
          </a:ln>
        </p:spPr>
        <p:txBody>
          <a:bodyPr spcFirstLastPara="1" wrap="square" lIns="91425" tIns="91425" rIns="91425" bIns="91425" anchor="t" anchorCtr="0">
            <a:normAutofit/>
          </a:bodyPr>
          <a:lstStyle/>
          <a:p>
            <a:r>
              <a:rPr lang="es-ES" sz="1600" spc="-50" dirty="0">
                <a:solidFill>
                  <a:schemeClr val="bg2">
                    <a:lumMod val="75000"/>
                    <a:lumOff val="25000"/>
                  </a:schemeClr>
                </a:solidFill>
                <a:latin typeface="Cambria" panose="02040503050406030204" pitchFamily="18" charset="0"/>
                <a:ea typeface="Cambria" panose="02040503050406030204" pitchFamily="18" charset="0"/>
              </a:rPr>
              <a:t>Se recomienda </a:t>
            </a:r>
            <a:r>
              <a:rPr lang="es-ES" sz="1600" u="sng" spc="-50" dirty="0">
                <a:solidFill>
                  <a:schemeClr val="bg2">
                    <a:lumMod val="75000"/>
                    <a:lumOff val="25000"/>
                  </a:schemeClr>
                </a:solidFill>
                <a:latin typeface="Cambria" panose="02040503050406030204" pitchFamily="18" charset="0"/>
                <a:ea typeface="Cambria" panose="02040503050406030204" pitchFamily="18" charset="0"/>
              </a:rPr>
              <a:t>realizar un cambio lo antes posible </a:t>
            </a:r>
            <a:r>
              <a:rPr lang="es-ES" sz="1600" spc="-50" dirty="0">
                <a:solidFill>
                  <a:schemeClr val="bg2">
                    <a:lumMod val="75000"/>
                    <a:lumOff val="25000"/>
                  </a:schemeClr>
                </a:solidFill>
                <a:latin typeface="Cambria" panose="02040503050406030204" pitchFamily="18" charset="0"/>
                <a:ea typeface="Cambria" panose="02040503050406030204" pitchFamily="18" charset="0"/>
              </a:rPr>
              <a:t>de la electroválvula señalada en la unidad de Procesamiento.</a:t>
            </a:r>
          </a:p>
          <a:p>
            <a:r>
              <a:rPr lang="es-ES" sz="1600" spc="-50" dirty="0">
                <a:solidFill>
                  <a:schemeClr val="bg2">
                    <a:lumMod val="75000"/>
                    <a:lumOff val="25000"/>
                  </a:schemeClr>
                </a:solidFill>
                <a:latin typeface="Cambria" panose="02040503050406030204" pitchFamily="18" charset="0"/>
                <a:ea typeface="Cambria" panose="02040503050406030204" pitchFamily="18" charset="0"/>
              </a:rPr>
              <a:t>Se recomienda vaciar el agua que se condensa en el la compresora de manera </a:t>
            </a:r>
            <a:r>
              <a:rPr lang="es-ES" sz="1600" spc="-50" dirty="0" err="1">
                <a:solidFill>
                  <a:schemeClr val="bg2">
                    <a:lumMod val="75000"/>
                    <a:lumOff val="25000"/>
                  </a:schemeClr>
                </a:solidFill>
                <a:latin typeface="Cambria" panose="02040503050406030204" pitchFamily="18" charset="0"/>
                <a:ea typeface="Cambria" panose="02040503050406030204" pitchFamily="18" charset="0"/>
              </a:rPr>
              <a:t>periodica</a:t>
            </a:r>
            <a:r>
              <a:rPr lang="es-ES" sz="1600" spc="-50" dirty="0">
                <a:solidFill>
                  <a:schemeClr val="bg2">
                    <a:lumMod val="75000"/>
                    <a:lumOff val="25000"/>
                  </a:schemeClr>
                </a:solidFill>
                <a:latin typeface="Cambria" panose="02040503050406030204" pitchFamily="18" charset="0"/>
                <a:ea typeface="Cambria" panose="02040503050406030204" pitchFamily="18" charset="0"/>
              </a:rPr>
              <a:t>.</a:t>
            </a:r>
          </a:p>
          <a:p>
            <a:r>
              <a:rPr lang="es-ES" sz="1600" spc="-50" dirty="0">
                <a:solidFill>
                  <a:schemeClr val="bg2">
                    <a:lumMod val="75000"/>
                    <a:lumOff val="25000"/>
                  </a:schemeClr>
                </a:solidFill>
                <a:latin typeface="Cambria" panose="02040503050406030204" pitchFamily="18" charset="0"/>
                <a:ea typeface="Cambria" panose="02040503050406030204" pitchFamily="18" charset="0"/>
              </a:rPr>
              <a:t>Se recomienda hacer revisiones periódicas en  la continuidad de las regletas de conexión.</a:t>
            </a:r>
          </a:p>
          <a:p>
            <a:r>
              <a:rPr lang="es-ES" sz="1600" spc="-50" dirty="0">
                <a:solidFill>
                  <a:schemeClr val="bg2">
                    <a:lumMod val="75000"/>
                    <a:lumOff val="25000"/>
                  </a:schemeClr>
                </a:solidFill>
                <a:latin typeface="Cambria" panose="02040503050406030204" pitchFamily="18" charset="0"/>
                <a:ea typeface="Cambria" panose="02040503050406030204" pitchFamily="18" charset="0"/>
              </a:rPr>
              <a:t>Se recomienda realizar un cambio de todas las regletas de conexión, pero este cambio siendo menos prioritario que el cambio de la electroválvula ya mencionada.</a:t>
            </a:r>
          </a:p>
        </p:txBody>
      </p:sp>
      <p:sp>
        <p:nvSpPr>
          <p:cNvPr id="4" name="Google Shape;92;p14">
            <a:extLst>
              <a:ext uri="{FF2B5EF4-FFF2-40B4-BE49-F238E27FC236}">
                <a16:creationId xmlns:a16="http://schemas.microsoft.com/office/drawing/2014/main" id="{F7183E0A-7661-0468-AC52-607DEE42082D}"/>
              </a:ext>
            </a:extLst>
          </p:cNvPr>
          <p:cNvSpPr txBox="1">
            <a:spLocks/>
          </p:cNvSpPr>
          <p:nvPr/>
        </p:nvSpPr>
        <p:spPr>
          <a:xfrm>
            <a:off x="427612" y="-41032"/>
            <a:ext cx="7582532" cy="5352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s-419" sz="2400" dirty="0">
                <a:solidFill>
                  <a:schemeClr val="accent6">
                    <a:lumMod val="25000"/>
                  </a:schemeClr>
                </a:solidFill>
              </a:rPr>
              <a:t>Conclusiones y recomendaciones</a:t>
            </a:r>
          </a:p>
        </p:txBody>
      </p:sp>
    </p:spTree>
    <p:extLst>
      <p:ext uri="{BB962C8B-B14F-4D97-AF65-F5344CB8AC3E}">
        <p14:creationId xmlns:p14="http://schemas.microsoft.com/office/powerpoint/2010/main" val="4064542177"/>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500</TotalTime>
  <Words>613</Words>
  <Application>Microsoft Office PowerPoint</Application>
  <PresentationFormat>Presentación en pantalla (16:9)</PresentationFormat>
  <Paragraphs>85</Paragraphs>
  <Slides>10</Slides>
  <Notes>10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Cambria</vt:lpstr>
      <vt:lpstr>Raleway</vt:lpstr>
      <vt:lpstr>Arial</vt:lpstr>
      <vt:lpstr>Tw Cen MT</vt:lpstr>
      <vt:lpstr>Lato</vt:lpstr>
      <vt:lpstr>Streamline</vt:lpstr>
      <vt:lpstr>PRESENTACIÓN  LABORATORIO # 3</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LABORATORIO # 1</dc:title>
  <cp:lastModifiedBy>karel w.</cp:lastModifiedBy>
  <cp:revision>59</cp:revision>
  <dcterms:modified xsi:type="dcterms:W3CDTF">2023-06-17T23:20:55Z</dcterms:modified>
</cp:coreProperties>
</file>